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7053250" cy="93091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hqBxaF9GZySE7Agepw+MafLpbE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customschemas.google.com/relationships/presentationmetadata" Target="meta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55938" cy="4667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95738" y="0"/>
            <a:ext cx="3055937" cy="46672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4850" y="4479925"/>
            <a:ext cx="5643563" cy="36655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42375"/>
            <a:ext cx="3055938" cy="4667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95738" y="8842375"/>
            <a:ext cx="3055937" cy="46672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5: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6: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7: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7: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8: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9: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9: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0: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0: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1: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1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2: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1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3: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1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4: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4: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5: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1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6: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1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7: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17: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8: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18: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9: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19: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0: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20: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1: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21: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2: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2: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3: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23: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4: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24: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5: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p25: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6: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6: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7: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27: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8: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28: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29:notes"/>
          <p:cNvSpPr txBox="1"/>
          <p:nvPr>
            <p:ph idx="1" type="body"/>
          </p:nvPr>
        </p:nvSpPr>
        <p:spPr>
          <a:xfrm>
            <a:off x="704850" y="4479925"/>
            <a:ext cx="5643563" cy="36655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29:notes"/>
          <p:cNvSpPr/>
          <p:nvPr>
            <p:ph idx="2" type="sldImg"/>
          </p:nvPr>
        </p:nvSpPr>
        <p:spPr>
          <a:xfrm>
            <a:off x="733425" y="1163638"/>
            <a:ext cx="5586413" cy="31416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grpSp>
        <p:nvGrpSpPr>
          <p:cNvPr id="16" name="Google Shape;16;p31"/>
          <p:cNvGrpSpPr/>
          <p:nvPr/>
        </p:nvGrpSpPr>
        <p:grpSpPr>
          <a:xfrm>
            <a:off x="-329674" y="-59376"/>
            <a:ext cx="12515851" cy="6923798"/>
            <a:chOff x="-329674" y="-51881"/>
            <a:chExt cx="12515851" cy="6923798"/>
          </a:xfrm>
        </p:grpSpPr>
        <p:sp>
          <p:nvSpPr>
            <p:cNvPr id="17" name="Google Shape;17;p31"/>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1"/>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1"/>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1"/>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1"/>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1"/>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1"/>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1"/>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1"/>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1"/>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1"/>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1"/>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1"/>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1"/>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1"/>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1"/>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1"/>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1"/>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1"/>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 name="Google Shape;36;p31"/>
          <p:cNvGrpSpPr/>
          <p:nvPr/>
        </p:nvGrpSpPr>
        <p:grpSpPr>
          <a:xfrm>
            <a:off x="1669293" y="1186483"/>
            <a:ext cx="8848345" cy="4477933"/>
            <a:chOff x="1669293" y="1186483"/>
            <a:chExt cx="8848345" cy="4477933"/>
          </a:xfrm>
        </p:grpSpPr>
        <p:sp>
          <p:nvSpPr>
            <p:cNvPr id="37" name="Google Shape;37;p31"/>
            <p:cNvSpPr/>
            <p:nvPr/>
          </p:nvSpPr>
          <p:spPr>
            <a:xfrm>
              <a:off x="1674042" y="1186483"/>
              <a:ext cx="8843596" cy="7161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1"/>
            <p:cNvSpPr/>
            <p:nvPr/>
          </p:nvSpPr>
          <p:spPr>
            <a:xfrm rot="10800000">
              <a:off x="5892384" y="5313353"/>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1"/>
            <p:cNvSpPr/>
            <p:nvPr/>
          </p:nvSpPr>
          <p:spPr>
            <a:xfrm>
              <a:off x="1669293" y="1991156"/>
              <a:ext cx="8845667" cy="332219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31"/>
          <p:cNvSpPr txBox="1"/>
          <p:nvPr>
            <p:ph type="ctrTitle"/>
          </p:nvPr>
        </p:nvSpPr>
        <p:spPr>
          <a:xfrm>
            <a:off x="1759236" y="2075504"/>
            <a:ext cx="8679915" cy="1748729"/>
          </a:xfrm>
          <a:prstGeom prst="rect">
            <a:avLst/>
          </a:prstGeom>
          <a:noFill/>
          <a:ln>
            <a:noFill/>
          </a:ln>
        </p:spPr>
        <p:txBody>
          <a:bodyPr anchorCtr="0" anchor="b" bIns="0" lIns="228600" spcFirstLastPara="1" rIns="228600" wrap="square" tIns="228600">
            <a:normAutofit/>
          </a:bodyPr>
          <a:lstStyle>
            <a:lvl1pPr lvl="0" algn="ctr">
              <a:lnSpc>
                <a:spcPct val="80000"/>
              </a:lnSpc>
              <a:spcBef>
                <a:spcPts val="0"/>
              </a:spcBef>
              <a:spcAft>
                <a:spcPts val="0"/>
              </a:spcAft>
              <a:buClr>
                <a:srgbClr val="FFFEFF"/>
              </a:buClr>
              <a:buSzPts val="5400"/>
              <a:buFont typeface="Calibri"/>
              <a:buNone/>
              <a:defRPr sz="54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31"/>
          <p:cNvSpPr txBox="1"/>
          <p:nvPr>
            <p:ph idx="1" type="subTitle"/>
          </p:nvPr>
        </p:nvSpPr>
        <p:spPr>
          <a:xfrm>
            <a:off x="1759237" y="3906266"/>
            <a:ext cx="8673427" cy="1322587"/>
          </a:xfrm>
          <a:prstGeom prst="rect">
            <a:avLst/>
          </a:prstGeom>
          <a:noFill/>
          <a:ln>
            <a:noFill/>
          </a:ln>
        </p:spPr>
        <p:txBody>
          <a:bodyPr anchorCtr="0" anchor="t" bIns="45700" lIns="91425" spcFirstLastPara="1" rIns="91425" wrap="square" tIns="0">
            <a:normAutofit/>
          </a:bodyPr>
          <a:lstStyle>
            <a:lvl1pPr lvl="0" algn="ctr">
              <a:lnSpc>
                <a:spcPct val="100000"/>
              </a:lnSpc>
              <a:spcBef>
                <a:spcPts val="1000"/>
              </a:spcBef>
              <a:spcAft>
                <a:spcPts val="0"/>
              </a:spcAft>
              <a:buSzPts val="1980"/>
              <a:buNone/>
              <a:defRPr b="0" sz="1800">
                <a:solidFill>
                  <a:srgbClr val="FFFEFF"/>
                </a:solidFill>
              </a:defRPr>
            </a:lvl1pPr>
            <a:lvl2pPr lvl="1" algn="ctr">
              <a:lnSpc>
                <a:spcPct val="120000"/>
              </a:lnSpc>
              <a:spcBef>
                <a:spcPts val="500"/>
              </a:spcBef>
              <a:spcAft>
                <a:spcPts val="0"/>
              </a:spcAft>
              <a:buSzPts val="1980"/>
              <a:buNone/>
              <a:defRPr sz="1800"/>
            </a:lvl2pPr>
            <a:lvl3pPr lvl="2" algn="ctr">
              <a:lnSpc>
                <a:spcPct val="120000"/>
              </a:lnSpc>
              <a:spcBef>
                <a:spcPts val="500"/>
              </a:spcBef>
              <a:spcAft>
                <a:spcPts val="0"/>
              </a:spcAft>
              <a:buSzPts val="1980"/>
              <a:buNone/>
              <a:defRPr sz="1800"/>
            </a:lvl3pPr>
            <a:lvl4pPr lvl="3" algn="ctr">
              <a:lnSpc>
                <a:spcPct val="120000"/>
              </a:lnSpc>
              <a:spcBef>
                <a:spcPts val="500"/>
              </a:spcBef>
              <a:spcAft>
                <a:spcPts val="0"/>
              </a:spcAft>
              <a:buSzPts val="1760"/>
              <a:buNone/>
              <a:defRPr sz="1600"/>
            </a:lvl4pPr>
            <a:lvl5pPr lvl="4" algn="ctr">
              <a:lnSpc>
                <a:spcPct val="120000"/>
              </a:lnSpc>
              <a:spcBef>
                <a:spcPts val="500"/>
              </a:spcBef>
              <a:spcAft>
                <a:spcPts val="0"/>
              </a:spcAft>
              <a:buSzPts val="1760"/>
              <a:buNone/>
              <a:defRPr sz="1600"/>
            </a:lvl5pPr>
            <a:lvl6pPr lvl="5" algn="ctr">
              <a:lnSpc>
                <a:spcPct val="120000"/>
              </a:lnSpc>
              <a:spcBef>
                <a:spcPts val="500"/>
              </a:spcBef>
              <a:spcAft>
                <a:spcPts val="0"/>
              </a:spcAft>
              <a:buSzPts val="1760"/>
              <a:buNone/>
              <a:defRPr sz="1600"/>
            </a:lvl6pPr>
            <a:lvl7pPr lvl="6" algn="ctr">
              <a:lnSpc>
                <a:spcPct val="120000"/>
              </a:lnSpc>
              <a:spcBef>
                <a:spcPts val="500"/>
              </a:spcBef>
              <a:spcAft>
                <a:spcPts val="0"/>
              </a:spcAft>
              <a:buSzPts val="1760"/>
              <a:buNone/>
              <a:defRPr sz="1600"/>
            </a:lvl7pPr>
            <a:lvl8pPr lvl="7" algn="ctr">
              <a:lnSpc>
                <a:spcPct val="120000"/>
              </a:lnSpc>
              <a:spcBef>
                <a:spcPts val="500"/>
              </a:spcBef>
              <a:spcAft>
                <a:spcPts val="0"/>
              </a:spcAft>
              <a:buSzPts val="1760"/>
              <a:buNone/>
              <a:defRPr sz="1600"/>
            </a:lvl8pPr>
            <a:lvl9pPr lvl="8" algn="ctr">
              <a:lnSpc>
                <a:spcPct val="120000"/>
              </a:lnSpc>
              <a:spcBef>
                <a:spcPts val="500"/>
              </a:spcBef>
              <a:spcAft>
                <a:spcPts val="0"/>
              </a:spcAft>
              <a:buSzPts val="1760"/>
              <a:buNone/>
              <a:defRPr sz="1600"/>
            </a:lvl9pPr>
          </a:lstStyle>
          <a:p/>
        </p:txBody>
      </p:sp>
      <p:sp>
        <p:nvSpPr>
          <p:cNvPr id="42" name="Google Shape;42;p31"/>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1"/>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1"/>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5" name="Shape 45"/>
        <p:cNvGrpSpPr/>
        <p:nvPr/>
      </p:nvGrpSpPr>
      <p:grpSpPr>
        <a:xfrm>
          <a:off x="0" y="0"/>
          <a:ext cx="0" cy="0"/>
          <a:chOff x="0" y="0"/>
          <a:chExt cx="0" cy="0"/>
        </a:xfrm>
      </p:grpSpPr>
      <p:grpSp>
        <p:nvGrpSpPr>
          <p:cNvPr id="46" name="Google Shape;46;p32"/>
          <p:cNvGrpSpPr/>
          <p:nvPr/>
        </p:nvGrpSpPr>
        <p:grpSpPr>
          <a:xfrm>
            <a:off x="-417513" y="0"/>
            <a:ext cx="12584114" cy="6853238"/>
            <a:chOff x="-417513" y="0"/>
            <a:chExt cx="12584114" cy="6853238"/>
          </a:xfrm>
        </p:grpSpPr>
        <p:sp>
          <p:nvSpPr>
            <p:cNvPr id="47" name="Google Shape;47;p32"/>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2"/>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2"/>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2"/>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2"/>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2"/>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2"/>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2"/>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2"/>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2"/>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2"/>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2"/>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2"/>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2"/>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2"/>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2"/>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2"/>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2"/>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2"/>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2"/>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2"/>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 name="Google Shape;68;p32"/>
          <p:cNvGrpSpPr/>
          <p:nvPr/>
        </p:nvGrpSpPr>
        <p:grpSpPr>
          <a:xfrm>
            <a:off x="800144" y="1699589"/>
            <a:ext cx="3674476" cy="3470421"/>
            <a:chOff x="697883" y="1816768"/>
            <a:chExt cx="3674476" cy="3470421"/>
          </a:xfrm>
        </p:grpSpPr>
        <p:sp>
          <p:nvSpPr>
            <p:cNvPr id="69" name="Google Shape;69;p32"/>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2"/>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2"/>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 name="Google Shape;72;p32"/>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2"/>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74" name="Google Shape;74;p32"/>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2"/>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77" name="Shape 77"/>
        <p:cNvGrpSpPr/>
        <p:nvPr/>
      </p:nvGrpSpPr>
      <p:grpSpPr>
        <a:xfrm>
          <a:off x="0" y="0"/>
          <a:ext cx="0" cy="0"/>
          <a:chOff x="0" y="0"/>
          <a:chExt cx="0" cy="0"/>
        </a:xfrm>
      </p:grpSpPr>
      <p:grpSp>
        <p:nvGrpSpPr>
          <p:cNvPr id="78" name="Google Shape;78;p33"/>
          <p:cNvGrpSpPr/>
          <p:nvPr/>
        </p:nvGrpSpPr>
        <p:grpSpPr>
          <a:xfrm>
            <a:off x="-329674" y="-59376"/>
            <a:ext cx="12515851" cy="6923798"/>
            <a:chOff x="-329674" y="-51881"/>
            <a:chExt cx="12515851" cy="6923798"/>
          </a:xfrm>
        </p:grpSpPr>
        <p:sp>
          <p:nvSpPr>
            <p:cNvPr id="79" name="Google Shape;79;p33"/>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3"/>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3"/>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3"/>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3"/>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3"/>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3"/>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3"/>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3"/>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3"/>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3"/>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3"/>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3"/>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3"/>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3"/>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3"/>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3"/>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3"/>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3"/>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 name="Google Shape;98;p33"/>
          <p:cNvGrpSpPr/>
          <p:nvPr/>
        </p:nvGrpSpPr>
        <p:grpSpPr>
          <a:xfrm>
            <a:off x="3259545" y="1186483"/>
            <a:ext cx="5666145" cy="4477933"/>
            <a:chOff x="3259545" y="1186483"/>
            <a:chExt cx="5666145" cy="4477933"/>
          </a:xfrm>
        </p:grpSpPr>
        <p:sp>
          <p:nvSpPr>
            <p:cNvPr id="99" name="Google Shape;99;p33"/>
            <p:cNvSpPr/>
            <p:nvPr/>
          </p:nvSpPr>
          <p:spPr>
            <a:xfrm>
              <a:off x="3259545" y="1186483"/>
              <a:ext cx="5657881" cy="7161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3"/>
            <p:cNvSpPr/>
            <p:nvPr/>
          </p:nvSpPr>
          <p:spPr>
            <a:xfrm rot="10800000">
              <a:off x="5892384" y="5313353"/>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3"/>
            <p:cNvSpPr/>
            <p:nvPr/>
          </p:nvSpPr>
          <p:spPr>
            <a:xfrm>
              <a:off x="3259545" y="1991156"/>
              <a:ext cx="5666145" cy="332219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 name="Google Shape;102;p33"/>
          <p:cNvSpPr txBox="1"/>
          <p:nvPr>
            <p:ph type="title"/>
          </p:nvPr>
        </p:nvSpPr>
        <p:spPr>
          <a:xfrm>
            <a:off x="3344216" y="2074730"/>
            <a:ext cx="5490224" cy="1689390"/>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4400"/>
              <a:buFont typeface="Calibri"/>
              <a:buNone/>
              <a:defRPr sz="44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33"/>
          <p:cNvSpPr txBox="1"/>
          <p:nvPr>
            <p:ph idx="1" type="body"/>
          </p:nvPr>
        </p:nvSpPr>
        <p:spPr>
          <a:xfrm>
            <a:off x="3344215" y="3846851"/>
            <a:ext cx="5490223" cy="1383770"/>
          </a:xfrm>
          <a:prstGeom prst="rect">
            <a:avLst/>
          </a:prstGeom>
          <a:noFill/>
          <a:ln>
            <a:noFill/>
          </a:ln>
        </p:spPr>
        <p:txBody>
          <a:bodyPr anchorCtr="0" anchor="t" bIns="45700" lIns="91425" spcFirstLastPara="1" rIns="91425" wrap="square" tIns="0">
            <a:normAutofit/>
          </a:bodyPr>
          <a:lstStyle>
            <a:lvl1pPr indent="-228600" lvl="0" marL="457200" algn="ctr">
              <a:lnSpc>
                <a:spcPct val="120000"/>
              </a:lnSpc>
              <a:spcBef>
                <a:spcPts val="1000"/>
              </a:spcBef>
              <a:spcAft>
                <a:spcPts val="0"/>
              </a:spcAft>
              <a:buSzPts val="1980"/>
              <a:buNone/>
              <a:defRPr sz="1800">
                <a:solidFill>
                  <a:srgbClr val="FFFEFF"/>
                </a:solidFill>
              </a:defRPr>
            </a:lvl1pPr>
            <a:lvl2pPr indent="-228600" lvl="1" marL="914400" algn="l">
              <a:lnSpc>
                <a:spcPct val="120000"/>
              </a:lnSpc>
              <a:spcBef>
                <a:spcPts val="500"/>
              </a:spcBef>
              <a:spcAft>
                <a:spcPts val="0"/>
              </a:spcAft>
              <a:buSzPts val="1980"/>
              <a:buNone/>
              <a:defRPr sz="18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60"/>
              <a:buNone/>
              <a:defRPr sz="1600">
                <a:solidFill>
                  <a:srgbClr val="888888"/>
                </a:solidFill>
              </a:defRPr>
            </a:lvl4pPr>
            <a:lvl5pPr indent="-228600" lvl="4" marL="2286000" algn="l">
              <a:lnSpc>
                <a:spcPct val="120000"/>
              </a:lnSpc>
              <a:spcBef>
                <a:spcPts val="500"/>
              </a:spcBef>
              <a:spcAft>
                <a:spcPts val="0"/>
              </a:spcAft>
              <a:buSzPts val="1760"/>
              <a:buNone/>
              <a:defRPr sz="1600">
                <a:solidFill>
                  <a:srgbClr val="888888"/>
                </a:solidFill>
              </a:defRPr>
            </a:lvl5pPr>
            <a:lvl6pPr indent="-228600" lvl="5" marL="2743200" algn="l">
              <a:lnSpc>
                <a:spcPct val="120000"/>
              </a:lnSpc>
              <a:spcBef>
                <a:spcPts val="500"/>
              </a:spcBef>
              <a:spcAft>
                <a:spcPts val="0"/>
              </a:spcAft>
              <a:buSzPts val="1760"/>
              <a:buNone/>
              <a:defRPr sz="1600">
                <a:solidFill>
                  <a:srgbClr val="888888"/>
                </a:solidFill>
              </a:defRPr>
            </a:lvl6pPr>
            <a:lvl7pPr indent="-228600" lvl="6" marL="3200400" algn="l">
              <a:lnSpc>
                <a:spcPct val="120000"/>
              </a:lnSpc>
              <a:spcBef>
                <a:spcPts val="500"/>
              </a:spcBef>
              <a:spcAft>
                <a:spcPts val="0"/>
              </a:spcAft>
              <a:buSzPts val="1760"/>
              <a:buNone/>
              <a:defRPr sz="1600">
                <a:solidFill>
                  <a:srgbClr val="888888"/>
                </a:solidFill>
              </a:defRPr>
            </a:lvl7pPr>
            <a:lvl8pPr indent="-228600" lvl="7" marL="3657600" algn="l">
              <a:lnSpc>
                <a:spcPct val="120000"/>
              </a:lnSpc>
              <a:spcBef>
                <a:spcPts val="500"/>
              </a:spcBef>
              <a:spcAft>
                <a:spcPts val="0"/>
              </a:spcAft>
              <a:buSzPts val="1760"/>
              <a:buNone/>
              <a:defRPr sz="1600">
                <a:solidFill>
                  <a:srgbClr val="888888"/>
                </a:solidFill>
              </a:defRPr>
            </a:lvl8pPr>
            <a:lvl9pPr indent="-228600" lvl="8" marL="4114800" algn="l">
              <a:lnSpc>
                <a:spcPct val="120000"/>
              </a:lnSpc>
              <a:spcBef>
                <a:spcPts val="500"/>
              </a:spcBef>
              <a:spcAft>
                <a:spcPts val="0"/>
              </a:spcAft>
              <a:buSzPts val="1760"/>
              <a:buNone/>
              <a:defRPr sz="1600">
                <a:solidFill>
                  <a:srgbClr val="888888"/>
                </a:solidFill>
              </a:defRPr>
            </a:lvl9pPr>
          </a:lstStyle>
          <a:p/>
        </p:txBody>
      </p:sp>
      <p:sp>
        <p:nvSpPr>
          <p:cNvPr id="104" name="Google Shape;104;p33"/>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3"/>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3"/>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07" name="Shape 107"/>
        <p:cNvGrpSpPr/>
        <p:nvPr/>
      </p:nvGrpSpPr>
      <p:grpSpPr>
        <a:xfrm>
          <a:off x="0" y="0"/>
          <a:ext cx="0" cy="0"/>
          <a:chOff x="0" y="0"/>
          <a:chExt cx="0" cy="0"/>
        </a:xfrm>
      </p:grpSpPr>
      <p:grpSp>
        <p:nvGrpSpPr>
          <p:cNvPr id="108" name="Google Shape;108;p34"/>
          <p:cNvGrpSpPr/>
          <p:nvPr/>
        </p:nvGrpSpPr>
        <p:grpSpPr>
          <a:xfrm>
            <a:off x="-417513" y="0"/>
            <a:ext cx="12584114" cy="6853238"/>
            <a:chOff x="-417513" y="0"/>
            <a:chExt cx="12584114" cy="6853238"/>
          </a:xfrm>
        </p:grpSpPr>
        <p:sp>
          <p:nvSpPr>
            <p:cNvPr id="109" name="Google Shape;109;p34"/>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4"/>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4"/>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4"/>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4"/>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4"/>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4"/>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4"/>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4"/>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4"/>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4"/>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4"/>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4"/>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4"/>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4"/>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4"/>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4"/>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4"/>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4"/>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4"/>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4"/>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34"/>
          <p:cNvGrpSpPr/>
          <p:nvPr/>
        </p:nvGrpSpPr>
        <p:grpSpPr>
          <a:xfrm>
            <a:off x="800144" y="1699589"/>
            <a:ext cx="3674476" cy="3470421"/>
            <a:chOff x="697883" y="1816768"/>
            <a:chExt cx="3674476" cy="3470421"/>
          </a:xfrm>
        </p:grpSpPr>
        <p:sp>
          <p:nvSpPr>
            <p:cNvPr id="131" name="Google Shape;131;p34"/>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4"/>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4"/>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34"/>
          <p:cNvSpPr txBox="1"/>
          <p:nvPr>
            <p:ph type="title"/>
          </p:nvPr>
        </p:nvSpPr>
        <p:spPr>
          <a:xfrm>
            <a:off x="889000" y="2339669"/>
            <a:ext cx="3500828" cy="2470065"/>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34"/>
          <p:cNvSpPr txBox="1"/>
          <p:nvPr>
            <p:ph idx="1" type="body"/>
          </p:nvPr>
        </p:nvSpPr>
        <p:spPr>
          <a:xfrm>
            <a:off x="5120878" y="803187"/>
            <a:ext cx="6269591" cy="2382651"/>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136" name="Google Shape;136;p34"/>
          <p:cNvSpPr txBox="1"/>
          <p:nvPr>
            <p:ph idx="2" type="body"/>
          </p:nvPr>
        </p:nvSpPr>
        <p:spPr>
          <a:xfrm>
            <a:off x="5118447" y="3672162"/>
            <a:ext cx="6272022" cy="2383586"/>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137" name="Google Shape;137;p34"/>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34"/>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4"/>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40" name="Shape 140"/>
        <p:cNvGrpSpPr/>
        <p:nvPr/>
      </p:nvGrpSpPr>
      <p:grpSpPr>
        <a:xfrm>
          <a:off x="0" y="0"/>
          <a:ext cx="0" cy="0"/>
          <a:chOff x="0" y="0"/>
          <a:chExt cx="0" cy="0"/>
        </a:xfrm>
      </p:grpSpPr>
      <p:grpSp>
        <p:nvGrpSpPr>
          <p:cNvPr id="141" name="Google Shape;141;p35"/>
          <p:cNvGrpSpPr/>
          <p:nvPr/>
        </p:nvGrpSpPr>
        <p:grpSpPr>
          <a:xfrm>
            <a:off x="-417513" y="0"/>
            <a:ext cx="12584114" cy="6853238"/>
            <a:chOff x="-417513" y="0"/>
            <a:chExt cx="12584114" cy="6853238"/>
          </a:xfrm>
        </p:grpSpPr>
        <p:sp>
          <p:nvSpPr>
            <p:cNvPr id="142" name="Google Shape;142;p35"/>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5"/>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5"/>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5"/>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5"/>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5"/>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5"/>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5"/>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5"/>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5"/>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5"/>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5"/>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5"/>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5"/>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5"/>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5"/>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5"/>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5"/>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5"/>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5"/>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5"/>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35"/>
          <p:cNvGrpSpPr/>
          <p:nvPr/>
        </p:nvGrpSpPr>
        <p:grpSpPr>
          <a:xfrm>
            <a:off x="800144" y="1699589"/>
            <a:ext cx="3674476" cy="3470421"/>
            <a:chOff x="697883" y="1816768"/>
            <a:chExt cx="3674476" cy="3470421"/>
          </a:xfrm>
        </p:grpSpPr>
        <p:sp>
          <p:nvSpPr>
            <p:cNvPr id="164" name="Google Shape;164;p35"/>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5"/>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5"/>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35"/>
          <p:cNvSpPr txBox="1"/>
          <p:nvPr>
            <p:ph type="title"/>
          </p:nvPr>
        </p:nvSpPr>
        <p:spPr>
          <a:xfrm>
            <a:off x="889001" y="2363915"/>
            <a:ext cx="3500828" cy="2460497"/>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8" name="Google Shape;168;p35"/>
          <p:cNvSpPr txBox="1"/>
          <p:nvPr>
            <p:ph idx="1" type="body"/>
          </p:nvPr>
        </p:nvSpPr>
        <p:spPr>
          <a:xfrm>
            <a:off x="5125137" y="803185"/>
            <a:ext cx="6265088"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2420"/>
              <a:buNone/>
              <a:defRPr b="0" sz="2200" cap="none">
                <a:solidFill>
                  <a:schemeClr val="accent1"/>
                </a:solidFill>
              </a:defRPr>
            </a:lvl1pPr>
            <a:lvl2pPr indent="-228600" lvl="1" marL="914400" algn="l">
              <a:lnSpc>
                <a:spcPct val="120000"/>
              </a:lnSpc>
              <a:spcBef>
                <a:spcPts val="500"/>
              </a:spcBef>
              <a:spcAft>
                <a:spcPts val="0"/>
              </a:spcAft>
              <a:buSzPts val="2200"/>
              <a:buNone/>
              <a:defRPr b="1" sz="2000"/>
            </a:lvl2pPr>
            <a:lvl3pPr indent="-228600" lvl="2" marL="1371600" algn="l">
              <a:lnSpc>
                <a:spcPct val="120000"/>
              </a:lnSpc>
              <a:spcBef>
                <a:spcPts val="500"/>
              </a:spcBef>
              <a:spcAft>
                <a:spcPts val="0"/>
              </a:spcAft>
              <a:buSzPts val="1980"/>
              <a:buNone/>
              <a:defRPr b="1" sz="1800"/>
            </a:lvl3pPr>
            <a:lvl4pPr indent="-228600" lvl="3" marL="1828800" algn="l">
              <a:lnSpc>
                <a:spcPct val="120000"/>
              </a:lnSpc>
              <a:spcBef>
                <a:spcPts val="500"/>
              </a:spcBef>
              <a:spcAft>
                <a:spcPts val="0"/>
              </a:spcAft>
              <a:buSzPts val="1760"/>
              <a:buNone/>
              <a:defRPr b="1" sz="1600"/>
            </a:lvl4pPr>
            <a:lvl5pPr indent="-228600" lvl="4" marL="2286000" algn="l">
              <a:lnSpc>
                <a:spcPct val="120000"/>
              </a:lnSpc>
              <a:spcBef>
                <a:spcPts val="500"/>
              </a:spcBef>
              <a:spcAft>
                <a:spcPts val="0"/>
              </a:spcAft>
              <a:buSzPts val="1760"/>
              <a:buNone/>
              <a:defRPr b="1" sz="1600"/>
            </a:lvl5pPr>
            <a:lvl6pPr indent="-228600" lvl="5" marL="2743200" algn="l">
              <a:lnSpc>
                <a:spcPct val="120000"/>
              </a:lnSpc>
              <a:spcBef>
                <a:spcPts val="500"/>
              </a:spcBef>
              <a:spcAft>
                <a:spcPts val="0"/>
              </a:spcAft>
              <a:buSzPts val="1760"/>
              <a:buNone/>
              <a:defRPr b="1" sz="1600"/>
            </a:lvl6pPr>
            <a:lvl7pPr indent="-228600" lvl="6" marL="3200400" algn="l">
              <a:lnSpc>
                <a:spcPct val="120000"/>
              </a:lnSpc>
              <a:spcBef>
                <a:spcPts val="500"/>
              </a:spcBef>
              <a:spcAft>
                <a:spcPts val="0"/>
              </a:spcAft>
              <a:buSzPts val="1760"/>
              <a:buNone/>
              <a:defRPr b="1" sz="1600"/>
            </a:lvl7pPr>
            <a:lvl8pPr indent="-228600" lvl="7" marL="3657600" algn="l">
              <a:lnSpc>
                <a:spcPct val="120000"/>
              </a:lnSpc>
              <a:spcBef>
                <a:spcPts val="500"/>
              </a:spcBef>
              <a:spcAft>
                <a:spcPts val="0"/>
              </a:spcAft>
              <a:buSzPts val="1760"/>
              <a:buNone/>
              <a:defRPr b="1" sz="1600"/>
            </a:lvl8pPr>
            <a:lvl9pPr indent="-228600" lvl="8" marL="4114800" algn="l">
              <a:lnSpc>
                <a:spcPct val="120000"/>
              </a:lnSpc>
              <a:spcBef>
                <a:spcPts val="500"/>
              </a:spcBef>
              <a:spcAft>
                <a:spcPts val="0"/>
              </a:spcAft>
              <a:buSzPts val="1760"/>
              <a:buNone/>
              <a:defRPr b="1" sz="1600"/>
            </a:lvl9pPr>
          </a:lstStyle>
          <a:p/>
        </p:txBody>
      </p:sp>
      <p:sp>
        <p:nvSpPr>
          <p:cNvPr id="169" name="Google Shape;169;p35"/>
          <p:cNvSpPr txBox="1"/>
          <p:nvPr>
            <p:ph idx="2" type="body"/>
          </p:nvPr>
        </p:nvSpPr>
        <p:spPr>
          <a:xfrm>
            <a:off x="5125305" y="1488985"/>
            <a:ext cx="6264350" cy="1696853"/>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170" name="Google Shape;170;p35"/>
          <p:cNvSpPr txBox="1"/>
          <p:nvPr>
            <p:ph idx="3" type="body"/>
          </p:nvPr>
        </p:nvSpPr>
        <p:spPr>
          <a:xfrm>
            <a:off x="5118653" y="3665887"/>
            <a:ext cx="6264414"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2420"/>
              <a:buNone/>
              <a:defRPr b="0" sz="2200" cap="none">
                <a:solidFill>
                  <a:schemeClr val="accent1"/>
                </a:solidFill>
              </a:defRPr>
            </a:lvl1pPr>
            <a:lvl2pPr indent="-228600" lvl="1" marL="914400" algn="l">
              <a:lnSpc>
                <a:spcPct val="120000"/>
              </a:lnSpc>
              <a:spcBef>
                <a:spcPts val="500"/>
              </a:spcBef>
              <a:spcAft>
                <a:spcPts val="0"/>
              </a:spcAft>
              <a:buSzPts val="2200"/>
              <a:buNone/>
              <a:defRPr b="1" sz="2000"/>
            </a:lvl2pPr>
            <a:lvl3pPr indent="-228600" lvl="2" marL="1371600" algn="l">
              <a:lnSpc>
                <a:spcPct val="120000"/>
              </a:lnSpc>
              <a:spcBef>
                <a:spcPts val="500"/>
              </a:spcBef>
              <a:spcAft>
                <a:spcPts val="0"/>
              </a:spcAft>
              <a:buSzPts val="1980"/>
              <a:buNone/>
              <a:defRPr b="1" sz="1800"/>
            </a:lvl3pPr>
            <a:lvl4pPr indent="-228600" lvl="3" marL="1828800" algn="l">
              <a:lnSpc>
                <a:spcPct val="120000"/>
              </a:lnSpc>
              <a:spcBef>
                <a:spcPts val="500"/>
              </a:spcBef>
              <a:spcAft>
                <a:spcPts val="0"/>
              </a:spcAft>
              <a:buSzPts val="1760"/>
              <a:buNone/>
              <a:defRPr b="1" sz="1600"/>
            </a:lvl4pPr>
            <a:lvl5pPr indent="-228600" lvl="4" marL="2286000" algn="l">
              <a:lnSpc>
                <a:spcPct val="120000"/>
              </a:lnSpc>
              <a:spcBef>
                <a:spcPts val="500"/>
              </a:spcBef>
              <a:spcAft>
                <a:spcPts val="0"/>
              </a:spcAft>
              <a:buSzPts val="1760"/>
              <a:buNone/>
              <a:defRPr b="1" sz="1600"/>
            </a:lvl5pPr>
            <a:lvl6pPr indent="-228600" lvl="5" marL="2743200" algn="l">
              <a:lnSpc>
                <a:spcPct val="120000"/>
              </a:lnSpc>
              <a:spcBef>
                <a:spcPts val="500"/>
              </a:spcBef>
              <a:spcAft>
                <a:spcPts val="0"/>
              </a:spcAft>
              <a:buSzPts val="1760"/>
              <a:buNone/>
              <a:defRPr b="1" sz="1600"/>
            </a:lvl6pPr>
            <a:lvl7pPr indent="-228600" lvl="6" marL="3200400" algn="l">
              <a:lnSpc>
                <a:spcPct val="120000"/>
              </a:lnSpc>
              <a:spcBef>
                <a:spcPts val="500"/>
              </a:spcBef>
              <a:spcAft>
                <a:spcPts val="0"/>
              </a:spcAft>
              <a:buSzPts val="1760"/>
              <a:buNone/>
              <a:defRPr b="1" sz="1600"/>
            </a:lvl7pPr>
            <a:lvl8pPr indent="-228600" lvl="7" marL="3657600" algn="l">
              <a:lnSpc>
                <a:spcPct val="120000"/>
              </a:lnSpc>
              <a:spcBef>
                <a:spcPts val="500"/>
              </a:spcBef>
              <a:spcAft>
                <a:spcPts val="0"/>
              </a:spcAft>
              <a:buSzPts val="1760"/>
              <a:buNone/>
              <a:defRPr b="1" sz="1600"/>
            </a:lvl8pPr>
            <a:lvl9pPr indent="-228600" lvl="8" marL="4114800" algn="l">
              <a:lnSpc>
                <a:spcPct val="120000"/>
              </a:lnSpc>
              <a:spcBef>
                <a:spcPts val="500"/>
              </a:spcBef>
              <a:spcAft>
                <a:spcPts val="0"/>
              </a:spcAft>
              <a:buSzPts val="1760"/>
              <a:buNone/>
              <a:defRPr b="1" sz="1600"/>
            </a:lvl9pPr>
          </a:lstStyle>
          <a:p/>
        </p:txBody>
      </p:sp>
      <p:sp>
        <p:nvSpPr>
          <p:cNvPr id="171" name="Google Shape;171;p35"/>
          <p:cNvSpPr txBox="1"/>
          <p:nvPr>
            <p:ph idx="4" type="body"/>
          </p:nvPr>
        </p:nvSpPr>
        <p:spPr>
          <a:xfrm>
            <a:off x="5118447" y="4351687"/>
            <a:ext cx="6265588" cy="1704060"/>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172" name="Google Shape;172;p35"/>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5"/>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75" name="Shape 175"/>
        <p:cNvGrpSpPr/>
        <p:nvPr/>
      </p:nvGrpSpPr>
      <p:grpSpPr>
        <a:xfrm>
          <a:off x="0" y="0"/>
          <a:ext cx="0" cy="0"/>
          <a:chOff x="0" y="0"/>
          <a:chExt cx="0" cy="0"/>
        </a:xfrm>
      </p:grpSpPr>
      <p:grpSp>
        <p:nvGrpSpPr>
          <p:cNvPr id="176" name="Google Shape;176;p36"/>
          <p:cNvGrpSpPr/>
          <p:nvPr/>
        </p:nvGrpSpPr>
        <p:grpSpPr>
          <a:xfrm>
            <a:off x="-417513" y="0"/>
            <a:ext cx="12584114" cy="6853238"/>
            <a:chOff x="-417513" y="0"/>
            <a:chExt cx="12584114" cy="6853238"/>
          </a:xfrm>
        </p:grpSpPr>
        <p:sp>
          <p:nvSpPr>
            <p:cNvPr id="177" name="Google Shape;177;p36"/>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6"/>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6"/>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6"/>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6"/>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6"/>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6"/>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6"/>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6"/>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6"/>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6"/>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6"/>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6"/>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6"/>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6"/>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6"/>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6"/>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6"/>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6"/>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6"/>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36"/>
          <p:cNvGrpSpPr/>
          <p:nvPr/>
        </p:nvGrpSpPr>
        <p:grpSpPr>
          <a:xfrm>
            <a:off x="800144" y="1699589"/>
            <a:ext cx="3674476" cy="3470421"/>
            <a:chOff x="697883" y="1816768"/>
            <a:chExt cx="3674476" cy="3470421"/>
          </a:xfrm>
        </p:grpSpPr>
        <p:sp>
          <p:nvSpPr>
            <p:cNvPr id="199" name="Google Shape;199;p36"/>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6"/>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6"/>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36"/>
          <p:cNvSpPr txBox="1"/>
          <p:nvPr>
            <p:ph type="title"/>
          </p:nvPr>
        </p:nvSpPr>
        <p:spPr>
          <a:xfrm>
            <a:off x="888632" y="2349925"/>
            <a:ext cx="3501196" cy="245644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6"/>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36"/>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36"/>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06" name="Shape 206"/>
        <p:cNvGrpSpPr/>
        <p:nvPr/>
      </p:nvGrpSpPr>
      <p:grpSpPr>
        <a:xfrm>
          <a:off x="0" y="0"/>
          <a:ext cx="0" cy="0"/>
          <a:chOff x="0" y="0"/>
          <a:chExt cx="0" cy="0"/>
        </a:xfrm>
      </p:grpSpPr>
      <p:sp>
        <p:nvSpPr>
          <p:cNvPr id="207" name="Google Shape;207;p37"/>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p37"/>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37"/>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210" name="Shape 210"/>
        <p:cNvGrpSpPr/>
        <p:nvPr/>
      </p:nvGrpSpPr>
      <p:grpSpPr>
        <a:xfrm>
          <a:off x="0" y="0"/>
          <a:ext cx="0" cy="0"/>
          <a:chOff x="0" y="0"/>
          <a:chExt cx="0" cy="0"/>
        </a:xfrm>
      </p:grpSpPr>
      <p:grpSp>
        <p:nvGrpSpPr>
          <p:cNvPr id="211" name="Google Shape;211;p38"/>
          <p:cNvGrpSpPr/>
          <p:nvPr/>
        </p:nvGrpSpPr>
        <p:grpSpPr>
          <a:xfrm>
            <a:off x="-417513" y="0"/>
            <a:ext cx="12584114" cy="6853238"/>
            <a:chOff x="-417513" y="0"/>
            <a:chExt cx="12584114" cy="6853238"/>
          </a:xfrm>
        </p:grpSpPr>
        <p:sp>
          <p:nvSpPr>
            <p:cNvPr id="212" name="Google Shape;212;p38"/>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8"/>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8"/>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8"/>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8"/>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8"/>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8"/>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8"/>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8"/>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8"/>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8"/>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8"/>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8"/>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8"/>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8"/>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8"/>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8"/>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8"/>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8"/>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8"/>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8"/>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 name="Google Shape;233;p38"/>
          <p:cNvGrpSpPr/>
          <p:nvPr/>
        </p:nvGrpSpPr>
        <p:grpSpPr>
          <a:xfrm>
            <a:off x="800144" y="1699589"/>
            <a:ext cx="3674476" cy="3470421"/>
            <a:chOff x="697883" y="1816768"/>
            <a:chExt cx="3674476" cy="3470421"/>
          </a:xfrm>
        </p:grpSpPr>
        <p:sp>
          <p:nvSpPr>
            <p:cNvPr id="234" name="Google Shape;234;p38"/>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8"/>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8"/>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38"/>
          <p:cNvSpPr txBox="1"/>
          <p:nvPr>
            <p:ph type="title"/>
          </p:nvPr>
        </p:nvSpPr>
        <p:spPr>
          <a:xfrm>
            <a:off x="888631" y="2352026"/>
            <a:ext cx="3501197" cy="1223298"/>
          </a:xfrm>
          <a:prstGeom prst="rect">
            <a:avLst/>
          </a:prstGeom>
          <a:noFill/>
          <a:ln>
            <a:noFill/>
          </a:ln>
        </p:spPr>
        <p:txBody>
          <a:bodyPr anchorCtr="0" anchor="b" bIns="0" lIns="228600" spcFirstLastPara="1" rIns="228600" wrap="square" tIns="228600">
            <a:noAutofit/>
          </a:bodyPr>
          <a:lstStyle>
            <a:lvl1pPr lvl="0" algn="ctr">
              <a:lnSpc>
                <a:spcPct val="85000"/>
              </a:lnSpc>
              <a:spcBef>
                <a:spcPts val="0"/>
              </a:spcBef>
              <a:spcAft>
                <a:spcPts val="0"/>
              </a:spcAft>
              <a:buClr>
                <a:srgbClr val="FFFEFF"/>
              </a:buClr>
              <a:buSzPts val="3200"/>
              <a:buFont typeface="Calibri"/>
              <a:buNone/>
              <a:defRPr sz="32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8"/>
          <p:cNvSpPr txBox="1"/>
          <p:nvPr>
            <p:ph idx="1" type="body"/>
          </p:nvPr>
        </p:nvSpPr>
        <p:spPr>
          <a:xfrm>
            <a:off x="5109983" y="802809"/>
            <a:ext cx="6275035" cy="5249940"/>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239" name="Google Shape;239;p38"/>
          <p:cNvSpPr txBox="1"/>
          <p:nvPr>
            <p:ph idx="2" type="body"/>
          </p:nvPr>
        </p:nvSpPr>
        <p:spPr>
          <a:xfrm>
            <a:off x="888631" y="3580186"/>
            <a:ext cx="3501197" cy="122116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760"/>
              <a:buNone/>
              <a:defRPr sz="1600">
                <a:solidFill>
                  <a:srgbClr val="FFFEFF"/>
                </a:solidFill>
              </a:defRPr>
            </a:lvl1pPr>
            <a:lvl2pPr indent="-228600" lvl="1" marL="914400" algn="l">
              <a:lnSpc>
                <a:spcPct val="120000"/>
              </a:lnSpc>
              <a:spcBef>
                <a:spcPts val="500"/>
              </a:spcBef>
              <a:spcAft>
                <a:spcPts val="0"/>
              </a:spcAft>
              <a:buSzPts val="1540"/>
              <a:buNone/>
              <a:defRPr sz="1400"/>
            </a:lvl2pPr>
            <a:lvl3pPr indent="-228600" lvl="2" marL="1371600" algn="l">
              <a:lnSpc>
                <a:spcPct val="120000"/>
              </a:lnSpc>
              <a:spcBef>
                <a:spcPts val="500"/>
              </a:spcBef>
              <a:spcAft>
                <a:spcPts val="0"/>
              </a:spcAft>
              <a:buSzPts val="1320"/>
              <a:buNone/>
              <a:defRPr sz="1200"/>
            </a:lvl3pPr>
            <a:lvl4pPr indent="-228600" lvl="3" marL="1828800" algn="l">
              <a:lnSpc>
                <a:spcPct val="120000"/>
              </a:lnSpc>
              <a:spcBef>
                <a:spcPts val="500"/>
              </a:spcBef>
              <a:spcAft>
                <a:spcPts val="0"/>
              </a:spcAft>
              <a:buSzPts val="1100"/>
              <a:buNone/>
              <a:defRPr sz="1000"/>
            </a:lvl4pPr>
            <a:lvl5pPr indent="-228600" lvl="4" marL="2286000" algn="l">
              <a:lnSpc>
                <a:spcPct val="120000"/>
              </a:lnSpc>
              <a:spcBef>
                <a:spcPts val="500"/>
              </a:spcBef>
              <a:spcAft>
                <a:spcPts val="0"/>
              </a:spcAft>
              <a:buSzPts val="1100"/>
              <a:buNone/>
              <a:defRPr sz="1000"/>
            </a:lvl5pPr>
            <a:lvl6pPr indent="-228600" lvl="5" marL="2743200" algn="l">
              <a:lnSpc>
                <a:spcPct val="120000"/>
              </a:lnSpc>
              <a:spcBef>
                <a:spcPts val="500"/>
              </a:spcBef>
              <a:spcAft>
                <a:spcPts val="0"/>
              </a:spcAft>
              <a:buSzPts val="1100"/>
              <a:buNone/>
              <a:defRPr sz="1000"/>
            </a:lvl6pPr>
            <a:lvl7pPr indent="-228600" lvl="6" marL="3200400" algn="l">
              <a:lnSpc>
                <a:spcPct val="120000"/>
              </a:lnSpc>
              <a:spcBef>
                <a:spcPts val="500"/>
              </a:spcBef>
              <a:spcAft>
                <a:spcPts val="0"/>
              </a:spcAft>
              <a:buSzPts val="1100"/>
              <a:buNone/>
              <a:defRPr sz="1000"/>
            </a:lvl7pPr>
            <a:lvl8pPr indent="-228600" lvl="7" marL="3657600" algn="l">
              <a:lnSpc>
                <a:spcPct val="120000"/>
              </a:lnSpc>
              <a:spcBef>
                <a:spcPts val="500"/>
              </a:spcBef>
              <a:spcAft>
                <a:spcPts val="0"/>
              </a:spcAft>
              <a:buSzPts val="1100"/>
              <a:buNone/>
              <a:defRPr sz="1000"/>
            </a:lvl8pPr>
            <a:lvl9pPr indent="-228600" lvl="8" marL="4114800" algn="l">
              <a:lnSpc>
                <a:spcPct val="120000"/>
              </a:lnSpc>
              <a:spcBef>
                <a:spcPts val="500"/>
              </a:spcBef>
              <a:spcAft>
                <a:spcPts val="0"/>
              </a:spcAft>
              <a:buSzPts val="1100"/>
              <a:buNone/>
              <a:defRPr sz="1000"/>
            </a:lvl9pPr>
          </a:lstStyle>
          <a:p/>
        </p:txBody>
      </p:sp>
      <p:sp>
        <p:nvSpPr>
          <p:cNvPr id="240" name="Google Shape;240;p38"/>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38"/>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38"/>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243" name="Shape 243"/>
        <p:cNvGrpSpPr/>
        <p:nvPr/>
      </p:nvGrpSpPr>
      <p:grpSpPr>
        <a:xfrm>
          <a:off x="0" y="0"/>
          <a:ext cx="0" cy="0"/>
          <a:chOff x="0" y="0"/>
          <a:chExt cx="0" cy="0"/>
        </a:xfrm>
      </p:grpSpPr>
      <p:grpSp>
        <p:nvGrpSpPr>
          <p:cNvPr id="244" name="Google Shape;244;p39"/>
          <p:cNvGrpSpPr/>
          <p:nvPr/>
        </p:nvGrpSpPr>
        <p:grpSpPr>
          <a:xfrm>
            <a:off x="-329674" y="-59376"/>
            <a:ext cx="12515851" cy="6923798"/>
            <a:chOff x="-329674" y="-51881"/>
            <a:chExt cx="12515851" cy="6923798"/>
          </a:xfrm>
        </p:grpSpPr>
        <p:sp>
          <p:nvSpPr>
            <p:cNvPr id="245" name="Google Shape;245;p39"/>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9"/>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9"/>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9"/>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9"/>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9"/>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9"/>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9"/>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9"/>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9"/>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9"/>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9"/>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9"/>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9"/>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9"/>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9"/>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9"/>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9"/>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9"/>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39"/>
          <p:cNvGrpSpPr/>
          <p:nvPr/>
        </p:nvGrpSpPr>
        <p:grpSpPr>
          <a:xfrm>
            <a:off x="805336" y="1698331"/>
            <a:ext cx="5941540" cy="3470421"/>
            <a:chOff x="805336" y="1698331"/>
            <a:chExt cx="5941540" cy="3470421"/>
          </a:xfrm>
        </p:grpSpPr>
        <p:sp>
          <p:nvSpPr>
            <p:cNvPr id="265" name="Google Shape;265;p39"/>
            <p:cNvSpPr/>
            <p:nvPr/>
          </p:nvSpPr>
          <p:spPr>
            <a:xfrm>
              <a:off x="805336" y="1698331"/>
              <a:ext cx="5941540"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9"/>
            <p:cNvSpPr/>
            <p:nvPr/>
          </p:nvSpPr>
          <p:spPr>
            <a:xfrm rot="10800000">
              <a:off x="3618113" y="4896349"/>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9"/>
            <p:cNvSpPr/>
            <p:nvPr/>
          </p:nvSpPr>
          <p:spPr>
            <a:xfrm>
              <a:off x="805336" y="2274403"/>
              <a:ext cx="5941540"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39"/>
          <p:cNvSpPr/>
          <p:nvPr>
            <p:ph idx="2" type="pic"/>
          </p:nvPr>
        </p:nvSpPr>
        <p:spPr>
          <a:xfrm>
            <a:off x="7543510" y="0"/>
            <a:ext cx="4648490" cy="6858000"/>
          </a:xfrm>
          <a:prstGeom prst="rect">
            <a:avLst/>
          </a:prstGeom>
          <a:solidFill>
            <a:srgbClr val="FEFEFE"/>
          </a:solidFill>
          <a:ln>
            <a:noFill/>
          </a:ln>
        </p:spPr>
      </p:sp>
      <p:sp>
        <p:nvSpPr>
          <p:cNvPr id="269" name="Google Shape;269;p39"/>
          <p:cNvSpPr txBox="1"/>
          <p:nvPr>
            <p:ph type="title"/>
          </p:nvPr>
        </p:nvSpPr>
        <p:spPr>
          <a:xfrm>
            <a:off x="885443" y="2360255"/>
            <a:ext cx="5776646" cy="1178032"/>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3600"/>
              <a:buFont typeface="Calibri"/>
              <a:buNone/>
              <a:defRPr sz="36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39"/>
          <p:cNvSpPr txBox="1"/>
          <p:nvPr>
            <p:ph idx="1" type="body"/>
          </p:nvPr>
        </p:nvSpPr>
        <p:spPr>
          <a:xfrm>
            <a:off x="885443" y="3545012"/>
            <a:ext cx="5776646" cy="127419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980"/>
              <a:buNone/>
              <a:defRPr sz="1800">
                <a:solidFill>
                  <a:srgbClr val="FFFEFF"/>
                </a:solidFill>
              </a:defRPr>
            </a:lvl1pPr>
            <a:lvl2pPr indent="-228600" lvl="1" marL="914400" algn="l">
              <a:lnSpc>
                <a:spcPct val="120000"/>
              </a:lnSpc>
              <a:spcBef>
                <a:spcPts val="500"/>
              </a:spcBef>
              <a:spcAft>
                <a:spcPts val="0"/>
              </a:spcAft>
              <a:buSzPts val="1540"/>
              <a:buNone/>
              <a:defRPr sz="1400"/>
            </a:lvl2pPr>
            <a:lvl3pPr indent="-228600" lvl="2" marL="1371600" algn="l">
              <a:lnSpc>
                <a:spcPct val="120000"/>
              </a:lnSpc>
              <a:spcBef>
                <a:spcPts val="500"/>
              </a:spcBef>
              <a:spcAft>
                <a:spcPts val="0"/>
              </a:spcAft>
              <a:buSzPts val="1320"/>
              <a:buNone/>
              <a:defRPr sz="1200"/>
            </a:lvl3pPr>
            <a:lvl4pPr indent="-228600" lvl="3" marL="1828800" algn="l">
              <a:lnSpc>
                <a:spcPct val="120000"/>
              </a:lnSpc>
              <a:spcBef>
                <a:spcPts val="500"/>
              </a:spcBef>
              <a:spcAft>
                <a:spcPts val="0"/>
              </a:spcAft>
              <a:buSzPts val="1100"/>
              <a:buNone/>
              <a:defRPr sz="1000"/>
            </a:lvl4pPr>
            <a:lvl5pPr indent="-228600" lvl="4" marL="2286000" algn="l">
              <a:lnSpc>
                <a:spcPct val="120000"/>
              </a:lnSpc>
              <a:spcBef>
                <a:spcPts val="500"/>
              </a:spcBef>
              <a:spcAft>
                <a:spcPts val="0"/>
              </a:spcAft>
              <a:buSzPts val="1100"/>
              <a:buNone/>
              <a:defRPr sz="1000"/>
            </a:lvl5pPr>
            <a:lvl6pPr indent="-228600" lvl="5" marL="2743200" algn="l">
              <a:lnSpc>
                <a:spcPct val="120000"/>
              </a:lnSpc>
              <a:spcBef>
                <a:spcPts val="500"/>
              </a:spcBef>
              <a:spcAft>
                <a:spcPts val="0"/>
              </a:spcAft>
              <a:buSzPts val="1100"/>
              <a:buNone/>
              <a:defRPr sz="1000"/>
            </a:lvl6pPr>
            <a:lvl7pPr indent="-228600" lvl="6" marL="3200400" algn="l">
              <a:lnSpc>
                <a:spcPct val="120000"/>
              </a:lnSpc>
              <a:spcBef>
                <a:spcPts val="500"/>
              </a:spcBef>
              <a:spcAft>
                <a:spcPts val="0"/>
              </a:spcAft>
              <a:buSzPts val="1100"/>
              <a:buNone/>
              <a:defRPr sz="1000"/>
            </a:lvl7pPr>
            <a:lvl8pPr indent="-228600" lvl="7" marL="3657600" algn="l">
              <a:lnSpc>
                <a:spcPct val="120000"/>
              </a:lnSpc>
              <a:spcBef>
                <a:spcPts val="500"/>
              </a:spcBef>
              <a:spcAft>
                <a:spcPts val="0"/>
              </a:spcAft>
              <a:buSzPts val="1100"/>
              <a:buNone/>
              <a:defRPr sz="1000"/>
            </a:lvl8pPr>
            <a:lvl9pPr indent="-228600" lvl="8" marL="4114800" algn="l">
              <a:lnSpc>
                <a:spcPct val="120000"/>
              </a:lnSpc>
              <a:spcBef>
                <a:spcPts val="500"/>
              </a:spcBef>
              <a:spcAft>
                <a:spcPts val="0"/>
              </a:spcAft>
              <a:buSzPts val="1100"/>
              <a:buNone/>
              <a:defRPr sz="1000"/>
            </a:lvl9pPr>
          </a:lstStyle>
          <a:p/>
        </p:txBody>
      </p:sp>
      <p:sp>
        <p:nvSpPr>
          <p:cNvPr id="271" name="Google Shape;271;p39"/>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p39"/>
          <p:cNvSpPr txBox="1"/>
          <p:nvPr>
            <p:ph idx="11" type="ftr"/>
          </p:nvPr>
        </p:nvSpPr>
        <p:spPr>
          <a:xfrm>
            <a:off x="804672" y="6227064"/>
            <a:ext cx="5942203"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39"/>
          <p:cNvSpPr txBox="1"/>
          <p:nvPr>
            <p:ph idx="12" type="sldNum"/>
          </p:nvPr>
        </p:nvSpPr>
        <p:spPr>
          <a:xfrm>
            <a:off x="5828377"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274" name="Shape 274"/>
        <p:cNvGrpSpPr/>
        <p:nvPr/>
      </p:nvGrpSpPr>
      <p:grpSpPr>
        <a:xfrm>
          <a:off x="0" y="0"/>
          <a:ext cx="0" cy="0"/>
          <a:chOff x="0" y="0"/>
          <a:chExt cx="0" cy="0"/>
        </a:xfrm>
      </p:grpSpPr>
      <p:grpSp>
        <p:nvGrpSpPr>
          <p:cNvPr id="275" name="Google Shape;275;p40"/>
          <p:cNvGrpSpPr/>
          <p:nvPr/>
        </p:nvGrpSpPr>
        <p:grpSpPr>
          <a:xfrm>
            <a:off x="-417513" y="0"/>
            <a:ext cx="12584114" cy="6853238"/>
            <a:chOff x="-417513" y="0"/>
            <a:chExt cx="12584114" cy="6853238"/>
          </a:xfrm>
        </p:grpSpPr>
        <p:sp>
          <p:nvSpPr>
            <p:cNvPr id="276" name="Google Shape;276;p40"/>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0"/>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0"/>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0"/>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0"/>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0"/>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0"/>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0"/>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0"/>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0"/>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0"/>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0"/>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0"/>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0"/>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0"/>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0"/>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0"/>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0"/>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0"/>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0"/>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0"/>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 name="Google Shape;297;p40"/>
          <p:cNvGrpSpPr/>
          <p:nvPr/>
        </p:nvGrpSpPr>
        <p:grpSpPr>
          <a:xfrm>
            <a:off x="800144" y="1699589"/>
            <a:ext cx="3674476" cy="3470421"/>
            <a:chOff x="697883" y="1816768"/>
            <a:chExt cx="3674476" cy="3470421"/>
          </a:xfrm>
        </p:grpSpPr>
        <p:sp>
          <p:nvSpPr>
            <p:cNvPr id="298" name="Google Shape;298;p40"/>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0"/>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0"/>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 name="Google Shape;301;p40"/>
          <p:cNvSpPr txBox="1"/>
          <p:nvPr>
            <p:ph type="title"/>
          </p:nvPr>
        </p:nvSpPr>
        <p:spPr>
          <a:xfrm>
            <a:off x="888632" y="2349925"/>
            <a:ext cx="3501196" cy="2456441"/>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40"/>
          <p:cNvSpPr txBox="1"/>
          <p:nvPr>
            <p:ph idx="1" type="body"/>
          </p:nvPr>
        </p:nvSpPr>
        <p:spPr>
          <a:xfrm rot="5400000">
            <a:off x="5618955" y="285747"/>
            <a:ext cx="5257090" cy="6275035"/>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303" name="Google Shape;303;p40"/>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40"/>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40"/>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306" name="Shape 306"/>
        <p:cNvGrpSpPr/>
        <p:nvPr/>
      </p:nvGrpSpPr>
      <p:grpSpPr>
        <a:xfrm>
          <a:off x="0" y="0"/>
          <a:ext cx="0" cy="0"/>
          <a:chOff x="0" y="0"/>
          <a:chExt cx="0" cy="0"/>
        </a:xfrm>
      </p:grpSpPr>
      <p:grpSp>
        <p:nvGrpSpPr>
          <p:cNvPr id="307" name="Google Shape;307;p41"/>
          <p:cNvGrpSpPr/>
          <p:nvPr/>
        </p:nvGrpSpPr>
        <p:grpSpPr>
          <a:xfrm flipH="1">
            <a:off x="0" y="0"/>
            <a:ext cx="12584114" cy="6853238"/>
            <a:chOff x="-417513" y="0"/>
            <a:chExt cx="12584114" cy="6853238"/>
          </a:xfrm>
        </p:grpSpPr>
        <p:sp>
          <p:nvSpPr>
            <p:cNvPr id="308" name="Google Shape;308;p41"/>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1"/>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1"/>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1"/>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1"/>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1"/>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1"/>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1"/>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1"/>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1"/>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1"/>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1"/>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1"/>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1"/>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1"/>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1"/>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1"/>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1"/>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1"/>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1"/>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1"/>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41"/>
          <p:cNvGrpSpPr/>
          <p:nvPr/>
        </p:nvGrpSpPr>
        <p:grpSpPr>
          <a:xfrm>
            <a:off x="7718948" y="1699589"/>
            <a:ext cx="3674476" cy="3470421"/>
            <a:chOff x="697883" y="1816768"/>
            <a:chExt cx="3674476" cy="3470421"/>
          </a:xfrm>
        </p:grpSpPr>
        <p:sp>
          <p:nvSpPr>
            <p:cNvPr id="330" name="Google Shape;330;p41"/>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1"/>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1"/>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 name="Google Shape;333;p41"/>
          <p:cNvSpPr txBox="1"/>
          <p:nvPr>
            <p:ph type="title"/>
          </p:nvPr>
        </p:nvSpPr>
        <p:spPr>
          <a:xfrm rot="5400000">
            <a:off x="8329814" y="1827549"/>
            <a:ext cx="2456442" cy="3501195"/>
          </a:xfrm>
          <a:prstGeom prst="rect">
            <a:avLst/>
          </a:prstGeom>
          <a:noFill/>
          <a:ln>
            <a:noFill/>
          </a:ln>
        </p:spPr>
        <p:txBody>
          <a:bodyPr anchorCtr="0" anchor="ctr" bIns="228600" lIns="228600" spcFirstLastPara="1" rIns="228600" wrap="square" tIns="228600">
            <a:normAutofit/>
          </a:bodyPr>
          <a:lstStyle>
            <a:lvl1pPr lvl="0" algn="l">
              <a:lnSpc>
                <a:spcPct val="80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4" name="Google Shape;334;p41"/>
          <p:cNvSpPr txBox="1"/>
          <p:nvPr>
            <p:ph idx="1" type="body"/>
          </p:nvPr>
        </p:nvSpPr>
        <p:spPr>
          <a:xfrm rot="5400000">
            <a:off x="1308407" y="292785"/>
            <a:ext cx="5257303" cy="6268622"/>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30" lvl="4" marL="2286000" algn="l">
              <a:lnSpc>
                <a:spcPct val="120000"/>
              </a:lnSpc>
              <a:spcBef>
                <a:spcPts val="500"/>
              </a:spcBef>
              <a:spcAft>
                <a:spcPts val="0"/>
              </a:spcAft>
              <a:buSzPts val="1980"/>
              <a:buChar char="▪"/>
              <a:defRPr/>
            </a:lvl5pPr>
            <a:lvl6pPr indent="-354330" lvl="5" marL="2743200" algn="l">
              <a:lnSpc>
                <a:spcPct val="120000"/>
              </a:lnSpc>
              <a:spcBef>
                <a:spcPts val="500"/>
              </a:spcBef>
              <a:spcAft>
                <a:spcPts val="0"/>
              </a:spcAft>
              <a:buSzPts val="1980"/>
              <a:buChar char="▪"/>
              <a:defRPr/>
            </a:lvl6pPr>
            <a:lvl7pPr indent="-354330" lvl="6" marL="3200400" algn="l">
              <a:lnSpc>
                <a:spcPct val="120000"/>
              </a:lnSpc>
              <a:spcBef>
                <a:spcPts val="500"/>
              </a:spcBef>
              <a:spcAft>
                <a:spcPts val="0"/>
              </a:spcAft>
              <a:buSzPts val="1980"/>
              <a:buChar char="▪"/>
              <a:defRPr/>
            </a:lvl7pPr>
            <a:lvl8pPr indent="-354330" lvl="7" marL="3657600" algn="l">
              <a:lnSpc>
                <a:spcPct val="120000"/>
              </a:lnSpc>
              <a:spcBef>
                <a:spcPts val="500"/>
              </a:spcBef>
              <a:spcAft>
                <a:spcPts val="0"/>
              </a:spcAft>
              <a:buSzPts val="1980"/>
              <a:buChar char="▪"/>
              <a:defRPr/>
            </a:lvl8pPr>
            <a:lvl9pPr indent="-354330" lvl="8" marL="4114800" algn="l">
              <a:lnSpc>
                <a:spcPct val="120000"/>
              </a:lnSpc>
              <a:spcBef>
                <a:spcPts val="500"/>
              </a:spcBef>
              <a:spcAft>
                <a:spcPts val="0"/>
              </a:spcAft>
              <a:buSzPts val="1980"/>
              <a:buChar char="▪"/>
              <a:defRPr/>
            </a:lvl9pPr>
          </a:lstStyle>
          <a:p/>
        </p:txBody>
      </p:sp>
      <p:sp>
        <p:nvSpPr>
          <p:cNvPr id="335" name="Google Shape;335;p41"/>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41"/>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41"/>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891161" y="2358391"/>
            <a:ext cx="3498667" cy="2456485"/>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
          <p:cNvSpPr txBox="1"/>
          <p:nvPr>
            <p:ph idx="1" type="body"/>
          </p:nvPr>
        </p:nvSpPr>
        <p:spPr>
          <a:xfrm>
            <a:off x="5434982" y="794719"/>
            <a:ext cx="5950036" cy="5257090"/>
          </a:xfrm>
          <a:prstGeom prst="rect">
            <a:avLst/>
          </a:prstGeom>
          <a:noFill/>
          <a:ln>
            <a:noFill/>
          </a:ln>
        </p:spPr>
        <p:txBody>
          <a:bodyPr anchorCtr="0" anchor="t" bIns="45700" lIns="91425" spcFirstLastPara="1" rIns="91425" wrap="square" tIns="45700">
            <a:normAutofit/>
          </a:bodyPr>
          <a:lstStyle>
            <a:lvl1pPr indent="-354330" lvl="0" marL="457200" marR="0" rtl="0" algn="l">
              <a:lnSpc>
                <a:spcPct val="120000"/>
              </a:lnSpc>
              <a:spcBef>
                <a:spcPts val="1000"/>
              </a:spcBef>
              <a:spcAft>
                <a:spcPts val="0"/>
              </a:spcAft>
              <a:buClr>
                <a:schemeClr val="accent1"/>
              </a:buClr>
              <a:buSzPts val="1980"/>
              <a:buFont typeface="Noto Sans Symbols"/>
              <a:buChar char="▪"/>
              <a:defRPr b="0" i="0" sz="1800" u="none" cap="none" strike="noStrike">
                <a:solidFill>
                  <a:schemeClr val="dk1"/>
                </a:solidFill>
                <a:latin typeface="Rockwell"/>
                <a:ea typeface="Rockwell"/>
                <a:cs typeface="Rockwell"/>
                <a:sym typeface="Rockwell"/>
              </a:defRPr>
            </a:lvl1pPr>
            <a:lvl2pPr indent="-340360" lvl="1" marL="914400" marR="0" rtl="0" algn="l">
              <a:lnSpc>
                <a:spcPct val="120000"/>
              </a:lnSpc>
              <a:spcBef>
                <a:spcPts val="500"/>
              </a:spcBef>
              <a:spcAft>
                <a:spcPts val="0"/>
              </a:spcAft>
              <a:buClr>
                <a:schemeClr val="accent1"/>
              </a:buClr>
              <a:buSzPts val="1760"/>
              <a:buFont typeface="Noto Sans Symbols"/>
              <a:buChar char="▪"/>
              <a:defRPr b="0" i="0" sz="1600" u="none" cap="none" strike="noStrike">
                <a:solidFill>
                  <a:schemeClr val="dk1"/>
                </a:solidFill>
                <a:latin typeface="Rockwell"/>
                <a:ea typeface="Rockwell"/>
                <a:cs typeface="Rockwell"/>
                <a:sym typeface="Rockwell"/>
              </a:defRPr>
            </a:lvl2pPr>
            <a:lvl3pPr indent="-326390" lvl="2" marL="1371600" marR="0" rtl="0" algn="l">
              <a:lnSpc>
                <a:spcPct val="120000"/>
              </a:lnSpc>
              <a:spcBef>
                <a:spcPts val="500"/>
              </a:spcBef>
              <a:spcAft>
                <a:spcPts val="0"/>
              </a:spcAft>
              <a:buClr>
                <a:schemeClr val="accent1"/>
              </a:buClr>
              <a:buSzPts val="1540"/>
              <a:buFont typeface="Noto Sans Symbols"/>
              <a:buChar char="▪"/>
              <a:defRPr b="0" i="0" sz="1400" u="none" cap="none" strike="noStrike">
                <a:solidFill>
                  <a:schemeClr val="dk1"/>
                </a:solidFill>
                <a:latin typeface="Rockwell"/>
                <a:ea typeface="Rockwell"/>
                <a:cs typeface="Rockwell"/>
                <a:sym typeface="Rockwell"/>
              </a:defRPr>
            </a:lvl3pPr>
            <a:lvl4pPr indent="-312420" lvl="3" marL="18288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4pPr>
            <a:lvl5pPr indent="-312420" lvl="4" marL="22860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5pPr>
            <a:lvl6pPr indent="-312420" lvl="5" marL="27432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6pPr>
            <a:lvl7pPr indent="-312420" lvl="6" marL="32004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7pPr>
            <a:lvl8pPr indent="-312420" lvl="7" marL="36576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8pPr>
            <a:lvl9pPr indent="-312420" lvl="8" marL="41148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9pPr>
          </a:lstStyle>
          <a:p/>
        </p:txBody>
      </p:sp>
      <p:sp>
        <p:nvSpPr>
          <p:cNvPr id="12" name="Google Shape;12;p30"/>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3" name="Google Shape;13;p30"/>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4" name="Google Shape;14;p30"/>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888888"/>
                </a:solidFill>
                <a:latin typeface="Rockwell"/>
                <a:ea typeface="Rockwell"/>
                <a:cs typeface="Rockwell"/>
                <a:sym typeface="Rockwell"/>
              </a:defRPr>
            </a:lvl1pPr>
            <a:lvl2pPr indent="0" lvl="1" marL="0" marR="0" rtl="0" algn="r">
              <a:spcBef>
                <a:spcPts val="0"/>
              </a:spcBef>
              <a:buNone/>
              <a:defRPr b="0" i="0" sz="1000" u="none" cap="none" strike="noStrike">
                <a:solidFill>
                  <a:srgbClr val="888888"/>
                </a:solidFill>
                <a:latin typeface="Rockwell"/>
                <a:ea typeface="Rockwell"/>
                <a:cs typeface="Rockwell"/>
                <a:sym typeface="Rockwell"/>
              </a:defRPr>
            </a:lvl2pPr>
            <a:lvl3pPr indent="0" lvl="2" marL="0" marR="0" rtl="0" algn="r">
              <a:spcBef>
                <a:spcPts val="0"/>
              </a:spcBef>
              <a:buNone/>
              <a:defRPr b="0" i="0" sz="1000" u="none" cap="none" strike="noStrike">
                <a:solidFill>
                  <a:srgbClr val="888888"/>
                </a:solidFill>
                <a:latin typeface="Rockwell"/>
                <a:ea typeface="Rockwell"/>
                <a:cs typeface="Rockwell"/>
                <a:sym typeface="Rockwell"/>
              </a:defRPr>
            </a:lvl3pPr>
            <a:lvl4pPr indent="0" lvl="3" marL="0" marR="0" rtl="0" algn="r">
              <a:spcBef>
                <a:spcPts val="0"/>
              </a:spcBef>
              <a:buNone/>
              <a:defRPr b="0" i="0" sz="1000" u="none" cap="none" strike="noStrike">
                <a:solidFill>
                  <a:srgbClr val="888888"/>
                </a:solidFill>
                <a:latin typeface="Rockwell"/>
                <a:ea typeface="Rockwell"/>
                <a:cs typeface="Rockwell"/>
                <a:sym typeface="Rockwell"/>
              </a:defRPr>
            </a:lvl4pPr>
            <a:lvl5pPr indent="0" lvl="4" marL="0" marR="0" rtl="0" algn="r">
              <a:spcBef>
                <a:spcPts val="0"/>
              </a:spcBef>
              <a:buNone/>
              <a:defRPr b="0" i="0" sz="1000" u="none" cap="none" strike="noStrike">
                <a:solidFill>
                  <a:srgbClr val="888888"/>
                </a:solidFill>
                <a:latin typeface="Rockwell"/>
                <a:ea typeface="Rockwell"/>
                <a:cs typeface="Rockwell"/>
                <a:sym typeface="Rockwell"/>
              </a:defRPr>
            </a:lvl5pPr>
            <a:lvl6pPr indent="0" lvl="5" marL="0" marR="0" rtl="0" algn="r">
              <a:spcBef>
                <a:spcPts val="0"/>
              </a:spcBef>
              <a:buNone/>
              <a:defRPr b="0" i="0" sz="1000" u="none" cap="none" strike="noStrike">
                <a:solidFill>
                  <a:srgbClr val="888888"/>
                </a:solidFill>
                <a:latin typeface="Rockwell"/>
                <a:ea typeface="Rockwell"/>
                <a:cs typeface="Rockwell"/>
                <a:sym typeface="Rockwell"/>
              </a:defRPr>
            </a:lvl6pPr>
            <a:lvl7pPr indent="0" lvl="6" marL="0" marR="0" rtl="0" algn="r">
              <a:spcBef>
                <a:spcPts val="0"/>
              </a:spcBef>
              <a:buNone/>
              <a:defRPr b="0" i="0" sz="1000" u="none" cap="none" strike="noStrike">
                <a:solidFill>
                  <a:srgbClr val="888888"/>
                </a:solidFill>
                <a:latin typeface="Rockwell"/>
                <a:ea typeface="Rockwell"/>
                <a:cs typeface="Rockwell"/>
                <a:sym typeface="Rockwell"/>
              </a:defRPr>
            </a:lvl7pPr>
            <a:lvl8pPr indent="0" lvl="7" marL="0" marR="0" rtl="0" algn="r">
              <a:spcBef>
                <a:spcPts val="0"/>
              </a:spcBef>
              <a:buNone/>
              <a:defRPr b="0" i="0" sz="1000" u="none" cap="none" strike="noStrike">
                <a:solidFill>
                  <a:srgbClr val="888888"/>
                </a:solidFill>
                <a:latin typeface="Rockwell"/>
                <a:ea typeface="Rockwell"/>
                <a:cs typeface="Rockwell"/>
                <a:sym typeface="Rockwell"/>
              </a:defRPr>
            </a:lvl8pPr>
            <a:lvl9pPr indent="0" lvl="8" marL="0" marR="0" rtl="0" algn="r">
              <a:spcBef>
                <a:spcPts val="0"/>
              </a:spcBef>
              <a:buNone/>
              <a:defRPr b="0" i="0" sz="1000" u="none" cap="none" strike="noStrike">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
          <p:cNvSpPr txBox="1"/>
          <p:nvPr>
            <p:ph type="ctrTitle"/>
          </p:nvPr>
        </p:nvSpPr>
        <p:spPr>
          <a:xfrm>
            <a:off x="1759236" y="2075504"/>
            <a:ext cx="8679915" cy="1748729"/>
          </a:xfrm>
          <a:prstGeom prst="rect">
            <a:avLst/>
          </a:prstGeom>
          <a:noFill/>
          <a:ln>
            <a:noFill/>
          </a:ln>
        </p:spPr>
        <p:txBody>
          <a:bodyPr anchorCtr="0" anchor="b" bIns="0" lIns="228600" spcFirstLastPara="1" rIns="228600" wrap="square" tIns="228600">
            <a:normAutofit/>
          </a:bodyPr>
          <a:lstStyle/>
          <a:p>
            <a:pPr indent="0" lvl="0" marL="0" rtl="0" algn="ctr">
              <a:lnSpc>
                <a:spcPct val="80000"/>
              </a:lnSpc>
              <a:spcBef>
                <a:spcPts val="0"/>
              </a:spcBef>
              <a:spcAft>
                <a:spcPts val="0"/>
              </a:spcAft>
              <a:buClr>
                <a:srgbClr val="FFFEFF"/>
              </a:buClr>
              <a:buSzPts val="5400"/>
              <a:buFont typeface="Calibri"/>
              <a:buNone/>
            </a:pPr>
            <a:r>
              <a:rPr lang="es-AR"/>
              <a:t>Verificación de Crédito</a:t>
            </a:r>
            <a:endParaRPr/>
          </a:p>
        </p:txBody>
      </p:sp>
      <p:sp>
        <p:nvSpPr>
          <p:cNvPr id="343" name="Google Shape;343;p1"/>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Verificacion</a:t>
            </a:r>
            <a:endParaRPr/>
          </a:p>
        </p:txBody>
      </p:sp>
      <p:sp>
        <p:nvSpPr>
          <p:cNvPr id="349" name="Google Shape;349;p2"/>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Es la comprobación de la existencia y monto de los créditos que se complementa con la graduación determinando el privilegio</a:t>
            </a:r>
            <a:endParaRPr/>
          </a:p>
          <a:p>
            <a:pPr indent="-228600" lvl="0" marL="228600" rtl="0" algn="l">
              <a:lnSpc>
                <a:spcPct val="120000"/>
              </a:lnSpc>
              <a:spcBef>
                <a:spcPts val="1000"/>
              </a:spcBef>
              <a:spcAft>
                <a:spcPts val="0"/>
              </a:spcAft>
              <a:buSzPts val="1980"/>
              <a:buChar char="▪"/>
            </a:pPr>
            <a:r>
              <a:rPr lang="es-AR"/>
              <a:t>Procedimiento necesario – Todos deben concurrir a el</a:t>
            </a:r>
            <a:endParaRPr/>
          </a:p>
          <a:p>
            <a:pPr indent="-228600" lvl="0" marL="228600" rtl="0" algn="l">
              <a:lnSpc>
                <a:spcPct val="120000"/>
              </a:lnSpc>
              <a:spcBef>
                <a:spcPts val="1000"/>
              </a:spcBef>
              <a:spcAft>
                <a:spcPts val="0"/>
              </a:spcAft>
              <a:buSzPts val="1980"/>
              <a:buChar char="▪"/>
            </a:pPr>
            <a:r>
              <a:rPr lang="es-AR"/>
              <a:t>Es un proceso de admisión  de todos los acreedores por causa o titulo anterior</a:t>
            </a:r>
            <a:endParaRPr/>
          </a:p>
          <a:p>
            <a:pPr indent="-102870" lvl="0" marL="228600" rtl="0" algn="l">
              <a:lnSpc>
                <a:spcPct val="120000"/>
              </a:lnSpc>
              <a:spcBef>
                <a:spcPts val="1000"/>
              </a:spcBef>
              <a:spcAft>
                <a:spcPts val="0"/>
              </a:spcAft>
              <a:buSzPts val="1980"/>
              <a:buNone/>
            </a:pPr>
            <a:r>
              <a:t/>
            </a:r>
            <a:endParaRPr/>
          </a:p>
        </p:txBody>
      </p:sp>
      <p:sp>
        <p:nvSpPr>
          <p:cNvPr id="350" name="Google Shape;350;p2"/>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Caracteres</a:t>
            </a:r>
            <a:endParaRPr/>
          </a:p>
        </p:txBody>
      </p:sp>
      <p:sp>
        <p:nvSpPr>
          <p:cNvPr id="356" name="Google Shape;356;p3"/>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u="sng"/>
              <a:t>Propios</a:t>
            </a:r>
            <a:endParaRPr/>
          </a:p>
          <a:p>
            <a:pPr indent="-228600" lvl="1" marL="685800" rtl="0" algn="l">
              <a:lnSpc>
                <a:spcPct val="120000"/>
              </a:lnSpc>
              <a:spcBef>
                <a:spcPts val="500"/>
              </a:spcBef>
              <a:spcAft>
                <a:spcPts val="0"/>
              </a:spcAft>
              <a:buSzPts val="1760"/>
              <a:buChar char="▪"/>
            </a:pPr>
            <a:r>
              <a:rPr lang="es-AR"/>
              <a:t>Es un proceso de conocimiento pleno – busca reconocimiento de un derecho</a:t>
            </a:r>
            <a:endParaRPr/>
          </a:p>
          <a:p>
            <a:pPr indent="-228600" lvl="1" marL="685800" rtl="0" algn="l">
              <a:lnSpc>
                <a:spcPct val="120000"/>
              </a:lnSpc>
              <a:spcBef>
                <a:spcPts val="500"/>
              </a:spcBef>
              <a:spcAft>
                <a:spcPts val="0"/>
              </a:spcAft>
              <a:buSzPts val="1760"/>
              <a:buChar char="▪"/>
            </a:pPr>
            <a:r>
              <a:rPr lang="es-AR"/>
              <a:t>Es una acción sumaria de cognición – sentencia</a:t>
            </a:r>
            <a:endParaRPr/>
          </a:p>
          <a:p>
            <a:pPr indent="-228600" lvl="1" marL="685800" rtl="0" algn="l">
              <a:lnSpc>
                <a:spcPct val="120000"/>
              </a:lnSpc>
              <a:spcBef>
                <a:spcPts val="500"/>
              </a:spcBef>
              <a:spcAft>
                <a:spcPts val="0"/>
              </a:spcAft>
              <a:buSzPts val="1760"/>
              <a:buChar char="▪"/>
            </a:pPr>
            <a:r>
              <a:rPr lang="es-AR"/>
              <a:t>Proceso abreviado</a:t>
            </a:r>
            <a:endParaRPr/>
          </a:p>
          <a:p>
            <a:pPr indent="-228600" lvl="1" marL="685800" rtl="0" algn="l">
              <a:lnSpc>
                <a:spcPct val="120000"/>
              </a:lnSpc>
              <a:spcBef>
                <a:spcPts val="500"/>
              </a:spcBef>
              <a:spcAft>
                <a:spcPts val="0"/>
              </a:spcAft>
              <a:buSzPts val="1760"/>
              <a:buChar char="▪"/>
            </a:pPr>
            <a:r>
              <a:rPr lang="es-AR"/>
              <a:t>Contencioso – conflicto de intereses entre deudor y acreedor, y acreedores entre si</a:t>
            </a:r>
            <a:endParaRPr/>
          </a:p>
          <a:p>
            <a:pPr indent="-228600" lvl="1" marL="685800" rtl="0" algn="l">
              <a:lnSpc>
                <a:spcPct val="120000"/>
              </a:lnSpc>
              <a:spcBef>
                <a:spcPts val="500"/>
              </a:spcBef>
              <a:spcAft>
                <a:spcPts val="0"/>
              </a:spcAft>
              <a:buSzPts val="1760"/>
              <a:buChar char="▪"/>
            </a:pPr>
            <a:r>
              <a:rPr lang="es-AR"/>
              <a:t>Tramite causal</a:t>
            </a:r>
            <a:endParaRPr/>
          </a:p>
          <a:p>
            <a:pPr indent="-116840" lvl="1" marL="685800" rtl="0" algn="l">
              <a:lnSpc>
                <a:spcPct val="120000"/>
              </a:lnSpc>
              <a:spcBef>
                <a:spcPts val="500"/>
              </a:spcBef>
              <a:spcAft>
                <a:spcPts val="0"/>
              </a:spcAft>
              <a:buSzPts val="1760"/>
              <a:buNone/>
            </a:pPr>
            <a:r>
              <a:t/>
            </a:r>
            <a:endParaRPr/>
          </a:p>
          <a:p>
            <a:pPr indent="-116840" lvl="1" marL="685800" rtl="0" algn="l">
              <a:lnSpc>
                <a:spcPct val="120000"/>
              </a:lnSpc>
              <a:spcBef>
                <a:spcPts val="500"/>
              </a:spcBef>
              <a:spcAft>
                <a:spcPts val="0"/>
              </a:spcAft>
              <a:buSzPts val="1760"/>
              <a:buNone/>
            </a:pPr>
            <a:r>
              <a:t/>
            </a:r>
            <a:endParaRPr/>
          </a:p>
        </p:txBody>
      </p:sp>
      <p:sp>
        <p:nvSpPr>
          <p:cNvPr id="357" name="Google Shape;357;p3"/>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Dos etapas</a:t>
            </a:r>
            <a:endParaRPr/>
          </a:p>
        </p:txBody>
      </p:sp>
      <p:sp>
        <p:nvSpPr>
          <p:cNvPr id="363" name="Google Shape;363;p5"/>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Ambas etapas son resueltas por el juez del concurso</a:t>
            </a:r>
            <a:endParaRPr/>
          </a:p>
          <a:p>
            <a:pPr indent="-228600" lvl="1" marL="685800" rtl="0" algn="l">
              <a:lnSpc>
                <a:spcPct val="120000"/>
              </a:lnSpc>
              <a:spcBef>
                <a:spcPts val="500"/>
              </a:spcBef>
              <a:spcAft>
                <a:spcPts val="0"/>
              </a:spcAft>
              <a:buSzPts val="1760"/>
              <a:buChar char="▪"/>
            </a:pPr>
            <a:r>
              <a:rPr lang="es-AR"/>
              <a:t>Tempestiva por una sentencia que puede ser impugnada en revisión</a:t>
            </a:r>
            <a:endParaRPr/>
          </a:p>
          <a:p>
            <a:pPr indent="-228600" lvl="1" marL="685800" rtl="0" algn="l">
              <a:lnSpc>
                <a:spcPct val="120000"/>
              </a:lnSpc>
              <a:spcBef>
                <a:spcPts val="500"/>
              </a:spcBef>
              <a:spcAft>
                <a:spcPts val="0"/>
              </a:spcAft>
              <a:buSzPts val="1760"/>
              <a:buChar char="▪"/>
            </a:pPr>
            <a:r>
              <a:rPr lang="es-AR"/>
              <a:t>Los incidentes se apelan y se resuelven en la alzada</a:t>
            </a:r>
            <a:endParaRPr/>
          </a:p>
          <a:p>
            <a:pPr indent="-116840" lvl="1" marL="685800" rtl="0" algn="l">
              <a:lnSpc>
                <a:spcPct val="120000"/>
              </a:lnSpc>
              <a:spcBef>
                <a:spcPts val="500"/>
              </a:spcBef>
              <a:spcAft>
                <a:spcPts val="0"/>
              </a:spcAft>
              <a:buSzPts val="1760"/>
              <a:buNone/>
            </a:pPr>
            <a:r>
              <a:t/>
            </a:r>
            <a:endParaRPr/>
          </a:p>
        </p:txBody>
      </p:sp>
      <p:sp>
        <p:nvSpPr>
          <p:cNvPr id="364" name="Google Shape;364;p5"/>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Acreedores Comprendidos</a:t>
            </a:r>
            <a:endParaRPr/>
          </a:p>
        </p:txBody>
      </p:sp>
      <p:sp>
        <p:nvSpPr>
          <p:cNvPr id="370" name="Google Shape;370;p6"/>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En principio todos los acreedores quedan comprendidos.</a:t>
            </a:r>
            <a:endParaRPr/>
          </a:p>
          <a:p>
            <a:pPr indent="-228600" lvl="0" marL="228600" rtl="0" algn="l">
              <a:lnSpc>
                <a:spcPct val="120000"/>
              </a:lnSpc>
              <a:spcBef>
                <a:spcPts val="1000"/>
              </a:spcBef>
              <a:spcAft>
                <a:spcPts val="0"/>
              </a:spcAft>
              <a:buSzPts val="1980"/>
              <a:buChar char="▪"/>
            </a:pPr>
            <a:r>
              <a:rPr lang="es-AR"/>
              <a:t>Son acreedores concurrentes aquellos que insinúan su crédito por cualquiera de las vías previstas por la ley</a:t>
            </a:r>
            <a:endParaRPr/>
          </a:p>
          <a:p>
            <a:pPr indent="-228600" lvl="0" marL="228600" rtl="0" algn="l">
              <a:lnSpc>
                <a:spcPct val="120000"/>
              </a:lnSpc>
              <a:spcBef>
                <a:spcPts val="1000"/>
              </a:spcBef>
              <a:spcAft>
                <a:spcPts val="0"/>
              </a:spcAft>
              <a:buSzPts val="1980"/>
              <a:buChar char="▪"/>
            </a:pPr>
            <a:r>
              <a:rPr lang="es-AR"/>
              <a:t>El acreedor no concurrente no pierde su derecho pero puede prescribir su acción</a:t>
            </a:r>
            <a:endParaRPr/>
          </a:p>
          <a:p>
            <a:pPr indent="-228600" lvl="0" marL="228600" rtl="0" algn="l">
              <a:lnSpc>
                <a:spcPct val="120000"/>
              </a:lnSpc>
              <a:spcBef>
                <a:spcPts val="1000"/>
              </a:spcBef>
              <a:spcAft>
                <a:spcPts val="0"/>
              </a:spcAft>
              <a:buSzPts val="1980"/>
              <a:buChar char="▪"/>
            </a:pPr>
            <a:r>
              <a:rPr lang="es-AR"/>
              <a:t>El acreedor concursal es concurrente cuando se insinúa y es verificado o admitido al pasivo concursal</a:t>
            </a:r>
            <a:endParaRPr/>
          </a:p>
          <a:p>
            <a:pPr indent="-228600" lvl="1" marL="685800" rtl="0" algn="l">
              <a:lnSpc>
                <a:spcPct val="120000"/>
              </a:lnSpc>
              <a:spcBef>
                <a:spcPts val="500"/>
              </a:spcBef>
              <a:spcAft>
                <a:spcPts val="0"/>
              </a:spcAft>
              <a:buSzPts val="1760"/>
              <a:buChar char="▪"/>
            </a:pPr>
            <a:r>
              <a:rPr lang="es-AR"/>
              <a:t>Si es rechazada su pretensión, deja de ser acreedor concursal</a:t>
            </a:r>
            <a:endParaRPr/>
          </a:p>
        </p:txBody>
      </p:sp>
      <p:sp>
        <p:nvSpPr>
          <p:cNvPr id="371" name="Google Shape;371;p6"/>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7"/>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Acciones inclusivas</a:t>
            </a:r>
            <a:endParaRPr/>
          </a:p>
        </p:txBody>
      </p:sp>
      <p:sp>
        <p:nvSpPr>
          <p:cNvPr id="377" name="Google Shape;377;p7"/>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Insinuación tempestiva ante el sindico</a:t>
            </a:r>
            <a:endParaRPr/>
          </a:p>
          <a:p>
            <a:pPr indent="-228600" lvl="0" marL="228600" rtl="0" algn="l">
              <a:lnSpc>
                <a:spcPct val="120000"/>
              </a:lnSpc>
              <a:spcBef>
                <a:spcPts val="1000"/>
              </a:spcBef>
              <a:spcAft>
                <a:spcPts val="0"/>
              </a:spcAft>
              <a:buSzPts val="1980"/>
              <a:buChar char="▪"/>
            </a:pPr>
            <a:r>
              <a:rPr lang="es-AR"/>
              <a:t>Insinuación tardía incidental</a:t>
            </a:r>
            <a:endParaRPr/>
          </a:p>
          <a:p>
            <a:pPr indent="-228600" lvl="1" marL="685800" rtl="0" algn="l">
              <a:lnSpc>
                <a:spcPct val="120000"/>
              </a:lnSpc>
              <a:spcBef>
                <a:spcPts val="500"/>
              </a:spcBef>
              <a:spcAft>
                <a:spcPts val="0"/>
              </a:spcAft>
              <a:buSzPts val="1760"/>
              <a:buChar char="▪"/>
            </a:pPr>
            <a:r>
              <a:rPr lang="es-AR"/>
              <a:t>Vencidos los plazos tempestivos – costas a cargo del insinuante</a:t>
            </a:r>
            <a:endParaRPr/>
          </a:p>
          <a:p>
            <a:pPr indent="-228600" lvl="1" marL="685800" rtl="0" algn="l">
              <a:lnSpc>
                <a:spcPct val="120000"/>
              </a:lnSpc>
              <a:spcBef>
                <a:spcPts val="500"/>
              </a:spcBef>
              <a:spcAft>
                <a:spcPts val="0"/>
              </a:spcAft>
              <a:buSzPts val="1760"/>
              <a:buChar char="▪"/>
            </a:pPr>
            <a:r>
              <a:rPr lang="es-AR"/>
              <a:t>Sin existencia de proceso anterior</a:t>
            </a:r>
            <a:endParaRPr/>
          </a:p>
          <a:p>
            <a:pPr indent="-228600" lvl="1" marL="685800" rtl="0" algn="l">
              <a:lnSpc>
                <a:spcPct val="120000"/>
              </a:lnSpc>
              <a:spcBef>
                <a:spcPts val="500"/>
              </a:spcBef>
              <a:spcAft>
                <a:spcPts val="0"/>
              </a:spcAft>
              <a:buSzPts val="1760"/>
              <a:buChar char="▪"/>
            </a:pPr>
            <a:r>
              <a:rPr lang="es-AR"/>
              <a:t>Con existencia de proceso anterior con conclusión exitosa  -- sentencia = titulo verificatorio</a:t>
            </a:r>
            <a:endParaRPr/>
          </a:p>
          <a:p>
            <a:pPr indent="-228600" lvl="0" marL="228600" rtl="0" algn="l">
              <a:lnSpc>
                <a:spcPct val="120000"/>
              </a:lnSpc>
              <a:spcBef>
                <a:spcPts val="1000"/>
              </a:spcBef>
              <a:spcAft>
                <a:spcPts val="0"/>
              </a:spcAft>
              <a:buSzPts val="1980"/>
              <a:buChar char="▪"/>
            </a:pPr>
            <a:r>
              <a:rPr lang="es-AR"/>
              <a:t>Pronto pago laboral</a:t>
            </a:r>
            <a:endParaRPr/>
          </a:p>
          <a:p>
            <a:pPr indent="-228600" lvl="1" marL="685800" rtl="0" algn="l">
              <a:lnSpc>
                <a:spcPct val="120000"/>
              </a:lnSpc>
              <a:spcBef>
                <a:spcPts val="500"/>
              </a:spcBef>
              <a:spcAft>
                <a:spcPts val="0"/>
              </a:spcAft>
              <a:buSzPts val="1760"/>
              <a:buChar char="▪"/>
            </a:pPr>
            <a:r>
              <a:rPr lang="es-AR"/>
              <a:t>Si no fue incluido en sentencia que dispone pronto pago</a:t>
            </a:r>
            <a:endParaRPr/>
          </a:p>
          <a:p>
            <a:pPr indent="-228600" lvl="1" marL="685800" rtl="0" algn="l">
              <a:lnSpc>
                <a:spcPct val="120000"/>
              </a:lnSpc>
              <a:spcBef>
                <a:spcPts val="500"/>
              </a:spcBef>
              <a:spcAft>
                <a:spcPts val="0"/>
              </a:spcAft>
              <a:buSzPts val="1760"/>
              <a:buChar char="▪"/>
            </a:pPr>
            <a:r>
              <a:rPr lang="es-AR"/>
              <a:t>Incidente de pronto pago</a:t>
            </a:r>
            <a:endParaRPr/>
          </a:p>
          <a:p>
            <a:pPr indent="-228600" lvl="1" marL="685800" rtl="0" algn="l">
              <a:lnSpc>
                <a:spcPct val="120000"/>
              </a:lnSpc>
              <a:spcBef>
                <a:spcPts val="500"/>
              </a:spcBef>
              <a:spcAft>
                <a:spcPts val="0"/>
              </a:spcAft>
              <a:buSzPts val="1760"/>
              <a:buChar char="▪"/>
            </a:pPr>
            <a:r>
              <a:rPr lang="es-AR"/>
              <a:t>La sentencia favorable importará la verificación del crédito en el pasivo concursal</a:t>
            </a:r>
            <a:endParaRPr/>
          </a:p>
        </p:txBody>
      </p:sp>
      <p:sp>
        <p:nvSpPr>
          <p:cNvPr id="378" name="Google Shape;378;p7"/>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Verificación tempestiva</a:t>
            </a:r>
            <a:endParaRPr/>
          </a:p>
        </p:txBody>
      </p:sp>
      <p:sp>
        <p:nvSpPr>
          <p:cNvPr id="384" name="Google Shape;384;p8"/>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u="sng"/>
              <a:t>Requisitos</a:t>
            </a:r>
            <a:endParaRPr/>
          </a:p>
          <a:p>
            <a:pPr indent="-228600" lvl="0" marL="228600" rtl="0" algn="l">
              <a:lnSpc>
                <a:spcPct val="120000"/>
              </a:lnSpc>
              <a:spcBef>
                <a:spcPts val="1000"/>
              </a:spcBef>
              <a:spcAft>
                <a:spcPts val="0"/>
              </a:spcAft>
              <a:buSzPts val="1980"/>
              <a:buChar char="▪"/>
            </a:pPr>
            <a:r>
              <a:rPr lang="es-AR"/>
              <a:t>2 copias por escrito – acompañar títulos justificativos</a:t>
            </a:r>
            <a:endParaRPr/>
          </a:p>
          <a:p>
            <a:pPr indent="-228600" lvl="0" marL="228600" rtl="0" algn="l">
              <a:lnSpc>
                <a:spcPct val="120000"/>
              </a:lnSpc>
              <a:spcBef>
                <a:spcPts val="1000"/>
              </a:spcBef>
              <a:spcAft>
                <a:spcPts val="0"/>
              </a:spcAft>
              <a:buSzPts val="1980"/>
              <a:buChar char="▪"/>
            </a:pPr>
            <a:r>
              <a:rPr lang="es-AR"/>
              <a:t>Copias firmadas de títulos</a:t>
            </a:r>
            <a:endParaRPr/>
          </a:p>
          <a:p>
            <a:pPr indent="-228600" lvl="0" marL="228600" rtl="0" algn="l">
              <a:lnSpc>
                <a:spcPct val="120000"/>
              </a:lnSpc>
              <a:spcBef>
                <a:spcPts val="1000"/>
              </a:spcBef>
              <a:spcAft>
                <a:spcPts val="0"/>
              </a:spcAft>
              <a:buSzPts val="1980"/>
              <a:buChar char="▪"/>
            </a:pPr>
            <a:r>
              <a:rPr lang="es-AR"/>
              <a:t>Documentación original es devuelta al acreedor</a:t>
            </a:r>
            <a:endParaRPr/>
          </a:p>
          <a:p>
            <a:pPr indent="-228600" lvl="0" marL="228600" rtl="0" algn="l">
              <a:lnSpc>
                <a:spcPct val="120000"/>
              </a:lnSpc>
              <a:spcBef>
                <a:spcPts val="1000"/>
              </a:spcBef>
              <a:spcAft>
                <a:spcPts val="0"/>
              </a:spcAft>
              <a:buSzPts val="1980"/>
              <a:buChar char="▪"/>
            </a:pPr>
            <a:r>
              <a:rPr lang="es-AR"/>
              <a:t>No se necesita patrocinio letrado – si lo tiene será a su cargo</a:t>
            </a:r>
            <a:endParaRPr/>
          </a:p>
          <a:p>
            <a:pPr indent="-228600" lvl="0" marL="228600" rtl="0" algn="l">
              <a:lnSpc>
                <a:spcPct val="120000"/>
              </a:lnSpc>
              <a:spcBef>
                <a:spcPts val="1000"/>
              </a:spcBef>
              <a:spcAft>
                <a:spcPts val="0"/>
              </a:spcAft>
              <a:buSzPts val="1980"/>
              <a:buChar char="▪"/>
            </a:pPr>
            <a:r>
              <a:rPr lang="es-AR"/>
              <a:t>Podrá presentarse por apoderado con poder general</a:t>
            </a:r>
            <a:endParaRPr/>
          </a:p>
        </p:txBody>
      </p:sp>
      <p:sp>
        <p:nvSpPr>
          <p:cNvPr id="385" name="Google Shape;385;p8"/>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9"/>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Monto</a:t>
            </a:r>
            <a:endParaRPr/>
          </a:p>
        </p:txBody>
      </p:sp>
      <p:sp>
        <p:nvSpPr>
          <p:cNvPr id="391" name="Google Shape;391;p9"/>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Contempla capital e intereses. </a:t>
            </a:r>
            <a:endParaRPr/>
          </a:p>
          <a:p>
            <a:pPr indent="-228600" lvl="0" marL="228600" rtl="0" algn="l">
              <a:lnSpc>
                <a:spcPct val="120000"/>
              </a:lnSpc>
              <a:spcBef>
                <a:spcPts val="1000"/>
              </a:spcBef>
              <a:spcAft>
                <a:spcPts val="0"/>
              </a:spcAft>
              <a:buSzPts val="1980"/>
              <a:buChar char="▪"/>
            </a:pPr>
            <a:r>
              <a:rPr lang="es-AR"/>
              <a:t>Deben ser calculados</a:t>
            </a:r>
            <a:endParaRPr/>
          </a:p>
          <a:p>
            <a:pPr indent="-228600" lvl="0" marL="228600" rtl="0" algn="l">
              <a:lnSpc>
                <a:spcPct val="120000"/>
              </a:lnSpc>
              <a:spcBef>
                <a:spcPts val="1000"/>
              </a:spcBef>
              <a:spcAft>
                <a:spcPts val="0"/>
              </a:spcAft>
              <a:buSzPts val="1980"/>
              <a:buChar char="▪"/>
            </a:pPr>
            <a:r>
              <a:rPr lang="es-AR"/>
              <a:t>No se podrá exceder por </a:t>
            </a:r>
            <a:r>
              <a:rPr b="1" lang="es-AR"/>
              <a:t>principio de congruencia</a:t>
            </a:r>
            <a:endParaRPr b="1"/>
          </a:p>
          <a:p>
            <a:pPr indent="-102870" lvl="0" marL="228600" rtl="0" algn="l">
              <a:lnSpc>
                <a:spcPct val="120000"/>
              </a:lnSpc>
              <a:spcBef>
                <a:spcPts val="1000"/>
              </a:spcBef>
              <a:spcAft>
                <a:spcPts val="0"/>
              </a:spcAft>
              <a:buSzPts val="1980"/>
              <a:buNone/>
            </a:pPr>
            <a:r>
              <a:t/>
            </a:r>
            <a:endParaRPr/>
          </a:p>
        </p:txBody>
      </p:sp>
      <p:sp>
        <p:nvSpPr>
          <p:cNvPr id="392" name="Google Shape;392;p9"/>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0"/>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Obligaciones en moneda extranjera</a:t>
            </a:r>
            <a:endParaRPr/>
          </a:p>
        </p:txBody>
      </p:sp>
      <p:sp>
        <p:nvSpPr>
          <p:cNvPr id="398" name="Google Shape;398;p10"/>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Debe indicarse monto en dicha moneda</a:t>
            </a:r>
            <a:endParaRPr/>
          </a:p>
          <a:p>
            <a:pPr indent="-228600" lvl="0" marL="228600" rtl="0" algn="l">
              <a:lnSpc>
                <a:spcPct val="120000"/>
              </a:lnSpc>
              <a:spcBef>
                <a:spcPts val="1000"/>
              </a:spcBef>
              <a:spcAft>
                <a:spcPts val="0"/>
              </a:spcAft>
              <a:buSzPts val="1980"/>
              <a:buChar char="▪"/>
            </a:pPr>
            <a:r>
              <a:rPr lang="es-AR"/>
              <a:t>También es prudente su calculo a moneda de curso legal (art 19)</a:t>
            </a:r>
            <a:endParaRPr/>
          </a:p>
          <a:p>
            <a:pPr indent="-228600" lvl="0" marL="228600" rtl="0" algn="l">
              <a:lnSpc>
                <a:spcPct val="120000"/>
              </a:lnSpc>
              <a:spcBef>
                <a:spcPts val="1000"/>
              </a:spcBef>
              <a:spcAft>
                <a:spcPts val="0"/>
              </a:spcAft>
              <a:buSzPts val="1980"/>
              <a:buChar char="▪"/>
            </a:pPr>
            <a:r>
              <a:rPr lang="es-AR"/>
              <a:t>Conversión a la fecha de presentación en concurso</a:t>
            </a:r>
            <a:endParaRPr/>
          </a:p>
          <a:p>
            <a:pPr indent="-228600" lvl="0" marL="228600" rtl="0" algn="l">
              <a:lnSpc>
                <a:spcPct val="120000"/>
              </a:lnSpc>
              <a:spcBef>
                <a:spcPts val="1000"/>
              </a:spcBef>
              <a:spcAft>
                <a:spcPts val="0"/>
              </a:spcAft>
              <a:buSzPts val="1980"/>
              <a:buChar char="▪"/>
            </a:pPr>
            <a:r>
              <a:rPr lang="es-AR"/>
              <a:t>No es definitivo</a:t>
            </a:r>
            <a:endParaRPr/>
          </a:p>
          <a:p>
            <a:pPr indent="-102870" lvl="0" marL="228600" rtl="0" algn="l">
              <a:lnSpc>
                <a:spcPct val="120000"/>
              </a:lnSpc>
              <a:spcBef>
                <a:spcPts val="1000"/>
              </a:spcBef>
              <a:spcAft>
                <a:spcPts val="0"/>
              </a:spcAft>
              <a:buSzPts val="1980"/>
              <a:buNone/>
            </a:pPr>
            <a:r>
              <a:t/>
            </a:r>
            <a:endParaRPr/>
          </a:p>
        </p:txBody>
      </p:sp>
      <p:sp>
        <p:nvSpPr>
          <p:cNvPr id="399" name="Google Shape;399;p10"/>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1"/>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Obligaciones no dinerarias</a:t>
            </a:r>
            <a:endParaRPr/>
          </a:p>
        </p:txBody>
      </p:sp>
      <p:sp>
        <p:nvSpPr>
          <p:cNvPr id="405" name="Google Shape;405;p11"/>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Deberá insinuarse el valor</a:t>
            </a:r>
            <a:endParaRPr/>
          </a:p>
          <a:p>
            <a:pPr indent="-228600" lvl="0" marL="228600" rtl="0" algn="l">
              <a:lnSpc>
                <a:spcPct val="120000"/>
              </a:lnSpc>
              <a:spcBef>
                <a:spcPts val="1000"/>
              </a:spcBef>
              <a:spcAft>
                <a:spcPts val="0"/>
              </a:spcAft>
              <a:buSzPts val="1980"/>
              <a:buChar char="▪"/>
            </a:pPr>
            <a:r>
              <a:rPr lang="es-AR"/>
              <a:t>Son convertidas en moneda de curso legal</a:t>
            </a:r>
            <a:endParaRPr/>
          </a:p>
          <a:p>
            <a:pPr indent="-228600" lvl="1" marL="685800" rtl="0" algn="l">
              <a:lnSpc>
                <a:spcPct val="120000"/>
              </a:lnSpc>
              <a:spcBef>
                <a:spcPts val="500"/>
              </a:spcBef>
              <a:spcAft>
                <a:spcPts val="0"/>
              </a:spcAft>
              <a:buSzPts val="1760"/>
              <a:buChar char="▪"/>
            </a:pPr>
            <a:r>
              <a:rPr lang="es-AR"/>
              <a:t>Si son no vencidas al momento de la presentación  o no se hizo opción = (2)</a:t>
            </a:r>
            <a:endParaRPr/>
          </a:p>
          <a:p>
            <a:pPr indent="-228600" lvl="1" marL="685800" rtl="0" algn="l">
              <a:lnSpc>
                <a:spcPct val="120000"/>
              </a:lnSpc>
              <a:spcBef>
                <a:spcPts val="500"/>
              </a:spcBef>
              <a:spcAft>
                <a:spcPts val="0"/>
              </a:spcAft>
              <a:buSzPts val="1760"/>
              <a:buChar char="▪"/>
            </a:pPr>
            <a:r>
              <a:rPr lang="es-AR"/>
              <a:t>Solo podrá optar por el vencimiento de la obligación si fue previa a la fecha de la presentación en concurso</a:t>
            </a:r>
            <a:endParaRPr/>
          </a:p>
          <a:p>
            <a:pPr indent="-228600" lvl="1" marL="685800" rtl="0" algn="l">
              <a:lnSpc>
                <a:spcPct val="120000"/>
              </a:lnSpc>
              <a:spcBef>
                <a:spcPts val="500"/>
              </a:spcBef>
              <a:spcAft>
                <a:spcPts val="0"/>
              </a:spcAft>
              <a:buSzPts val="1760"/>
              <a:buChar char="▪"/>
            </a:pPr>
            <a:r>
              <a:rPr lang="es-AR"/>
              <a:t>En caso contrario será la fecha de presentación en concurso (2)</a:t>
            </a:r>
            <a:endParaRPr/>
          </a:p>
          <a:p>
            <a:pPr indent="-116840" lvl="1" marL="685800" rtl="0" algn="l">
              <a:lnSpc>
                <a:spcPct val="120000"/>
              </a:lnSpc>
              <a:spcBef>
                <a:spcPts val="500"/>
              </a:spcBef>
              <a:spcAft>
                <a:spcPts val="0"/>
              </a:spcAft>
              <a:buSzPts val="1760"/>
              <a:buNone/>
            </a:pPr>
            <a:r>
              <a:t/>
            </a:r>
            <a:endParaRPr/>
          </a:p>
          <a:p>
            <a:pPr indent="-116840" lvl="1" marL="685800" rtl="0" algn="l">
              <a:lnSpc>
                <a:spcPct val="120000"/>
              </a:lnSpc>
              <a:spcBef>
                <a:spcPts val="500"/>
              </a:spcBef>
              <a:spcAft>
                <a:spcPts val="0"/>
              </a:spcAft>
              <a:buSzPts val="1760"/>
              <a:buNone/>
            </a:pPr>
            <a:r>
              <a:t/>
            </a:r>
            <a:endParaRPr/>
          </a:p>
        </p:txBody>
      </p:sp>
      <p:sp>
        <p:nvSpPr>
          <p:cNvPr id="406" name="Google Shape;406;p11"/>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2"/>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Causa – Carga de la prueba</a:t>
            </a:r>
            <a:endParaRPr/>
          </a:p>
        </p:txBody>
      </p:sp>
      <p:sp>
        <p:nvSpPr>
          <p:cNvPr id="412" name="Google Shape;412;p12"/>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Plenario Difry – Translinea</a:t>
            </a:r>
            <a:endParaRPr/>
          </a:p>
          <a:p>
            <a:pPr indent="-228600" lvl="0" marL="228600" rtl="0" algn="l">
              <a:lnSpc>
                <a:spcPct val="120000"/>
              </a:lnSpc>
              <a:spcBef>
                <a:spcPts val="1000"/>
              </a:spcBef>
              <a:spcAft>
                <a:spcPts val="0"/>
              </a:spcAft>
              <a:buSzPts val="1980"/>
              <a:buChar char="▪"/>
            </a:pPr>
            <a:r>
              <a:rPr lang="es-AR"/>
              <a:t>Flexibilización</a:t>
            </a:r>
            <a:endParaRPr/>
          </a:p>
          <a:p>
            <a:pPr indent="-102870" lvl="0" marL="228600" rtl="0" algn="l">
              <a:lnSpc>
                <a:spcPct val="120000"/>
              </a:lnSpc>
              <a:spcBef>
                <a:spcPts val="1000"/>
              </a:spcBef>
              <a:spcAft>
                <a:spcPts val="0"/>
              </a:spcAft>
              <a:buSzPts val="1980"/>
              <a:buNone/>
            </a:pPr>
            <a:r>
              <a:t/>
            </a:r>
            <a:endParaRPr/>
          </a:p>
        </p:txBody>
      </p:sp>
      <p:sp>
        <p:nvSpPr>
          <p:cNvPr id="413" name="Google Shape;413;p12"/>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3"/>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Jurisprudencia</a:t>
            </a:r>
            <a:endParaRPr/>
          </a:p>
        </p:txBody>
      </p:sp>
      <p:sp>
        <p:nvSpPr>
          <p:cNvPr id="419" name="Google Shape;419;p13"/>
          <p:cNvSpPr txBox="1"/>
          <p:nvPr>
            <p:ph idx="1" type="body"/>
          </p:nvPr>
        </p:nvSpPr>
        <p:spPr>
          <a:xfrm>
            <a:off x="5118447" y="1370346"/>
            <a:ext cx="6281873" cy="2727092"/>
          </a:xfrm>
          <a:prstGeom prst="rect">
            <a:avLst/>
          </a:prstGeom>
          <a:noFill/>
          <a:ln>
            <a:noFill/>
          </a:ln>
        </p:spPr>
        <p:txBody>
          <a:bodyPr anchorCtr="0" anchor="ctr" bIns="45700" lIns="91425" spcFirstLastPara="1" rIns="91425" wrap="square" tIns="45700">
            <a:normAutofit fontScale="77500" lnSpcReduction="20000"/>
          </a:bodyPr>
          <a:lstStyle/>
          <a:p>
            <a:pPr indent="-228600" lvl="0" marL="228600" rtl="0" algn="l">
              <a:lnSpc>
                <a:spcPct val="120000"/>
              </a:lnSpc>
              <a:spcBef>
                <a:spcPts val="0"/>
              </a:spcBef>
              <a:spcAft>
                <a:spcPts val="0"/>
              </a:spcAft>
              <a:buSzPct val="110000"/>
              <a:buChar char="▪"/>
            </a:pPr>
            <a:r>
              <a:rPr lang="es-AR"/>
              <a:t>El solicitante de verificación en concurso, con fundamento en pagarés con firma atribuida al fallido, debe declarar y probar la causa, en- tendida por tal las circunstancias determinantes del acto cambiario del concursado, si el portador fuese su beneficiario inmediato, o las determinantes de la adquisición del título por ese portador de no existir tal inmediatez (en el mismo sentido: sala A, 17-3-95, "New York Ruedas s1Conc. s/Inc. Tierras Verdes"; sala D, 27-9-83, "Chaco Arg. Cía. de Seg. s/Inc. de rev. por Julián Garcia"). </a:t>
            </a:r>
            <a:endParaRPr/>
          </a:p>
          <a:p>
            <a:pPr indent="-228600" lvl="0" marL="228600" rtl="0" algn="l">
              <a:lnSpc>
                <a:spcPct val="120000"/>
              </a:lnSpc>
              <a:spcBef>
                <a:spcPts val="1000"/>
              </a:spcBef>
              <a:spcAft>
                <a:spcPts val="0"/>
              </a:spcAft>
              <a:buSzPct val="110000"/>
              <a:buChar char="▪"/>
            </a:pPr>
            <a:r>
              <a:rPr lang="es-AR"/>
              <a:t>CNCom., en pleno, 26-12-79, "Translinea SA c/Electrodi- nie SA", RC J 14652110 </a:t>
            </a:r>
            <a:endParaRPr/>
          </a:p>
          <a:p>
            <a:pPr indent="-131159" lvl="0" marL="228600" rtl="0" algn="l">
              <a:lnSpc>
                <a:spcPct val="120000"/>
              </a:lnSpc>
              <a:spcBef>
                <a:spcPts val="1000"/>
              </a:spcBef>
              <a:spcAft>
                <a:spcPts val="0"/>
              </a:spcAft>
              <a:buSzPct val="110000"/>
              <a:buNone/>
            </a:pPr>
            <a:r>
              <a:t/>
            </a:r>
            <a:endParaRPr/>
          </a:p>
        </p:txBody>
      </p:sp>
      <p:sp>
        <p:nvSpPr>
          <p:cNvPr id="420" name="Google Shape;420;p13"/>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
        <p:nvSpPr>
          <p:cNvPr id="421" name="Google Shape;421;p13"/>
          <p:cNvSpPr txBox="1"/>
          <p:nvPr/>
        </p:nvSpPr>
        <p:spPr>
          <a:xfrm>
            <a:off x="5328820" y="4571999"/>
            <a:ext cx="6071500" cy="166199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AR" sz="1400" u="none" cap="none" strike="noStrike">
                <a:solidFill>
                  <a:schemeClr val="dk1"/>
                </a:solidFill>
                <a:latin typeface="Rockwell"/>
                <a:ea typeface="Rockwell"/>
                <a:cs typeface="Rockwell"/>
                <a:sym typeface="Rockwell"/>
              </a:rPr>
              <a:t>El solicitante de verificación en concurso, con fundamento en un cheque, debe declarar y probar la causa, entendida por tal las cir- cunstancias determinantes del libramiento por el concursado, si el portador fuese su beneficiario inmediato o las determinantes de la adquisición del título por ese portador, de no existir tal inmediatez. </a:t>
            </a:r>
            <a:endParaRPr/>
          </a:p>
          <a:p>
            <a:pPr indent="0" lvl="0" marL="0" marR="0" rtl="0" algn="l">
              <a:spcBef>
                <a:spcPts val="0"/>
              </a:spcBef>
              <a:spcAft>
                <a:spcPts val="0"/>
              </a:spcAft>
              <a:buNone/>
            </a:pPr>
            <a:r>
              <a:rPr lang="es-AR" sz="1400">
                <a:solidFill>
                  <a:schemeClr val="dk1"/>
                </a:solidFill>
                <a:latin typeface="Rockwell"/>
                <a:ea typeface="Rockwell"/>
                <a:cs typeface="Rockwell"/>
                <a:sym typeface="Rockwell"/>
              </a:rPr>
              <a:t>CNCom., en pleno, 19-6-80, ''Difsf SRL", RC J 1569108 </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4"/>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Jurisprudencia</a:t>
            </a:r>
            <a:endParaRPr/>
          </a:p>
        </p:txBody>
      </p:sp>
      <p:sp>
        <p:nvSpPr>
          <p:cNvPr id="427" name="Google Shape;427;p14"/>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85000" lnSpcReduction="20000"/>
          </a:bodyPr>
          <a:lstStyle/>
          <a:p>
            <a:pPr indent="-228600" lvl="0" marL="228600" rtl="0" algn="l">
              <a:lnSpc>
                <a:spcPct val="120000"/>
              </a:lnSpc>
              <a:spcBef>
                <a:spcPts val="0"/>
              </a:spcBef>
              <a:spcAft>
                <a:spcPts val="0"/>
              </a:spcAft>
              <a:buSzPct val="110000"/>
              <a:buChar char="▪"/>
            </a:pPr>
            <a:r>
              <a:rPr lang="es-AR"/>
              <a:t>l. La doctrina plenaria sentada por esta Cámara </a:t>
            </a:r>
            <a:r>
              <a:rPr i="1" lang="es-AR"/>
              <a:t>in re </a:t>
            </a:r>
            <a:r>
              <a:rPr lang="es-AR"/>
              <a:t>"Translíneas SA cIElectrodinie SA", del 26-12-79, se orienta a evitar un </a:t>
            </a:r>
            <a:r>
              <a:rPr i="1" lang="es-AR"/>
              <a:t>consilium fraudis </a:t>
            </a:r>
            <a:r>
              <a:rPr lang="es-AR"/>
              <a:t>entre el deudor concursado o fallido y el presunto acreedor con el fin de incrementar ilegítimamente el pasivo.</a:t>
            </a:r>
            <a:br>
              <a:rPr lang="es-AR"/>
            </a:br>
            <a:r>
              <a:rPr lang="es-AR"/>
              <a:t>2. Los requisitos impuestos por la doctrina plenaria del caso "Trans- líneas" deben considerarse satisfechos cuando no se ha invocado concretamente que pudiera existir alguna presunción de la aludida connivencia fraudulenta, ni el tribunal advierte que la misma esté configurada.</a:t>
            </a:r>
            <a:br>
              <a:rPr lang="es-AR"/>
            </a:br>
            <a:r>
              <a:rPr b="1" lang="es-AR"/>
              <a:t>3. </a:t>
            </a:r>
            <a:r>
              <a:rPr lang="es-AR"/>
              <a:t>Si bien el contrato de mutuo carece de fecha cierta, corresponde su verificación en la quiebra del deudor; cuando se han aportado declaraciones juradas impositivas de las que se desprende que el crédito ha sido denunciado desde fecha anterior a la declaración de quiebra.</a:t>
            </a:r>
            <a:br>
              <a:rPr lang="es-AR"/>
            </a:br>
            <a:r>
              <a:rPr lang="es-AR"/>
              <a:t>4. Resulta viable admitir frente a un contrato de mutuo que la prueba de la entrega de dinero que constituye su objeto, pueda hacerse por medio de testigos, ya que ello se trata de un simple hecho. </a:t>
            </a:r>
            <a:endParaRPr/>
          </a:p>
          <a:p>
            <a:pPr indent="0" lvl="0" marL="0" rtl="0" algn="l">
              <a:lnSpc>
                <a:spcPct val="120000"/>
              </a:lnSpc>
              <a:spcBef>
                <a:spcPts val="1000"/>
              </a:spcBef>
              <a:spcAft>
                <a:spcPts val="0"/>
              </a:spcAft>
              <a:buSzPct val="110000"/>
              <a:buNone/>
            </a:pPr>
            <a:r>
              <a:rPr lang="es-AR"/>
              <a:t>CNCom., sala E, 14-12-2010, "Bozzi Hermanos SA s/Quiebra. Incidente de revisión promovido por Romero de Cederlof, Mirta y Bessie Nila, Ana" </a:t>
            </a:r>
            <a:endParaRPr/>
          </a:p>
          <a:p>
            <a:pPr indent="-121730" lvl="0" marL="228600" rtl="0" algn="l">
              <a:lnSpc>
                <a:spcPct val="120000"/>
              </a:lnSpc>
              <a:spcBef>
                <a:spcPts val="1000"/>
              </a:spcBef>
              <a:spcAft>
                <a:spcPts val="0"/>
              </a:spcAft>
              <a:buSzPct val="110000"/>
              <a:buNone/>
            </a:pPr>
            <a:r>
              <a:t/>
            </a:r>
            <a:endParaRPr/>
          </a:p>
        </p:txBody>
      </p:sp>
      <p:sp>
        <p:nvSpPr>
          <p:cNvPr id="428" name="Google Shape;428;p14"/>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5"/>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Privilegio	</a:t>
            </a:r>
            <a:endParaRPr/>
          </a:p>
        </p:txBody>
      </p:sp>
      <p:sp>
        <p:nvSpPr>
          <p:cNvPr id="434" name="Google Shape;434;p15"/>
          <p:cNvSpPr txBox="1"/>
          <p:nvPr>
            <p:ph idx="1" type="body"/>
          </p:nvPr>
        </p:nvSpPr>
        <p:spPr>
          <a:xfrm>
            <a:off x="173620" y="5312779"/>
            <a:ext cx="4653023" cy="982097"/>
          </a:xfrm>
          <a:prstGeom prst="rect">
            <a:avLst/>
          </a:prstGeom>
          <a:gradFill>
            <a:gsLst>
              <a:gs pos="0">
                <a:srgbClr val="C8E6FC">
                  <a:alpha val="60000"/>
                </a:srgbClr>
              </a:gs>
              <a:gs pos="100000">
                <a:srgbClr val="7BCAFA">
                  <a:alpha val="91764"/>
                </a:srgbClr>
              </a:gs>
            </a:gsLst>
            <a:lin ang="5400000" scaled="0"/>
          </a:gradFill>
          <a:ln cap="flat" cmpd="sng" w="9525">
            <a:solidFill>
              <a:srgbClr val="0FADE8"/>
            </a:solidFill>
            <a:prstDash val="solid"/>
            <a:round/>
            <a:headEnd len="sm" w="sm" type="none"/>
            <a:tailEnd len="sm" w="sm" type="none"/>
          </a:ln>
        </p:spPr>
        <p:txBody>
          <a:bodyPr anchorCtr="0" anchor="ctr" bIns="45700" lIns="91425" spcFirstLastPara="1" rIns="91425" wrap="square" tIns="45700">
            <a:normAutofit/>
          </a:bodyPr>
          <a:lstStyle/>
          <a:p>
            <a:pPr indent="-228600" lvl="0" marL="228600" rtl="0" algn="ctr">
              <a:lnSpc>
                <a:spcPct val="120000"/>
              </a:lnSpc>
              <a:spcBef>
                <a:spcPts val="0"/>
              </a:spcBef>
              <a:spcAft>
                <a:spcPts val="0"/>
              </a:spcAft>
              <a:buSzPts val="1980"/>
              <a:buChar char="▪"/>
            </a:pPr>
            <a:r>
              <a:rPr lang="es-AR">
                <a:solidFill>
                  <a:schemeClr val="dk1"/>
                </a:solidFill>
                <a:latin typeface="Rockwell"/>
                <a:ea typeface="Rockwell"/>
                <a:cs typeface="Rockwell"/>
                <a:sym typeface="Rockwell"/>
              </a:rPr>
              <a:t>El acreedor debe invocar el privilegio de su crédito</a:t>
            </a:r>
            <a:endParaRPr/>
          </a:p>
        </p:txBody>
      </p:sp>
      <p:sp>
        <p:nvSpPr>
          <p:cNvPr id="435" name="Google Shape;435;p15"/>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
        <p:nvSpPr>
          <p:cNvPr id="436" name="Google Shape;436;p15"/>
          <p:cNvSpPr txBox="1"/>
          <p:nvPr/>
        </p:nvSpPr>
        <p:spPr>
          <a:xfrm>
            <a:off x="5382228" y="2569580"/>
            <a:ext cx="10764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Rockwell"/>
                <a:ea typeface="Rockwell"/>
                <a:cs typeface="Rockwell"/>
                <a:sym typeface="Rockwell"/>
              </a:rPr>
              <a:t>Tipos</a:t>
            </a:r>
            <a:endParaRPr/>
          </a:p>
        </p:txBody>
      </p:sp>
      <p:sp>
        <p:nvSpPr>
          <p:cNvPr id="437" name="Google Shape;437;p15"/>
          <p:cNvSpPr txBox="1"/>
          <p:nvPr/>
        </p:nvSpPr>
        <p:spPr>
          <a:xfrm>
            <a:off x="7859210" y="1099595"/>
            <a:ext cx="3379808" cy="369332"/>
          </a:xfrm>
          <a:prstGeom prst="rect">
            <a:avLst/>
          </a:prstGeom>
          <a:gradFill>
            <a:gsLst>
              <a:gs pos="0">
                <a:srgbClr val="4881CC"/>
              </a:gs>
              <a:gs pos="69000">
                <a:srgbClr val="2162B6"/>
              </a:gs>
              <a:gs pos="100000">
                <a:srgbClr val="1D59A7"/>
              </a:gs>
            </a:gsLst>
            <a:lin ang="5400000" scaled="0"/>
          </a:gradFill>
          <a:ln>
            <a:noFill/>
          </a:ln>
          <a:effectLst>
            <a:outerShdw blurRad="38100" rotWithShape="0" dir="5400000" dist="25400">
              <a:srgbClr val="000000">
                <a:alpha val="74901"/>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Rockwell"/>
                <a:ea typeface="Rockwell"/>
                <a:cs typeface="Rockwell"/>
                <a:sym typeface="Rockwell"/>
              </a:rPr>
              <a:t>Privilegio Especial</a:t>
            </a:r>
            <a:endParaRPr/>
          </a:p>
        </p:txBody>
      </p:sp>
      <p:sp>
        <p:nvSpPr>
          <p:cNvPr id="438" name="Google Shape;438;p15"/>
          <p:cNvSpPr txBox="1"/>
          <p:nvPr/>
        </p:nvSpPr>
        <p:spPr>
          <a:xfrm>
            <a:off x="7859210" y="2523546"/>
            <a:ext cx="3379808" cy="369332"/>
          </a:xfrm>
          <a:prstGeom prst="rect">
            <a:avLst/>
          </a:prstGeom>
          <a:gradFill>
            <a:gsLst>
              <a:gs pos="0">
                <a:srgbClr val="4881CC"/>
              </a:gs>
              <a:gs pos="69000">
                <a:srgbClr val="2162B6"/>
              </a:gs>
              <a:gs pos="100000">
                <a:srgbClr val="1D59A7"/>
              </a:gs>
            </a:gsLst>
            <a:lin ang="5400000" scaled="0"/>
          </a:gradFill>
          <a:ln>
            <a:noFill/>
          </a:ln>
          <a:effectLst>
            <a:outerShdw blurRad="38100" rotWithShape="0" dir="5400000" dist="25400">
              <a:srgbClr val="000000">
                <a:alpha val="74901"/>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Rockwell"/>
                <a:ea typeface="Rockwell"/>
                <a:cs typeface="Rockwell"/>
                <a:sym typeface="Rockwell"/>
              </a:rPr>
              <a:t>Privilegio General</a:t>
            </a:r>
            <a:endParaRPr/>
          </a:p>
        </p:txBody>
      </p:sp>
      <p:sp>
        <p:nvSpPr>
          <p:cNvPr id="439" name="Google Shape;439;p15"/>
          <p:cNvSpPr txBox="1"/>
          <p:nvPr/>
        </p:nvSpPr>
        <p:spPr>
          <a:xfrm>
            <a:off x="7859210" y="3947497"/>
            <a:ext cx="3379808" cy="369332"/>
          </a:xfrm>
          <a:prstGeom prst="rect">
            <a:avLst/>
          </a:prstGeom>
          <a:gradFill>
            <a:gsLst>
              <a:gs pos="0">
                <a:srgbClr val="4881CC"/>
              </a:gs>
              <a:gs pos="69000">
                <a:srgbClr val="2162B6"/>
              </a:gs>
              <a:gs pos="100000">
                <a:srgbClr val="1D59A7"/>
              </a:gs>
            </a:gsLst>
            <a:lin ang="5400000" scaled="0"/>
          </a:gradFill>
          <a:ln>
            <a:noFill/>
          </a:ln>
          <a:effectLst>
            <a:outerShdw blurRad="38100" rotWithShape="0" dir="5400000" dist="25400">
              <a:srgbClr val="000000">
                <a:alpha val="74901"/>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Rockwell"/>
                <a:ea typeface="Rockwell"/>
                <a:cs typeface="Rockwell"/>
                <a:sym typeface="Rockwell"/>
              </a:rPr>
              <a:t>Quirografario</a:t>
            </a:r>
            <a:endParaRPr/>
          </a:p>
        </p:txBody>
      </p:sp>
      <p:sp>
        <p:nvSpPr>
          <p:cNvPr id="440" name="Google Shape;440;p15"/>
          <p:cNvSpPr/>
          <p:nvPr/>
        </p:nvSpPr>
        <p:spPr>
          <a:xfrm>
            <a:off x="6453850" y="1116163"/>
            <a:ext cx="879676" cy="336195"/>
          </a:xfrm>
          <a:prstGeom prst="rightArrow">
            <a:avLst>
              <a:gd fmla="val 50000" name="adj1"/>
              <a:gd fmla="val 50000" name="adj2"/>
            </a:avLst>
          </a:prstGeom>
          <a:solidFill>
            <a:schemeClr val="accent1"/>
          </a:solidFill>
          <a:ln cap="flat" cmpd="sng" w="15875">
            <a:solidFill>
              <a:srgbClr val="0A7D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441" name="Google Shape;441;p15"/>
          <p:cNvSpPr/>
          <p:nvPr/>
        </p:nvSpPr>
        <p:spPr>
          <a:xfrm>
            <a:off x="6453850" y="2540114"/>
            <a:ext cx="879676" cy="336195"/>
          </a:xfrm>
          <a:prstGeom prst="rightArrow">
            <a:avLst>
              <a:gd fmla="val 50000" name="adj1"/>
              <a:gd fmla="val 50000" name="adj2"/>
            </a:avLst>
          </a:prstGeom>
          <a:solidFill>
            <a:schemeClr val="accent1"/>
          </a:solidFill>
          <a:ln cap="flat" cmpd="sng" w="15875">
            <a:solidFill>
              <a:srgbClr val="0A7D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
        <p:nvSpPr>
          <p:cNvPr id="442" name="Google Shape;442;p15"/>
          <p:cNvSpPr/>
          <p:nvPr/>
        </p:nvSpPr>
        <p:spPr>
          <a:xfrm>
            <a:off x="6453850" y="3964065"/>
            <a:ext cx="879676" cy="336195"/>
          </a:xfrm>
          <a:prstGeom prst="rightArrow">
            <a:avLst>
              <a:gd fmla="val 50000" name="adj1"/>
              <a:gd fmla="val 50000" name="adj2"/>
            </a:avLst>
          </a:prstGeom>
          <a:solidFill>
            <a:schemeClr val="accent1"/>
          </a:solidFill>
          <a:ln cap="flat" cmpd="sng" w="15875">
            <a:solidFill>
              <a:srgbClr val="0A7DA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ckwell"/>
              <a:ea typeface="Rockwell"/>
              <a:cs typeface="Rockwell"/>
              <a:sym typeface="Rockwe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6"/>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Jurisprudencia</a:t>
            </a:r>
            <a:endParaRPr/>
          </a:p>
        </p:txBody>
      </p:sp>
      <p:sp>
        <p:nvSpPr>
          <p:cNvPr id="448" name="Google Shape;448;p16"/>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l">
              <a:lnSpc>
                <a:spcPct val="120000"/>
              </a:lnSpc>
              <a:spcBef>
                <a:spcPts val="0"/>
              </a:spcBef>
              <a:spcAft>
                <a:spcPts val="0"/>
              </a:spcAft>
              <a:buSzPct val="110000"/>
              <a:buChar char="▪"/>
            </a:pPr>
            <a:r>
              <a:rPr lang="es-AR"/>
              <a:t>El acreedor que omite peticionar expresamente la verificación privilegiada de su crédito, se priva de su preferencia y esa insinuación omisiva -salvo el supuesto del crédito laboral en razón de su especial modo de renunciabilidad- no puede ser suplida oficiosamente por el síndico o por el juez, pues estimar el privilegio excedería de la pretensión articulada. El acreedor tiene la carga de invocar su privilegio mientras esté abierto el periodo en que puede presentarse al síndico solicitando verificación; si lo hace pasada esa etapa, se lo verificará como quirografario, salvo que desista antes de la resolución judicial que declara verificado, admisible o inadmisible el crédito. Cuando el acreedor, en la oportunidad de introducir su pretensión verificatoria, omite algunos de los aspectos que hacen a su debida integración, no puede introducir posteriormente la cuestión omitida. No puede permitirse que durante el plazo para impugnar, el acreedor se vuelva sobre su conducta anterior, y reclame un privilegio que antes no mencionó, desde que ello importa una seria lesión al derecho de defensa en juicio del resto de los acreedores. </a:t>
            </a:r>
            <a:endParaRPr/>
          </a:p>
          <a:p>
            <a:pPr indent="-228600" lvl="0" marL="228600" rtl="0" algn="l">
              <a:lnSpc>
                <a:spcPct val="120000"/>
              </a:lnSpc>
              <a:spcBef>
                <a:spcPts val="1000"/>
              </a:spcBef>
              <a:spcAft>
                <a:spcPts val="0"/>
              </a:spcAft>
              <a:buSzPct val="110000"/>
              <a:buChar char="▪"/>
            </a:pPr>
            <a:r>
              <a:rPr lang="es-AR"/>
              <a:t>SCJ de Mendoza,.sala I,21-12-2000,"Lascar SA" </a:t>
            </a:r>
            <a:endParaRPr/>
          </a:p>
          <a:p>
            <a:pPr indent="-121730" lvl="0" marL="228600" rtl="0" algn="l">
              <a:lnSpc>
                <a:spcPct val="120000"/>
              </a:lnSpc>
              <a:spcBef>
                <a:spcPts val="1000"/>
              </a:spcBef>
              <a:spcAft>
                <a:spcPts val="0"/>
              </a:spcAft>
              <a:buSzPct val="110000"/>
              <a:buNone/>
            </a:pPr>
            <a:r>
              <a:t/>
            </a:r>
            <a:endParaRPr/>
          </a:p>
          <a:p>
            <a:pPr indent="-121730" lvl="0" marL="228600" rtl="0" algn="l">
              <a:lnSpc>
                <a:spcPct val="120000"/>
              </a:lnSpc>
              <a:spcBef>
                <a:spcPts val="1000"/>
              </a:spcBef>
              <a:spcAft>
                <a:spcPts val="0"/>
              </a:spcAft>
              <a:buSzPct val="110000"/>
              <a:buNone/>
            </a:pPr>
            <a:r>
              <a:t/>
            </a:r>
            <a:endParaRPr/>
          </a:p>
        </p:txBody>
      </p:sp>
      <p:sp>
        <p:nvSpPr>
          <p:cNvPr id="449" name="Google Shape;449;p16"/>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7"/>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Supuestos Especiales de Verificacion</a:t>
            </a:r>
            <a:endParaRPr/>
          </a:p>
        </p:txBody>
      </p:sp>
      <p:sp>
        <p:nvSpPr>
          <p:cNvPr id="455" name="Google Shape;455;p17"/>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Verificacion de créditos laborales</a:t>
            </a:r>
            <a:endParaRPr/>
          </a:p>
          <a:p>
            <a:pPr indent="-228600" lvl="0" marL="228600" rtl="0" algn="l">
              <a:lnSpc>
                <a:spcPct val="120000"/>
              </a:lnSpc>
              <a:spcBef>
                <a:spcPts val="1000"/>
              </a:spcBef>
              <a:spcAft>
                <a:spcPts val="0"/>
              </a:spcAft>
              <a:buSzPts val="1980"/>
              <a:buChar char="▪"/>
            </a:pPr>
            <a:r>
              <a:rPr lang="es-AR"/>
              <a:t>Verificacion de creditos por honorarios profesionales</a:t>
            </a:r>
            <a:endParaRPr/>
          </a:p>
          <a:p>
            <a:pPr indent="-228600" lvl="0" marL="228600" rtl="0" algn="l">
              <a:lnSpc>
                <a:spcPct val="120000"/>
              </a:lnSpc>
              <a:spcBef>
                <a:spcPts val="1000"/>
              </a:spcBef>
              <a:spcAft>
                <a:spcPts val="0"/>
              </a:spcAft>
              <a:buSzPts val="1980"/>
              <a:buChar char="▪"/>
            </a:pPr>
            <a:r>
              <a:rPr lang="es-AR"/>
              <a:t>Verificación de créditos fiscales</a:t>
            </a:r>
            <a:endParaRPr/>
          </a:p>
          <a:p>
            <a:pPr indent="-228600" lvl="0" marL="228600" rtl="0" algn="l">
              <a:lnSpc>
                <a:spcPct val="120000"/>
              </a:lnSpc>
              <a:spcBef>
                <a:spcPts val="1000"/>
              </a:spcBef>
              <a:spcAft>
                <a:spcPts val="0"/>
              </a:spcAft>
              <a:buSzPts val="1980"/>
              <a:buChar char="▪"/>
            </a:pPr>
            <a:r>
              <a:rPr lang="es-AR"/>
              <a:t>Verificación de sentencia con autoridad de cosa juzgada</a:t>
            </a:r>
            <a:endParaRPr/>
          </a:p>
          <a:p>
            <a:pPr indent="-228600" lvl="0" marL="228600" rtl="0" algn="l">
              <a:lnSpc>
                <a:spcPct val="120000"/>
              </a:lnSpc>
              <a:spcBef>
                <a:spcPts val="1000"/>
              </a:spcBef>
              <a:spcAft>
                <a:spcPts val="0"/>
              </a:spcAft>
              <a:buSzPts val="1980"/>
              <a:buChar char="▪"/>
            </a:pPr>
            <a:r>
              <a:rPr lang="es-AR"/>
              <a:t>Verificación de créditos extranjeros</a:t>
            </a:r>
            <a:endParaRPr/>
          </a:p>
        </p:txBody>
      </p:sp>
      <p:sp>
        <p:nvSpPr>
          <p:cNvPr id="456" name="Google Shape;456;p17"/>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18"/>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33</a:t>
            </a:r>
            <a:endParaRPr/>
          </a:p>
        </p:txBody>
      </p:sp>
      <p:sp>
        <p:nvSpPr>
          <p:cNvPr id="462" name="Google Shape;462;p18"/>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ARTICULO 33.- Facultades de información. El síndico debe realizar todas las compulsas necesarias en los libros y documentos del concursado y, en cuanto corresponda, en los del acreedor. Puede, asimismo, valerse de todos los elementos de juicio que estime útiles y, en caso de negativa a suministrarlos, solicitar del juez de la causa las medidas pertinentes.</a:t>
            </a:r>
            <a:endParaRPr/>
          </a:p>
          <a:p>
            <a:pPr indent="-228600" lvl="0" marL="228600" rtl="0" algn="l">
              <a:lnSpc>
                <a:spcPct val="120000"/>
              </a:lnSpc>
              <a:spcBef>
                <a:spcPts val="1000"/>
              </a:spcBef>
              <a:spcAft>
                <a:spcPts val="0"/>
              </a:spcAft>
              <a:buSzPts val="1980"/>
              <a:buChar char="▪"/>
            </a:pPr>
            <a:r>
              <a:rPr lang="es-AR"/>
              <a:t>Debe conservar el legajo por acreedor presentado por el concursado, incorporando la solicitud de verificación y documentación acompañada por el acreedor, y formar y conservar los legajos correspondientes a los acreedores no denunciados que soliciten la verificación de sus créditos. En dichos legajos el síndico deberá dejar constancia de las medidas realizadas.</a:t>
            </a:r>
            <a:endParaRPr/>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9"/>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33</a:t>
            </a:r>
            <a:endParaRPr/>
          </a:p>
        </p:txBody>
      </p:sp>
      <p:sp>
        <p:nvSpPr>
          <p:cNvPr id="468" name="Google Shape;468;p19"/>
          <p:cNvSpPr txBox="1"/>
          <p:nvPr>
            <p:ph idx="1" type="body"/>
          </p:nvPr>
        </p:nvSpPr>
        <p:spPr>
          <a:xfrm>
            <a:off x="4713531" y="979350"/>
            <a:ext cx="7571616" cy="3989391"/>
          </a:xfrm>
          <a:prstGeom prst="rect">
            <a:avLst/>
          </a:prstGeom>
          <a:noFill/>
          <a:ln>
            <a:noFill/>
          </a:ln>
        </p:spPr>
        <p:txBody>
          <a:bodyPr anchorCtr="0" anchor="ctr" bIns="45700" lIns="91425" spcFirstLastPara="1" rIns="91425" wrap="square" tIns="45700">
            <a:normAutofit fontScale="92500" lnSpcReduction="20000"/>
          </a:bodyPr>
          <a:lstStyle/>
          <a:p>
            <a:pPr indent="-228600" lvl="0" marL="228600" rtl="0" algn="l">
              <a:lnSpc>
                <a:spcPct val="120000"/>
              </a:lnSpc>
              <a:spcBef>
                <a:spcPts val="0"/>
              </a:spcBef>
              <a:spcAft>
                <a:spcPts val="0"/>
              </a:spcAft>
              <a:buSzPct val="110000"/>
              <a:buChar char="▪"/>
            </a:pPr>
            <a:r>
              <a:rPr lang="es-AR"/>
              <a:t>Acreedores</a:t>
            </a:r>
            <a:endParaRPr/>
          </a:p>
          <a:p>
            <a:pPr indent="-228600" lvl="1" marL="685800" rtl="0" algn="l">
              <a:lnSpc>
                <a:spcPct val="120000"/>
              </a:lnSpc>
              <a:spcBef>
                <a:spcPts val="500"/>
              </a:spcBef>
              <a:spcAft>
                <a:spcPts val="0"/>
              </a:spcAft>
              <a:buSzPct val="110000"/>
              <a:buChar char="▪"/>
            </a:pPr>
            <a:r>
              <a:rPr lang="es-AR"/>
              <a:t>Concurrencia Forzosa</a:t>
            </a:r>
            <a:endParaRPr/>
          </a:p>
          <a:p>
            <a:pPr indent="-228600" lvl="1" marL="685800" rtl="0" algn="l">
              <a:lnSpc>
                <a:spcPct val="120000"/>
              </a:lnSpc>
              <a:spcBef>
                <a:spcPts val="500"/>
              </a:spcBef>
              <a:spcAft>
                <a:spcPts val="0"/>
              </a:spcAft>
              <a:buSzPct val="110000"/>
              <a:buChar char="▪"/>
            </a:pPr>
            <a:r>
              <a:rPr lang="es-AR"/>
              <a:t>Se busca simplificar cargas a los acreedores</a:t>
            </a:r>
            <a:endParaRPr/>
          </a:p>
          <a:p>
            <a:pPr indent="-228600" lvl="1" marL="685800" rtl="0" algn="l">
              <a:lnSpc>
                <a:spcPct val="120000"/>
              </a:lnSpc>
              <a:spcBef>
                <a:spcPts val="500"/>
              </a:spcBef>
              <a:spcAft>
                <a:spcPts val="0"/>
              </a:spcAft>
              <a:buSzPct val="110000"/>
              <a:buChar char="▪"/>
            </a:pPr>
            <a:r>
              <a:rPr lang="es-AR"/>
              <a:t>Procedimiento no controversial</a:t>
            </a:r>
            <a:endParaRPr/>
          </a:p>
          <a:p>
            <a:pPr indent="-228600" lvl="0" marL="228600" rtl="0" algn="l">
              <a:lnSpc>
                <a:spcPct val="120000"/>
              </a:lnSpc>
              <a:spcBef>
                <a:spcPts val="1000"/>
              </a:spcBef>
              <a:spcAft>
                <a:spcPts val="0"/>
              </a:spcAft>
              <a:buSzPct val="110000"/>
              <a:buChar char="▪"/>
            </a:pPr>
            <a:r>
              <a:rPr lang="es-AR"/>
              <a:t>Se Salvaguardan garantias del debido proceso – observaciones – recurso</a:t>
            </a:r>
            <a:endParaRPr/>
          </a:p>
          <a:p>
            <a:pPr indent="-228600" lvl="1" marL="685800" rtl="0" algn="l">
              <a:lnSpc>
                <a:spcPct val="120000"/>
              </a:lnSpc>
              <a:spcBef>
                <a:spcPts val="500"/>
              </a:spcBef>
              <a:spcAft>
                <a:spcPts val="0"/>
              </a:spcAft>
              <a:buSzPct val="110000"/>
              <a:buChar char="▪"/>
            </a:pPr>
            <a:r>
              <a:rPr lang="es-AR"/>
              <a:t>No reconocimiento del deudor como contraparte</a:t>
            </a:r>
            <a:endParaRPr/>
          </a:p>
          <a:p>
            <a:pPr indent="-228600" lvl="1" marL="685800" rtl="0" algn="l">
              <a:lnSpc>
                <a:spcPct val="120000"/>
              </a:lnSpc>
              <a:spcBef>
                <a:spcPts val="500"/>
              </a:spcBef>
              <a:spcAft>
                <a:spcPts val="0"/>
              </a:spcAft>
              <a:buSzPct val="110000"/>
              <a:buChar char="▪"/>
            </a:pPr>
            <a:r>
              <a:rPr lang="es-AR"/>
              <a:t>Simplificacion cargas para presentacion – patrocinio, indicar causa</a:t>
            </a:r>
            <a:endParaRPr/>
          </a:p>
          <a:p>
            <a:pPr indent="-228600" lvl="0" marL="228600" rtl="0" algn="l">
              <a:lnSpc>
                <a:spcPct val="120000"/>
              </a:lnSpc>
              <a:spcBef>
                <a:spcPts val="1000"/>
              </a:spcBef>
              <a:spcAft>
                <a:spcPts val="0"/>
              </a:spcAft>
              <a:buSzPct val="110000"/>
              <a:buChar char="▪"/>
            </a:pPr>
            <a:r>
              <a:rPr lang="es-AR"/>
              <a:t>Deberes y facultades del sindico</a:t>
            </a:r>
            <a:endParaRPr/>
          </a:p>
          <a:p>
            <a:pPr indent="-228600" lvl="1" marL="685800" rtl="0" algn="l">
              <a:lnSpc>
                <a:spcPct val="120000"/>
              </a:lnSpc>
              <a:spcBef>
                <a:spcPts val="500"/>
              </a:spcBef>
              <a:spcAft>
                <a:spcPts val="0"/>
              </a:spcAft>
              <a:buSzPct val="110000"/>
              <a:buChar char="▪"/>
            </a:pPr>
            <a:r>
              <a:rPr lang="es-AR"/>
              <a:t>Compulsar libros y documentacion</a:t>
            </a:r>
            <a:endParaRPr/>
          </a:p>
          <a:p>
            <a:pPr indent="-228600" lvl="1" marL="685800" rtl="0" algn="l">
              <a:lnSpc>
                <a:spcPct val="120000"/>
              </a:lnSpc>
              <a:spcBef>
                <a:spcPts val="500"/>
              </a:spcBef>
              <a:spcAft>
                <a:spcPts val="0"/>
              </a:spcAft>
              <a:buSzPct val="110000"/>
              <a:buChar char="▪"/>
            </a:pPr>
            <a:r>
              <a:rPr lang="es-AR"/>
              <a:t>Aplicar Medidas necesarias para valerse de elementos</a:t>
            </a:r>
            <a:endParaRPr/>
          </a:p>
          <a:p>
            <a:pPr indent="-228600" lvl="1" marL="685800" rtl="0" algn="l">
              <a:lnSpc>
                <a:spcPct val="120000"/>
              </a:lnSpc>
              <a:spcBef>
                <a:spcPts val="500"/>
              </a:spcBef>
              <a:spcAft>
                <a:spcPts val="0"/>
              </a:spcAft>
              <a:buSzPct val="110000"/>
              <a:buChar char="▪"/>
            </a:pPr>
            <a:r>
              <a:rPr lang="es-AR"/>
              <a:t>Solicitar al juez medidas</a:t>
            </a:r>
            <a:endParaRPr/>
          </a:p>
          <a:p>
            <a:pPr indent="-112300" lvl="0" marL="228600" rtl="0" algn="l">
              <a:lnSpc>
                <a:spcPct val="120000"/>
              </a:lnSpc>
              <a:spcBef>
                <a:spcPts val="1000"/>
              </a:spcBef>
              <a:spcAft>
                <a:spcPts val="0"/>
              </a:spcAft>
              <a:buSzPct val="110000"/>
              <a:buNone/>
            </a:pPr>
            <a:r>
              <a:t/>
            </a:r>
            <a:endParaRPr/>
          </a:p>
        </p:txBody>
      </p:sp>
      <p:sp>
        <p:nvSpPr>
          <p:cNvPr id="469" name="Google Shape;469;p19"/>
          <p:cNvSpPr txBox="1"/>
          <p:nvPr/>
        </p:nvSpPr>
        <p:spPr>
          <a:xfrm>
            <a:off x="888631" y="5395952"/>
            <a:ext cx="10110839" cy="1200329"/>
          </a:xfrm>
          <a:prstGeom prst="rect">
            <a:avLst/>
          </a:prstGeom>
          <a:gradFill>
            <a:gsLst>
              <a:gs pos="0">
                <a:srgbClr val="C8E6FC">
                  <a:alpha val="60000"/>
                </a:srgbClr>
              </a:gs>
              <a:gs pos="100000">
                <a:srgbClr val="7BCAFA">
                  <a:alpha val="91764"/>
                </a:srgbClr>
              </a:gs>
            </a:gsLst>
            <a:lin ang="5400000" scaled="0"/>
          </a:gradFill>
          <a:ln cap="flat" cmpd="sng" w="9525">
            <a:solidFill>
              <a:srgbClr val="0FADE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1800">
                <a:solidFill>
                  <a:srgbClr val="595959"/>
                </a:solidFill>
                <a:latin typeface="Rockwell"/>
                <a:ea typeface="Rockwell"/>
                <a:cs typeface="Rockwell"/>
                <a:sym typeface="Rockwell"/>
              </a:rPr>
              <a:t>Las amplias facultades que la ley le otorga al síndico, proporcionales a su responsabilidad en este proceso, guardan relación con lo establecido en el art. 275 de la LCQ que refiere de modo general </a:t>
            </a:r>
            <a:endParaRPr/>
          </a:p>
          <a:p>
            <a:pPr indent="0" lvl="0" marL="0" marR="0" rtl="0" algn="l">
              <a:spcBef>
                <a:spcPts val="0"/>
              </a:spcBef>
              <a:spcAft>
                <a:spcPts val="0"/>
              </a:spcAft>
              <a:buNone/>
            </a:pPr>
            <a:r>
              <a:t/>
            </a:r>
            <a:endParaRPr sz="1800">
              <a:solidFill>
                <a:schemeClr val="dk1"/>
              </a:solidFill>
              <a:latin typeface="Rockwell"/>
              <a:ea typeface="Rockwell"/>
              <a:cs typeface="Rockwell"/>
              <a:sym typeface="Rockwe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0"/>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Facultades del sindico</a:t>
            </a:r>
            <a:endParaRPr/>
          </a:p>
        </p:txBody>
      </p:sp>
      <p:sp>
        <p:nvSpPr>
          <p:cNvPr id="475" name="Google Shape;475;p20"/>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47500" lnSpcReduction="20000"/>
          </a:bodyPr>
          <a:lstStyle/>
          <a:p>
            <a:pPr indent="-228600" lvl="0" marL="228600" rtl="0" algn="l">
              <a:lnSpc>
                <a:spcPct val="120000"/>
              </a:lnSpc>
              <a:spcBef>
                <a:spcPts val="0"/>
              </a:spcBef>
              <a:spcAft>
                <a:spcPts val="0"/>
              </a:spcAft>
              <a:buSzPct val="110000"/>
              <a:buChar char="▪"/>
            </a:pPr>
            <a:r>
              <a:rPr lang="es-AR"/>
              <a:t>ARTICULO 275.- Deberes y facultades del síndico. Compete al síndico efectuar las peticiones necesarias para la rápida tramitación de la causa, la averiguación de la situación patrimonial del concursado, los hechos que puedan haber incidido en ella y la determinación de sus responsables. A tal fin tiene, entre otras, las siguientes facultades:</a:t>
            </a:r>
            <a:endParaRPr/>
          </a:p>
          <a:p>
            <a:pPr indent="-228600" lvl="0" marL="228600" rtl="0" algn="l">
              <a:lnSpc>
                <a:spcPct val="120000"/>
              </a:lnSpc>
              <a:spcBef>
                <a:spcPts val="1000"/>
              </a:spcBef>
              <a:spcAft>
                <a:spcPts val="0"/>
              </a:spcAft>
              <a:buSzPct val="110000"/>
              <a:buChar char="▪"/>
            </a:pPr>
            <a:r>
              <a:rPr lang="es-AR"/>
              <a:t>1) Librar toda cédula y oficios ordenados, excepto los que se dirijan al presidente de la Nación, gobernadores, ministros y secretarios de Estado, funcionarios de análoga jerarquía y magistrados judiciales;</a:t>
            </a:r>
            <a:endParaRPr/>
          </a:p>
          <a:p>
            <a:pPr indent="-228600" lvl="0" marL="228600" rtl="0" algn="l">
              <a:lnSpc>
                <a:spcPct val="120000"/>
              </a:lnSpc>
              <a:spcBef>
                <a:spcPts val="1000"/>
              </a:spcBef>
              <a:spcAft>
                <a:spcPts val="0"/>
              </a:spcAft>
              <a:buSzPct val="110000"/>
              <a:buChar char="▪"/>
            </a:pPr>
            <a:r>
              <a:rPr b="1" i="1" lang="es-AR" u="sng"/>
              <a:t>2) Solicitar directamente informes a entidades públicas y privadas.</a:t>
            </a:r>
            <a:endParaRPr/>
          </a:p>
          <a:p>
            <a:pPr indent="-228600" lvl="0" marL="228600" rtl="0" algn="l">
              <a:lnSpc>
                <a:spcPct val="120000"/>
              </a:lnSpc>
              <a:spcBef>
                <a:spcPts val="1000"/>
              </a:spcBef>
              <a:spcAft>
                <a:spcPts val="0"/>
              </a:spcAft>
              <a:buSzPct val="110000"/>
              <a:buChar char="▪"/>
            </a:pPr>
            <a:r>
              <a:rPr b="1" i="1" lang="es-AR" u="sng"/>
              <a:t>En caso que el requerido entienda improcedente la solicitud, debe pedir al juez se la deje sin efecto, dentro del quinto día de recibida;</a:t>
            </a:r>
            <a:endParaRPr/>
          </a:p>
          <a:p>
            <a:pPr indent="-228600" lvl="0" marL="228600" rtl="0" algn="l">
              <a:lnSpc>
                <a:spcPct val="120000"/>
              </a:lnSpc>
              <a:spcBef>
                <a:spcPts val="1000"/>
              </a:spcBef>
              <a:spcAft>
                <a:spcPts val="0"/>
              </a:spcAft>
              <a:buSzPct val="110000"/>
              <a:buChar char="▪"/>
            </a:pPr>
            <a:r>
              <a:rPr b="1" i="1" lang="es-AR" u="sng"/>
              <a:t>3) Requerir del concursado o terceros las explicaciones que estime pertinentes. En caso de negativa o resistencia de los interpelados, puede solicitar al juez la aplicación de los Artículos 17, 103 y 274, inciso 1;</a:t>
            </a:r>
            <a:endParaRPr/>
          </a:p>
          <a:p>
            <a:pPr indent="-228600" lvl="0" marL="228600" rtl="0" algn="l">
              <a:lnSpc>
                <a:spcPct val="120000"/>
              </a:lnSpc>
              <a:spcBef>
                <a:spcPts val="1000"/>
              </a:spcBef>
              <a:spcAft>
                <a:spcPts val="0"/>
              </a:spcAft>
              <a:buSzPct val="110000"/>
              <a:buChar char="▪"/>
            </a:pPr>
            <a:r>
              <a:rPr b="1" i="1" lang="es-AR" u="sng"/>
              <a:t>4) Examinar, sin necesidad de autorización judicial alguna, los expedientes judiciales o extrajudiciales donde se ventile una cuestión patrimonial del concursado o vinculada directamente con ella</a:t>
            </a:r>
            <a:r>
              <a:rPr lang="es-AR"/>
              <a:t>;</a:t>
            </a:r>
            <a:endParaRPr/>
          </a:p>
          <a:p>
            <a:pPr indent="-228600" lvl="0" marL="228600" rtl="0" algn="l">
              <a:lnSpc>
                <a:spcPct val="120000"/>
              </a:lnSpc>
              <a:spcBef>
                <a:spcPts val="1000"/>
              </a:spcBef>
              <a:spcAft>
                <a:spcPts val="0"/>
              </a:spcAft>
              <a:buSzPct val="110000"/>
              <a:buChar char="▪"/>
            </a:pPr>
            <a:r>
              <a:rPr lang="es-AR"/>
              <a:t>5) Expedir certificados de prestación servicios de los dependientes, destinados a la presentación ante los organismos de seguridad social, según constancias de la contabilidad;</a:t>
            </a:r>
            <a:endParaRPr/>
          </a:p>
          <a:p>
            <a:pPr indent="-228600" lvl="0" marL="228600" rtl="0" algn="l">
              <a:lnSpc>
                <a:spcPct val="120000"/>
              </a:lnSpc>
              <a:spcBef>
                <a:spcPts val="1000"/>
              </a:spcBef>
              <a:spcAft>
                <a:spcPts val="0"/>
              </a:spcAft>
              <a:buSzPct val="110000"/>
              <a:buChar char="▪"/>
            </a:pPr>
            <a:r>
              <a:rPr lang="es-AR"/>
              <a:t>6) En general, solicitar todas las medidas dispuestas por esta ley y otras que sean procedentes a los fines indicados.</a:t>
            </a:r>
            <a:endParaRPr/>
          </a:p>
          <a:p>
            <a:pPr indent="-228600" lvl="0" marL="228600" rtl="0" algn="l">
              <a:lnSpc>
                <a:spcPct val="120000"/>
              </a:lnSpc>
              <a:spcBef>
                <a:spcPts val="1000"/>
              </a:spcBef>
              <a:spcAft>
                <a:spcPts val="0"/>
              </a:spcAft>
              <a:buSzPct val="110000"/>
              <a:buChar char="▪"/>
            </a:pPr>
            <a:r>
              <a:rPr lang="es-AR"/>
              <a:t>7) Durante el período de verificación de créditos y hasta la presentación del informe individual, debe tener oficina abierta al público en los horarios que determine la reglamentación que al efecto dictará la Cámara de Apelaciones respectiva.</a:t>
            </a:r>
            <a:endParaRPr/>
          </a:p>
          <a:p>
            <a:pPr indent="-228600" lvl="0" marL="228600" rtl="0" algn="l">
              <a:lnSpc>
                <a:spcPct val="120000"/>
              </a:lnSpc>
              <a:spcBef>
                <a:spcPts val="1000"/>
              </a:spcBef>
              <a:spcAft>
                <a:spcPts val="0"/>
              </a:spcAft>
              <a:buSzPct val="110000"/>
              <a:buChar char="▪"/>
            </a:pPr>
            <a:r>
              <a:rPr lang="es-AR"/>
              <a:t>8) El síndico debe dar recibo con fecha y hora bajo su firma o de la persona autorizada expresamente en el expediente, de todo escrito que le sea presentado en su oficina durante el período de verificación de créditos y hasta la presentación del informe individual, el que se extenderá en una copia del mismo escrito.</a:t>
            </a:r>
            <a:endParaRPr/>
          </a:p>
          <a:p>
            <a:pPr indent="-228600" lvl="0" marL="228600" rtl="0" algn="l">
              <a:lnSpc>
                <a:spcPct val="120000"/>
              </a:lnSpc>
              <a:spcBef>
                <a:spcPts val="1000"/>
              </a:spcBef>
              <a:spcAft>
                <a:spcPts val="0"/>
              </a:spcAft>
              <a:buSzPct val="110000"/>
              <a:buChar char="▪"/>
            </a:pPr>
            <a:r>
              <a:rPr lang="es-AR"/>
              <a:t>El síndico es parte en el proceso principal, en todos sus incidentes y en los demás juicios de carácter patrimonial en los que sea parte el concursado, salvo los que deriven de relaciones de familia en la medida dispuesta por esta ley.</a:t>
            </a:r>
            <a:endParaRPr/>
          </a:p>
          <a:p>
            <a:pPr indent="-168878" lvl="0" marL="228600" rtl="0" algn="l">
              <a:lnSpc>
                <a:spcPct val="120000"/>
              </a:lnSpc>
              <a:spcBef>
                <a:spcPts val="1000"/>
              </a:spcBef>
              <a:spcAft>
                <a:spcPts val="0"/>
              </a:spcAft>
              <a:buSzPct val="11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1"/>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Legajo</a:t>
            </a:r>
            <a:endParaRPr/>
          </a:p>
        </p:txBody>
      </p:sp>
      <p:sp>
        <p:nvSpPr>
          <p:cNvPr id="481" name="Google Shape;481;p21"/>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540"/>
              <a:buChar char="▪"/>
            </a:pPr>
            <a:r>
              <a:rPr i="1" lang="es-AR" sz="1400"/>
              <a:t>a) </a:t>
            </a:r>
            <a:r>
              <a:rPr lang="es-AR" sz="1400"/>
              <a:t>La documental aportada por el deudor al peticionar el concurso preventivo y presentar el legajo individual de cada acreedor. </a:t>
            </a:r>
            <a:endParaRPr/>
          </a:p>
          <a:p>
            <a:pPr indent="-228600" lvl="0" marL="228600" rtl="0" algn="l">
              <a:lnSpc>
                <a:spcPct val="120000"/>
              </a:lnSpc>
              <a:spcBef>
                <a:spcPts val="1000"/>
              </a:spcBef>
              <a:spcAft>
                <a:spcPts val="0"/>
              </a:spcAft>
              <a:buSzPts val="1540"/>
              <a:buChar char="▪"/>
            </a:pPr>
            <a:r>
              <a:rPr i="1" lang="es-AR" sz="1400"/>
              <a:t>b ) </a:t>
            </a:r>
            <a:r>
              <a:rPr lang="es-AR" sz="1400"/>
              <a:t>El pedido de verificacion del acreedor, con todas sus copias documentales. </a:t>
            </a:r>
            <a:endParaRPr/>
          </a:p>
          <a:p>
            <a:pPr indent="-228600" lvl="0" marL="228600" rtl="0" algn="l">
              <a:lnSpc>
                <a:spcPct val="120000"/>
              </a:lnSpc>
              <a:spcBef>
                <a:spcPts val="1000"/>
              </a:spcBef>
              <a:spcAft>
                <a:spcPts val="0"/>
              </a:spcAft>
              <a:buSzPts val="1540"/>
              <a:buChar char="▪"/>
            </a:pPr>
            <a:r>
              <a:rPr lang="es-AR" sz="1400"/>
              <a:t>c) Las observaciones que puedan haberse presentado con respecto a la insinuación por el deudor o por otro u otros acreedores. </a:t>
            </a:r>
            <a:endParaRPr/>
          </a:p>
          <a:p>
            <a:pPr indent="-228600" lvl="0" marL="228600" rtl="0" algn="l">
              <a:lnSpc>
                <a:spcPct val="120000"/>
              </a:lnSpc>
              <a:spcBef>
                <a:spcPts val="1000"/>
              </a:spcBef>
              <a:spcAft>
                <a:spcPts val="0"/>
              </a:spcAft>
              <a:buSzPts val="1540"/>
              <a:buChar char="▪"/>
            </a:pPr>
            <a:r>
              <a:rPr lang="es-AR" sz="1400"/>
              <a:t>d) Los requerimientos o pedidos de aclaraciones formulados por la sindicatura a acreedores al deudor o a terceros con relación a la petición o a aspectos determinados de ella. </a:t>
            </a:r>
            <a:endParaRPr/>
          </a:p>
          <a:p>
            <a:pPr indent="-228600" lvl="0" marL="228600" rtl="0" algn="l">
              <a:lnSpc>
                <a:spcPct val="120000"/>
              </a:lnSpc>
              <a:spcBef>
                <a:spcPts val="1000"/>
              </a:spcBef>
              <a:spcAft>
                <a:spcPts val="0"/>
              </a:spcAft>
              <a:buSzPts val="1540"/>
              <a:buChar char="▪"/>
            </a:pPr>
            <a:r>
              <a:rPr lang="es-AR" sz="1400"/>
              <a:t>e) Las respuestas que se hayan obtenido a tales requerimientos. </a:t>
            </a:r>
            <a:endParaRPr/>
          </a:p>
          <a:p>
            <a:pPr indent="-228600" lvl="0" marL="228600" rtl="0" algn="l">
              <a:lnSpc>
                <a:spcPct val="120000"/>
              </a:lnSpc>
              <a:spcBef>
                <a:spcPts val="1000"/>
              </a:spcBef>
              <a:spcAft>
                <a:spcPts val="0"/>
              </a:spcAft>
              <a:buSzPts val="1540"/>
              <a:buChar char="▪"/>
            </a:pPr>
            <a:r>
              <a:rPr lang="es-AR" sz="1400"/>
              <a:t>f)Los elementos obtenidos por la sindicatura mediante su labor indagatoria. </a:t>
            </a:r>
            <a:endParaRPr/>
          </a:p>
          <a:p>
            <a:pPr indent="-228600" lvl="0" marL="228600" rtl="0" algn="l">
              <a:lnSpc>
                <a:spcPct val="120000"/>
              </a:lnSpc>
              <a:spcBef>
                <a:spcPts val="1000"/>
              </a:spcBef>
              <a:spcAft>
                <a:spcPts val="0"/>
              </a:spcAft>
              <a:buSzPts val="1540"/>
              <a:buChar char="▪"/>
            </a:pPr>
            <a:r>
              <a:rPr lang="es-AR" sz="1400"/>
              <a:t>g) Las planillas, cálculos, compulsas, conciliaciones, liquidaciones y demás anotaciones demostrativas de las labores indagatoria y de otro tipo realizadas y de los resultados obtenidos. </a:t>
            </a:r>
            <a:endParaRPr/>
          </a:p>
          <a:p>
            <a:pPr indent="-130810" lvl="0" marL="228600" rtl="0" algn="l">
              <a:lnSpc>
                <a:spcPct val="120000"/>
              </a:lnSpc>
              <a:spcBef>
                <a:spcPts val="1000"/>
              </a:spcBef>
              <a:spcAft>
                <a:spcPts val="0"/>
              </a:spcAft>
              <a:buSzPts val="1540"/>
              <a:buNone/>
            </a:pPr>
            <a:r>
              <a:t/>
            </a:r>
            <a:endParaRPr sz="1400"/>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2"/>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Jurisprudencia</a:t>
            </a:r>
            <a:endParaRPr/>
          </a:p>
        </p:txBody>
      </p:sp>
      <p:sp>
        <p:nvSpPr>
          <p:cNvPr id="487" name="Google Shape;487;p22"/>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i="1" lang="es-AR"/>
              <a:t>"El sistema concursal prevé que el sindico provea al tribunal una opinión continente de información adecuada a la realidad material, para lo cual éste requerirá tener a su disposición documentacion que la concursada debe exhibir, la cual en parte se halla en poder de un tercero, apreciándose oneroso que deba requerirse la exhibición de tales documentos a un tercero -en los términos de los arts. 33 y 275, LCQ- en cada oportunidad, cuando podría simplificarse el trámite si se encontrara en poder de su titular" (CNCom, Sala A, 17/4/07, "Aguas Argentinas SA s/concurso preventivo slincidente de apelación"). </a:t>
            </a:r>
            <a:endParaRPr/>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3"/>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34</a:t>
            </a:r>
            <a:endParaRPr/>
          </a:p>
        </p:txBody>
      </p:sp>
      <p:sp>
        <p:nvSpPr>
          <p:cNvPr id="493" name="Google Shape;493;p23"/>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l">
              <a:lnSpc>
                <a:spcPct val="120000"/>
              </a:lnSpc>
              <a:spcBef>
                <a:spcPts val="0"/>
              </a:spcBef>
              <a:spcAft>
                <a:spcPts val="0"/>
              </a:spcAft>
              <a:buSzPct val="110000"/>
              <a:buChar char="▪"/>
            </a:pPr>
            <a:r>
              <a:rPr lang="es-AR"/>
              <a:t>Período de observación de créditos. Durante los DIEZ (10) días siguientes al vencimiento del plazo para solicitar la verificación, el deudor y los acreedores que lo hubieren hecho podrán concurrir al domicilio del síndico, a efectos de revisar los legajos y formular por escrito las impugnaciones y observaciones respecto de las solicitudes formuladas. Dichas impugnaciones deberán ser acompañadas de DOS (2) copias y se agregarán al legajo correspondiente, entregando el síndico al interesado constancia que acredite la recepción, indicando día y hora de la presentación.</a:t>
            </a:r>
            <a:endParaRPr/>
          </a:p>
          <a:p>
            <a:pPr indent="-228600" lvl="0" marL="228600" rtl="0" algn="l">
              <a:lnSpc>
                <a:spcPct val="120000"/>
              </a:lnSpc>
              <a:spcBef>
                <a:spcPts val="1000"/>
              </a:spcBef>
              <a:spcAft>
                <a:spcPts val="0"/>
              </a:spcAft>
              <a:buSzPct val="110000"/>
              <a:buChar char="▪"/>
            </a:pPr>
            <a:r>
              <a:rPr lang="es-AR"/>
              <a:t>Dentro de las CUARENTA Y OCHO (48) horas de vencido el plazo previsto en el párrafo anterior, el síndico presentará al juzgado un juego de copias de las impugnaciones recibidas para su incorporación al legajo previsto en el artículo 279.</a:t>
            </a:r>
            <a:endParaRPr/>
          </a:p>
          <a:p>
            <a:pPr indent="-228600" lvl="0" marL="228600" rtl="0" algn="l">
              <a:lnSpc>
                <a:spcPct val="120000"/>
              </a:lnSpc>
              <a:spcBef>
                <a:spcPts val="1000"/>
              </a:spcBef>
              <a:spcAft>
                <a:spcPts val="0"/>
              </a:spcAft>
              <a:buSzPct val="110000"/>
              <a:buChar char="▪"/>
            </a:pPr>
            <a:r>
              <a:rPr lang="es-AR"/>
              <a:t>Los trabajadores de la concursada que no tuvieren el carácter de acreedores tendrán derecho a revisar los legajos y ser informados por el síndico acerca de los créditos insinuados.</a:t>
            </a:r>
            <a:r>
              <a:rPr i="1" lang="es-AR"/>
              <a:t> </a:t>
            </a:r>
            <a:endParaRPr/>
          </a:p>
          <a:p>
            <a:pPr indent="0" lvl="0" marL="0" rtl="0" algn="l">
              <a:lnSpc>
                <a:spcPct val="120000"/>
              </a:lnSpc>
              <a:spcBef>
                <a:spcPts val="1000"/>
              </a:spcBef>
              <a:spcAft>
                <a:spcPts val="0"/>
              </a:spcAft>
              <a:buSzPct val="11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4"/>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34</a:t>
            </a:r>
            <a:endParaRPr/>
          </a:p>
        </p:txBody>
      </p:sp>
      <p:sp>
        <p:nvSpPr>
          <p:cNvPr id="499" name="Google Shape;499;p24"/>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just">
              <a:lnSpc>
                <a:spcPct val="120000"/>
              </a:lnSpc>
              <a:spcBef>
                <a:spcPts val="0"/>
              </a:spcBef>
              <a:spcAft>
                <a:spcPts val="0"/>
              </a:spcAft>
              <a:buSzPts val="1980"/>
              <a:buChar char="▪"/>
            </a:pPr>
            <a:r>
              <a:rPr lang="es-AR"/>
              <a:t>regula la oportunidad y el modo en que se realizará el control por los acreedores y el deudor, respecto de las otras pretensiones verificatorias. </a:t>
            </a:r>
            <a:endParaRPr/>
          </a:p>
          <a:p>
            <a:pPr indent="-228600" lvl="0" marL="228600" rtl="0" algn="just">
              <a:lnSpc>
                <a:spcPct val="120000"/>
              </a:lnSpc>
              <a:spcBef>
                <a:spcPts val="1000"/>
              </a:spcBef>
              <a:spcAft>
                <a:spcPts val="0"/>
              </a:spcAft>
              <a:buSzPts val="1980"/>
              <a:buChar char="▪"/>
            </a:pPr>
            <a:r>
              <a:rPr lang="es-AR"/>
              <a:t>Existirá </a:t>
            </a:r>
            <a:endParaRPr/>
          </a:p>
          <a:p>
            <a:pPr indent="-228600" lvl="1" marL="685800" rtl="0" algn="just">
              <a:lnSpc>
                <a:spcPct val="120000"/>
              </a:lnSpc>
              <a:spcBef>
                <a:spcPts val="500"/>
              </a:spcBef>
              <a:spcAft>
                <a:spcPts val="0"/>
              </a:spcAft>
              <a:buSzPts val="1760"/>
              <a:buChar char="▪"/>
            </a:pPr>
            <a:r>
              <a:rPr lang="es-AR"/>
              <a:t>un control de los pedidos de verificación </a:t>
            </a:r>
            <a:r>
              <a:rPr lang="es-AR">
                <a:highlight>
                  <a:srgbClr val="00FFFF"/>
                </a:highlight>
              </a:rPr>
              <a:t>obligatorio</a:t>
            </a:r>
            <a:r>
              <a:rPr lang="es-AR"/>
              <a:t>, que debe realizar el síndico</a:t>
            </a:r>
            <a:endParaRPr/>
          </a:p>
          <a:p>
            <a:pPr indent="-228600" lvl="1" marL="685800" rtl="0" algn="just">
              <a:lnSpc>
                <a:spcPct val="120000"/>
              </a:lnSpc>
              <a:spcBef>
                <a:spcPts val="500"/>
              </a:spcBef>
              <a:spcAft>
                <a:spcPts val="0"/>
              </a:spcAft>
              <a:buSzPts val="1760"/>
              <a:buChar char="▪"/>
            </a:pPr>
            <a:r>
              <a:rPr lang="es-AR"/>
              <a:t>un control </a:t>
            </a:r>
            <a:r>
              <a:rPr lang="es-AR">
                <a:highlight>
                  <a:srgbClr val="00FFFF"/>
                </a:highlight>
              </a:rPr>
              <a:t>optativo y voluntario</a:t>
            </a:r>
            <a:r>
              <a:rPr lang="es-AR"/>
              <a:t>, que pueden formular el deudor y los acreedores que han pedido verificación </a:t>
            </a:r>
            <a:endParaRPr/>
          </a:p>
          <a:p>
            <a:pPr indent="-102870" lvl="0" marL="228600" rtl="0" algn="just">
              <a:lnSpc>
                <a:spcPct val="120000"/>
              </a:lnSpc>
              <a:spcBef>
                <a:spcPts val="1000"/>
              </a:spcBef>
              <a:spcAft>
                <a:spcPts val="0"/>
              </a:spcAft>
              <a:buSzPts val="1980"/>
              <a:buNone/>
            </a:pPr>
            <a:r>
              <a:t/>
            </a:r>
            <a:endParaRPr/>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5"/>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Plazo Observación</a:t>
            </a:r>
            <a:endParaRPr/>
          </a:p>
        </p:txBody>
      </p:sp>
      <p:sp>
        <p:nvSpPr>
          <p:cNvPr id="505" name="Google Shape;505;p25"/>
          <p:cNvSpPr txBox="1"/>
          <p:nvPr>
            <p:ph idx="1" type="body"/>
          </p:nvPr>
        </p:nvSpPr>
        <p:spPr>
          <a:xfrm>
            <a:off x="3836610" y="1123837"/>
            <a:ext cx="7315200" cy="5120640"/>
          </a:xfrm>
          <a:prstGeom prst="rect">
            <a:avLst/>
          </a:prstGeom>
          <a:noFill/>
          <a:ln>
            <a:noFill/>
          </a:ln>
        </p:spPr>
        <p:txBody>
          <a:bodyPr anchorCtr="0" anchor="ctr" bIns="45700" lIns="91425" spcFirstLastPara="1" rIns="91425" wrap="square" tIns="45700">
            <a:normAutofit fontScale="85000" lnSpcReduction="10000"/>
          </a:bodyPr>
          <a:lstStyle/>
          <a:p>
            <a:pPr indent="-228600" lvl="0" marL="228600" rtl="0" algn="l">
              <a:lnSpc>
                <a:spcPct val="120000"/>
              </a:lnSpc>
              <a:spcBef>
                <a:spcPts val="0"/>
              </a:spcBef>
              <a:spcAft>
                <a:spcPts val="0"/>
              </a:spcAft>
              <a:buSzPct val="110000"/>
              <a:buChar char="▪"/>
            </a:pPr>
            <a:r>
              <a:rPr lang="es-AR"/>
              <a:t>Vencido elplazo para presentar los pedidos de verificación al sindico, </a:t>
            </a:r>
            <a:endParaRPr/>
          </a:p>
          <a:p>
            <a:pPr indent="-228600" lvl="1" marL="685800" rtl="0" algn="l">
              <a:lnSpc>
                <a:spcPct val="120000"/>
              </a:lnSpc>
              <a:spcBef>
                <a:spcPts val="500"/>
              </a:spcBef>
              <a:spcAft>
                <a:spcPts val="0"/>
              </a:spcAft>
              <a:buSzPct val="110000"/>
              <a:buChar char="▪"/>
            </a:pPr>
            <a:r>
              <a:rPr lang="es-AR"/>
              <a:t>éste debe poner a disposición de los legitimados, en su domicilio, los legajos completos con los pedidos de verificaciones que le hubieran presentado los acreedores.</a:t>
            </a:r>
            <a:endParaRPr/>
          </a:p>
          <a:p>
            <a:pPr indent="-228600" lvl="1" marL="685800" rtl="0" algn="l">
              <a:lnSpc>
                <a:spcPct val="120000"/>
              </a:lnSpc>
              <a:spcBef>
                <a:spcPts val="500"/>
              </a:spcBef>
              <a:spcAft>
                <a:spcPts val="0"/>
              </a:spcAft>
              <a:buSzPct val="110000"/>
              <a:buChar char="▪"/>
            </a:pPr>
            <a:r>
              <a:rPr lang="es-AR"/>
              <a:t> Los interesados revisarán los legajos de </a:t>
            </a:r>
            <a:r>
              <a:rPr b="1" lang="es-AR"/>
              <a:t>cada acreedor </a:t>
            </a:r>
            <a:r>
              <a:rPr lang="es-AR"/>
              <a:t>y, conforme lo estimen pertinente, podrán formularles observaciones por escrito, con dos copias. </a:t>
            </a:r>
            <a:endParaRPr/>
          </a:p>
          <a:p>
            <a:pPr indent="-228600" lvl="1" marL="685800" rtl="0" algn="l">
              <a:lnSpc>
                <a:spcPct val="120000"/>
              </a:lnSpc>
              <a:spcBef>
                <a:spcPts val="500"/>
              </a:spcBef>
              <a:spcAft>
                <a:spcPts val="0"/>
              </a:spcAft>
              <a:buSzPct val="110000"/>
              <a:buChar char="▪"/>
            </a:pPr>
            <a:r>
              <a:rPr lang="es-AR"/>
              <a:t>El sindico deberá entregar al impugnante una constancia de la re- cepción de esta impugnación, con indicación del día y la hora en que le fue presentada. </a:t>
            </a:r>
            <a:endParaRPr/>
          </a:p>
          <a:p>
            <a:pPr indent="-228600" lvl="1" marL="685800" rtl="0" algn="l">
              <a:lnSpc>
                <a:spcPct val="120000"/>
              </a:lnSpc>
              <a:spcBef>
                <a:spcPts val="500"/>
              </a:spcBef>
              <a:spcAft>
                <a:spcPts val="0"/>
              </a:spcAft>
              <a:buSzPct val="110000"/>
              <a:buChar char="▪"/>
            </a:pPr>
            <a:r>
              <a:rPr lang="es-AR"/>
              <a:t>Plazo es de 10 dias, sin que medie notificación</a:t>
            </a:r>
            <a:endParaRPr/>
          </a:p>
          <a:p>
            <a:pPr indent="-228600" lvl="1" marL="685800" rtl="0" algn="l">
              <a:lnSpc>
                <a:spcPct val="120000"/>
              </a:lnSpc>
              <a:spcBef>
                <a:spcPts val="500"/>
              </a:spcBef>
              <a:spcAft>
                <a:spcPts val="0"/>
              </a:spcAft>
              <a:buSzPct val="110000"/>
              <a:buChar char="▪"/>
            </a:pPr>
            <a:r>
              <a:rPr lang="es-AR"/>
              <a:t>Es un termino de caducidad y, como tal, si alguien quisiera presentar una observacion vencido dicho lapso de tiempo, el sindico </a:t>
            </a:r>
            <a:r>
              <a:rPr lang="es-AR">
                <a:highlight>
                  <a:srgbClr val="00FFFF"/>
                </a:highlight>
              </a:rPr>
              <a:t>no</a:t>
            </a:r>
            <a:r>
              <a:rPr lang="es-AR"/>
              <a:t> debería recibirla. </a:t>
            </a:r>
            <a:endParaRPr/>
          </a:p>
          <a:p>
            <a:pPr indent="-228600" lvl="1" marL="685800" rtl="0" algn="l">
              <a:lnSpc>
                <a:spcPct val="120000"/>
              </a:lnSpc>
              <a:spcBef>
                <a:spcPts val="500"/>
              </a:spcBef>
              <a:spcAft>
                <a:spcPts val="0"/>
              </a:spcAft>
              <a:buSzPct val="110000"/>
              <a:buChar char="▪"/>
            </a:pPr>
            <a:r>
              <a:rPr lang="es-AR"/>
              <a:t>Juntamente con el escrito, el impugnante podrá acompañar la prueba de que dispusiere, basicamente docurnentaria </a:t>
            </a:r>
            <a:endParaRPr/>
          </a:p>
          <a:p>
            <a:pPr indent="-228600" lvl="1" marL="685800" rtl="0" algn="l">
              <a:lnSpc>
                <a:spcPct val="120000"/>
              </a:lnSpc>
              <a:spcBef>
                <a:spcPts val="500"/>
              </a:spcBef>
              <a:spcAft>
                <a:spcPts val="0"/>
              </a:spcAft>
              <a:buSzPct val="110000"/>
              <a:buChar char="▪"/>
            </a:pPr>
            <a:r>
              <a:rPr lang="es-AR"/>
              <a:t>El escrito de impugnaciones no requerirá  firma de letrado, por lo </a:t>
            </a:r>
            <a:r>
              <a:rPr b="1" lang="es-AR"/>
              <a:t>que </a:t>
            </a:r>
            <a:r>
              <a:rPr lang="es-AR"/>
              <a:t>es optativo del impugnante recurrir o no a patrocinio o asesoramiento letrado </a:t>
            </a:r>
            <a:endParaRPr/>
          </a:p>
          <a:p>
            <a:pPr indent="-133604" lvl="1" marL="685800" rtl="0" algn="l">
              <a:lnSpc>
                <a:spcPct val="120000"/>
              </a:lnSpc>
              <a:spcBef>
                <a:spcPts val="500"/>
              </a:spcBef>
              <a:spcAft>
                <a:spcPts val="0"/>
              </a:spcAft>
              <a:buSzPct val="110000"/>
              <a:buNone/>
            </a:pPr>
            <a:r>
              <a:t/>
            </a:r>
            <a:endParaRPr/>
          </a:p>
          <a:p>
            <a:pPr indent="-133604" lvl="1" marL="685800" rtl="0" algn="l">
              <a:lnSpc>
                <a:spcPct val="120000"/>
              </a:lnSpc>
              <a:spcBef>
                <a:spcPts val="500"/>
              </a:spcBef>
              <a:spcAft>
                <a:spcPts val="0"/>
              </a:spcAft>
              <a:buSzPct val="110000"/>
              <a:buNone/>
            </a:pPr>
            <a:r>
              <a:t/>
            </a:r>
            <a:endParaRPr/>
          </a:p>
          <a:p>
            <a:pPr indent="-121730" lvl="0" marL="228600" rtl="0" algn="l">
              <a:lnSpc>
                <a:spcPct val="120000"/>
              </a:lnSpc>
              <a:spcBef>
                <a:spcPts val="1000"/>
              </a:spcBef>
              <a:spcAft>
                <a:spcPts val="0"/>
              </a:spcAft>
              <a:buSzPct val="110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6"/>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Legitimados</a:t>
            </a:r>
            <a:endParaRPr/>
          </a:p>
        </p:txBody>
      </p:sp>
      <p:sp>
        <p:nvSpPr>
          <p:cNvPr id="511" name="Google Shape;511;p26"/>
          <p:cNvSpPr txBox="1"/>
          <p:nvPr>
            <p:ph idx="1" type="body"/>
          </p:nvPr>
        </p:nvSpPr>
        <p:spPr>
          <a:xfrm>
            <a:off x="4646150" y="1292647"/>
            <a:ext cx="7315200" cy="5120640"/>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i="1" lang="es-AR"/>
              <a:t>DEUDOR </a:t>
            </a:r>
            <a:r>
              <a:rPr lang="es-AR"/>
              <a:t>Y ACREEDORES </a:t>
            </a:r>
            <a:r>
              <a:rPr i="1" lang="es-AR"/>
              <a:t>QUE PRESENTARON ANTE EL SINDICO PEDIDOS DE VERIFICACION TEMPESTIVAMENTE. </a:t>
            </a:r>
            <a:endParaRPr/>
          </a:p>
          <a:p>
            <a:pPr indent="-228600" lvl="1" marL="685800" rtl="0" algn="l">
              <a:lnSpc>
                <a:spcPct val="120000"/>
              </a:lnSpc>
              <a:spcBef>
                <a:spcPts val="500"/>
              </a:spcBef>
              <a:spcAft>
                <a:spcPts val="0"/>
              </a:spcAft>
              <a:buSzPts val="1760"/>
              <a:buChar char="▪"/>
            </a:pPr>
            <a:r>
              <a:rPr lang="es-AR"/>
              <a:t>quienes no se presentaron a verificar no estarían legitimados para formular observaciones o impugnaciones. </a:t>
            </a:r>
            <a:endParaRPr/>
          </a:p>
          <a:p>
            <a:pPr indent="-228600" lvl="1" marL="685800" rtl="0" algn="l">
              <a:lnSpc>
                <a:spcPct val="120000"/>
              </a:lnSpc>
              <a:spcBef>
                <a:spcPts val="500"/>
              </a:spcBef>
              <a:spcAft>
                <a:spcPts val="0"/>
              </a:spcAft>
              <a:buSzPts val="1760"/>
              <a:buChar char="▪"/>
            </a:pPr>
            <a:r>
              <a:rPr lang="es-AR"/>
              <a:t>El control de legitimidad, entonces, lo realiza </a:t>
            </a:r>
            <a:r>
              <a:rPr lang="es-AR" u="sng"/>
              <a:t>el síndico</a:t>
            </a:r>
            <a:r>
              <a:rPr lang="es-AR"/>
              <a:t>, con el simple procedimiento de revisar los legajos de verificación. </a:t>
            </a:r>
            <a:endParaRPr/>
          </a:p>
          <a:p>
            <a:pPr indent="-228600" lvl="0" marL="228600" rtl="0" algn="l">
              <a:lnSpc>
                <a:spcPct val="120000"/>
              </a:lnSpc>
              <a:spcBef>
                <a:spcPts val="1000"/>
              </a:spcBef>
              <a:spcAft>
                <a:spcPts val="0"/>
              </a:spcAft>
              <a:buSzPts val="1980"/>
              <a:buChar char="▪"/>
            </a:pPr>
            <a:r>
              <a:rPr lang="es-AR"/>
              <a:t>los trabajadores de la concursada que no tuvieran carácter de acreedores tendrán derecho a revisar los legajos y ser informados por el sindico acerca de los créditos insinuados”</a:t>
            </a:r>
            <a:endParaRPr/>
          </a:p>
          <a:p>
            <a:pPr indent="-228600" lvl="1" marL="685800" rtl="0" algn="l">
              <a:lnSpc>
                <a:spcPct val="120000"/>
              </a:lnSpc>
              <a:spcBef>
                <a:spcPts val="500"/>
              </a:spcBef>
              <a:spcAft>
                <a:spcPts val="0"/>
              </a:spcAft>
              <a:buSzPts val="1760"/>
              <a:buChar char="▪"/>
            </a:pPr>
            <a:r>
              <a:rPr lang="es-AR"/>
              <a:t>No son contradictores plenos, pero si </a:t>
            </a:r>
            <a:r>
              <a:rPr lang="es-AR" u="sng"/>
              <a:t>participarán como una suerte de coadyuvantes en el control.  </a:t>
            </a:r>
            <a:endParaRPr/>
          </a:p>
          <a:p>
            <a:pPr indent="-116840" lvl="1" marL="685800" rtl="0" algn="l">
              <a:lnSpc>
                <a:spcPct val="120000"/>
              </a:lnSpc>
              <a:spcBef>
                <a:spcPts val="500"/>
              </a:spcBef>
              <a:spcAft>
                <a:spcPts val="0"/>
              </a:spcAft>
              <a:buSzPts val="1760"/>
              <a:buNone/>
            </a:pPr>
            <a:r>
              <a:t/>
            </a:r>
            <a:endParaRPr/>
          </a:p>
          <a:p>
            <a:pPr indent="-102870" lvl="0" marL="228600" rtl="0" algn="l">
              <a:lnSpc>
                <a:spcPct val="120000"/>
              </a:lnSpc>
              <a:spcBef>
                <a:spcPts val="1000"/>
              </a:spcBef>
              <a:spcAft>
                <a:spcPts val="0"/>
              </a:spcAft>
              <a:buSzPts val="1980"/>
              <a:buNone/>
            </a:pPr>
            <a:r>
              <a:t/>
            </a:r>
            <a:endParaRPr/>
          </a:p>
          <a:p>
            <a:pPr indent="-102870" lvl="0" marL="228600" rtl="0" algn="l">
              <a:lnSpc>
                <a:spcPct val="120000"/>
              </a:lnSpc>
              <a:spcBef>
                <a:spcPts val="1000"/>
              </a:spcBef>
              <a:spcAft>
                <a:spcPts val="0"/>
              </a:spcAft>
              <a:buSzPts val="1980"/>
              <a:buNone/>
            </a:pPr>
            <a:r>
              <a:t/>
            </a:r>
            <a:endParaRPr/>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27"/>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35</a:t>
            </a:r>
            <a:endParaRPr/>
          </a:p>
        </p:txBody>
      </p:sp>
      <p:sp>
        <p:nvSpPr>
          <p:cNvPr id="517" name="Google Shape;517;p27"/>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92500" lnSpcReduction="10000"/>
          </a:bodyPr>
          <a:lstStyle/>
          <a:p>
            <a:pPr indent="-228600" lvl="0" marL="228600" rtl="0" algn="l">
              <a:lnSpc>
                <a:spcPct val="120000"/>
              </a:lnSpc>
              <a:spcBef>
                <a:spcPts val="0"/>
              </a:spcBef>
              <a:spcAft>
                <a:spcPts val="0"/>
              </a:spcAft>
              <a:buSzPct val="110000"/>
              <a:buChar char="▪"/>
            </a:pPr>
            <a:r>
              <a:rPr lang="es-AR"/>
              <a:t>Informe individual. Vencido el plazo para la formulación de observaciones por parte del deudor y los acreedores, en el plazo de VEINTE (20) días, el síndico deberá redactar un informe sobre cada solicitud de verificación en particular, el que deberá ser presentado al juzgado.</a:t>
            </a:r>
            <a:endParaRPr/>
          </a:p>
          <a:p>
            <a:pPr indent="-228600" lvl="0" marL="228600" rtl="0" algn="l">
              <a:lnSpc>
                <a:spcPct val="120000"/>
              </a:lnSpc>
              <a:spcBef>
                <a:spcPts val="1000"/>
              </a:spcBef>
              <a:spcAft>
                <a:spcPts val="0"/>
              </a:spcAft>
              <a:buSzPct val="110000"/>
              <a:buChar char="▪"/>
            </a:pPr>
            <a:r>
              <a:rPr lang="es-AR"/>
              <a:t>Se debe consignar el nombre completo de cada acreedor, su domicilio real y el constituido, monto y causa del crédito, privilegio y garantías invocados; además, debe reseñar la información obtenida, las observaciones que hubieran recibido las solicitudes, por parte del deudor y de los acreedores, y expresar respecto de cada crédito, opinión fundada sobre la procedencia de la verificación del crédito y el privilegio.</a:t>
            </a:r>
            <a:endParaRPr/>
          </a:p>
          <a:p>
            <a:pPr indent="-228600" lvl="0" marL="228600" rtl="0" algn="l">
              <a:lnSpc>
                <a:spcPct val="120000"/>
              </a:lnSpc>
              <a:spcBef>
                <a:spcPts val="1000"/>
              </a:spcBef>
              <a:spcAft>
                <a:spcPts val="0"/>
              </a:spcAft>
              <a:buSzPct val="110000"/>
              <a:buChar char="▪"/>
            </a:pPr>
            <a:r>
              <a:rPr lang="es-AR"/>
              <a:t>También debe acompañar una copia, que se glosa al legajo a que se refiere el artículo 279, la cual debe quedar a disposición permanente de los interesados para su examen, y copia de los legajos.</a:t>
            </a:r>
            <a:endParaRPr/>
          </a:p>
          <a:p>
            <a:pPr indent="-112300" lvl="0" marL="228600" rtl="0" algn="l">
              <a:lnSpc>
                <a:spcPct val="120000"/>
              </a:lnSpc>
              <a:spcBef>
                <a:spcPts val="1000"/>
              </a:spcBef>
              <a:spcAft>
                <a:spcPts val="0"/>
              </a:spcAft>
              <a:buSzPct val="11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28"/>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Articulo 35</a:t>
            </a:r>
            <a:endParaRPr/>
          </a:p>
        </p:txBody>
      </p:sp>
      <p:sp>
        <p:nvSpPr>
          <p:cNvPr id="523" name="Google Shape;523;p28"/>
          <p:cNvSpPr txBox="1"/>
          <p:nvPr>
            <p:ph idx="1" type="body"/>
          </p:nvPr>
        </p:nvSpPr>
        <p:spPr>
          <a:xfrm>
            <a:off x="4682940" y="2095296"/>
            <a:ext cx="7315200" cy="5120640"/>
          </a:xfrm>
          <a:prstGeom prst="rect">
            <a:avLst/>
          </a:prstGeom>
          <a:noFill/>
          <a:ln>
            <a:noFill/>
          </a:ln>
        </p:spPr>
        <p:txBody>
          <a:bodyPr anchorCtr="0" anchor="ctr" bIns="45700" lIns="91425" spcFirstLastPara="1" rIns="91425" wrap="square" tIns="45700">
            <a:normAutofit fontScale="70000" lnSpcReduction="20000"/>
          </a:bodyPr>
          <a:lstStyle/>
          <a:p>
            <a:pPr indent="-228600" lvl="0" marL="228600" rtl="0" algn="l">
              <a:lnSpc>
                <a:spcPct val="120000"/>
              </a:lnSpc>
              <a:spcBef>
                <a:spcPts val="0"/>
              </a:spcBef>
              <a:spcAft>
                <a:spcPts val="0"/>
              </a:spcAft>
              <a:buSzPct val="110000"/>
              <a:buChar char="▪"/>
            </a:pPr>
            <a:r>
              <a:rPr lang="es-AR"/>
              <a:t>Su contenido definira, junto a la resolución verificatoria de creditos, el destino del concurso</a:t>
            </a:r>
            <a:endParaRPr/>
          </a:p>
          <a:p>
            <a:pPr indent="-228600" lvl="0" marL="228600" rtl="0" algn="l">
              <a:lnSpc>
                <a:spcPct val="120000"/>
              </a:lnSpc>
              <a:spcBef>
                <a:spcPts val="1000"/>
              </a:spcBef>
              <a:spcAft>
                <a:spcPts val="0"/>
              </a:spcAft>
              <a:buSzPct val="110000"/>
              <a:buChar char="▪"/>
            </a:pPr>
            <a:r>
              <a:rPr lang="es-AR"/>
              <a:t> Entonces conocerá con certeza quienes tendrán derecho a </a:t>
            </a:r>
            <a:r>
              <a:rPr b="1" lang="es-AR"/>
              <a:t>"votar" </a:t>
            </a:r>
            <a:r>
              <a:rPr lang="es-AR"/>
              <a:t>la propuesta ofrecida. </a:t>
            </a:r>
            <a:endParaRPr/>
          </a:p>
          <a:p>
            <a:pPr indent="-228600" lvl="0" marL="228600" rtl="0" algn="l">
              <a:lnSpc>
                <a:spcPct val="120000"/>
              </a:lnSpc>
              <a:spcBef>
                <a:spcPts val="1000"/>
              </a:spcBef>
              <a:spcAft>
                <a:spcPts val="0"/>
              </a:spcAft>
              <a:buSzPct val="110000"/>
              <a:buChar char="▪"/>
            </a:pPr>
            <a:r>
              <a:rPr lang="es-AR"/>
              <a:t>Debe consignar</a:t>
            </a:r>
            <a:endParaRPr/>
          </a:p>
          <a:p>
            <a:pPr indent="-140589" lvl="0" marL="228600" rtl="0" algn="l">
              <a:lnSpc>
                <a:spcPct val="120000"/>
              </a:lnSpc>
              <a:spcBef>
                <a:spcPts val="1000"/>
              </a:spcBef>
              <a:spcAft>
                <a:spcPts val="0"/>
              </a:spcAft>
              <a:buSzPct val="110000"/>
              <a:buNone/>
            </a:pPr>
            <a:r>
              <a:t/>
            </a:r>
            <a:endParaRPr/>
          </a:p>
          <a:p>
            <a:pPr indent="-228600" lvl="1" marL="685800" rtl="0" algn="l">
              <a:lnSpc>
                <a:spcPct val="120000"/>
              </a:lnSpc>
              <a:spcBef>
                <a:spcPts val="500"/>
              </a:spcBef>
              <a:spcAft>
                <a:spcPts val="0"/>
              </a:spcAft>
              <a:buSzPct val="110000"/>
              <a:buChar char="▪"/>
            </a:pPr>
            <a:r>
              <a:rPr b="1" i="1" lang="es-AR"/>
              <a:t>NOMBRE COMPLETO QUE IDENTIFIQUE AL ACREEDOR </a:t>
            </a:r>
            <a:endParaRPr/>
          </a:p>
          <a:p>
            <a:pPr indent="-228600" lvl="1" marL="685800" rtl="0" algn="l">
              <a:lnSpc>
                <a:spcPct val="120000"/>
              </a:lnSpc>
              <a:spcBef>
                <a:spcPts val="500"/>
              </a:spcBef>
              <a:spcAft>
                <a:spcPts val="0"/>
              </a:spcAft>
              <a:buSzPct val="110000"/>
              <a:buChar char="▪"/>
            </a:pPr>
            <a:r>
              <a:rPr b="1" i="1" lang="es-AR"/>
              <a:t>DOMICILIO REAL Y CONSTITUIDO </a:t>
            </a:r>
            <a:endParaRPr/>
          </a:p>
          <a:p>
            <a:pPr indent="-228600" lvl="1" marL="685800" rtl="0" algn="l">
              <a:lnSpc>
                <a:spcPct val="120000"/>
              </a:lnSpc>
              <a:spcBef>
                <a:spcPts val="500"/>
              </a:spcBef>
              <a:spcAft>
                <a:spcPts val="0"/>
              </a:spcAft>
              <a:buSzPct val="110000"/>
              <a:buChar char="▪"/>
            </a:pPr>
            <a:r>
              <a:rPr b="1" i="1" lang="es-AR"/>
              <a:t>EL MONTO DEL CREDITO</a:t>
            </a:r>
            <a:endParaRPr/>
          </a:p>
          <a:p>
            <a:pPr indent="-228600" lvl="2" marL="1143000" rtl="0" algn="l">
              <a:lnSpc>
                <a:spcPct val="120000"/>
              </a:lnSpc>
              <a:spcBef>
                <a:spcPts val="500"/>
              </a:spcBef>
              <a:spcAft>
                <a:spcPts val="0"/>
              </a:spcAft>
              <a:buSzPct val="110000"/>
              <a:buChar char="▪"/>
            </a:pPr>
            <a:r>
              <a:rPr lang="es-AR"/>
              <a:t>discriminando claramente el capital de los intereses </a:t>
            </a:r>
            <a:endParaRPr/>
          </a:p>
          <a:p>
            <a:pPr indent="-228600" lvl="2" marL="1143000" rtl="0" algn="l">
              <a:lnSpc>
                <a:spcPct val="120000"/>
              </a:lnSpc>
              <a:spcBef>
                <a:spcPts val="500"/>
              </a:spcBef>
              <a:spcAft>
                <a:spcPts val="0"/>
              </a:spcAft>
              <a:buSzPct val="110000"/>
              <a:buChar char="▪"/>
            </a:pPr>
            <a:r>
              <a:rPr b="1" i="1" lang="es-AR"/>
              <a:t> </a:t>
            </a:r>
            <a:r>
              <a:rPr lang="es-AR"/>
              <a:t>nunca podria aconsejar un monto mayor al requerido </a:t>
            </a:r>
            <a:endParaRPr/>
          </a:p>
          <a:p>
            <a:pPr indent="-228600" lvl="2" marL="1143000" rtl="0" algn="l">
              <a:lnSpc>
                <a:spcPct val="120000"/>
              </a:lnSpc>
              <a:spcBef>
                <a:spcPts val="500"/>
              </a:spcBef>
              <a:spcAft>
                <a:spcPts val="0"/>
              </a:spcAft>
              <a:buSzPct val="110000"/>
              <a:buChar char="▪"/>
            </a:pPr>
            <a:r>
              <a:rPr lang="es-AR"/>
              <a:t>Cuando en la contabilidad del deudor figurasen pagos realizados que el acreedor no hubiera denunciado, ellos deben ser descontados por el sindico </a:t>
            </a:r>
            <a:endParaRPr/>
          </a:p>
          <a:p>
            <a:pPr indent="-228600" lvl="2" marL="1143000" rtl="0" algn="l">
              <a:lnSpc>
                <a:spcPct val="120000"/>
              </a:lnSpc>
              <a:spcBef>
                <a:spcPts val="500"/>
              </a:spcBef>
              <a:spcAft>
                <a:spcPts val="0"/>
              </a:spcAft>
              <a:buSzPct val="110000"/>
              <a:buChar char="▪"/>
            </a:pPr>
            <a:r>
              <a:rPr lang="es-AR"/>
              <a:t>En cuanto a los intereses, en primer lugar, el sindico deberá comprobar que se hayan pactado los intereses reclamados en la insinuación, que el deudor se encuentre en mora, que la tasa sea la pactada o la legal o convencionalmente aplicable y que el cálculo de los réditos </a:t>
            </a:r>
            <a:r>
              <a:rPr b="1" lang="es-AR"/>
              <a:t>aparezca </a:t>
            </a:r>
            <a:r>
              <a:rPr lang="es-AR"/>
              <a:t>ajustado </a:t>
            </a:r>
            <a:r>
              <a:rPr i="1" lang="es-AR"/>
              <a:t>a </a:t>
            </a:r>
            <a:r>
              <a:rPr lang="es-AR"/>
              <a:t>todo ello, no traspasando el techo concursa1 (art. 19, </a:t>
            </a:r>
            <a:r>
              <a:rPr b="1" lang="es-AR"/>
              <a:t>LCQ). </a:t>
            </a:r>
            <a:endParaRPr/>
          </a:p>
          <a:p>
            <a:pPr indent="-228600" lvl="1" marL="685800" rtl="0" algn="l">
              <a:lnSpc>
                <a:spcPct val="120000"/>
              </a:lnSpc>
              <a:spcBef>
                <a:spcPts val="500"/>
              </a:spcBef>
              <a:spcAft>
                <a:spcPts val="0"/>
              </a:spcAft>
              <a:buSzPct val="110000"/>
              <a:buChar char="▪"/>
            </a:pPr>
            <a:r>
              <a:rPr b="1" i="1" lang="es-AR"/>
              <a:t>PRIVILEGIO INVOCADO</a:t>
            </a:r>
            <a:endParaRPr/>
          </a:p>
          <a:p>
            <a:pPr indent="-228600" lvl="2" marL="1143000" rtl="0" algn="l">
              <a:lnSpc>
                <a:spcPct val="120000"/>
              </a:lnSpc>
              <a:spcBef>
                <a:spcPts val="500"/>
              </a:spcBef>
              <a:spcAft>
                <a:spcPts val="0"/>
              </a:spcAft>
              <a:buSzPct val="110000"/>
              <a:buChar char="▪"/>
            </a:pPr>
            <a:r>
              <a:rPr lang="es-AR"/>
              <a:t>se presume que el acreedor que omite solicitar m privilegio ha renunciado tácitamente a él.</a:t>
            </a:r>
            <a:endParaRPr/>
          </a:p>
          <a:p>
            <a:pPr indent="-228600" lvl="1" marL="685800" rtl="0" algn="l">
              <a:lnSpc>
                <a:spcPct val="120000"/>
              </a:lnSpc>
              <a:spcBef>
                <a:spcPts val="500"/>
              </a:spcBef>
              <a:spcAft>
                <a:spcPts val="0"/>
              </a:spcAft>
              <a:buSzPct val="110000"/>
              <a:buChar char="▪"/>
            </a:pPr>
            <a:r>
              <a:rPr b="1" i="1" lang="es-AR"/>
              <a:t>CAUSA DEL CREDITO</a:t>
            </a:r>
            <a:endParaRPr/>
          </a:p>
          <a:p>
            <a:pPr indent="-228600" lvl="1" marL="685800" rtl="0" algn="l">
              <a:lnSpc>
                <a:spcPct val="120000"/>
              </a:lnSpc>
              <a:spcBef>
                <a:spcPts val="500"/>
              </a:spcBef>
              <a:spcAft>
                <a:spcPts val="0"/>
              </a:spcAft>
              <a:buSzPct val="110000"/>
              <a:buChar char="▪"/>
            </a:pPr>
            <a:r>
              <a:rPr b="1" i="1" lang="es-AR"/>
              <a:t>OBSERVACIONES RECIBIDAS.</a:t>
            </a:r>
            <a:endParaRPr/>
          </a:p>
          <a:p>
            <a:pPr indent="-228600" lvl="1" marL="685800" rtl="0" algn="l">
              <a:lnSpc>
                <a:spcPct val="120000"/>
              </a:lnSpc>
              <a:spcBef>
                <a:spcPts val="500"/>
              </a:spcBef>
              <a:spcAft>
                <a:spcPts val="0"/>
              </a:spcAft>
              <a:buSzPct val="110000"/>
              <a:buChar char="▪"/>
            </a:pPr>
            <a:r>
              <a:rPr b="1" i="1" lang="es-AR"/>
              <a:t>RESEÑA DE LA INFORMACION DEL CREDITO </a:t>
            </a:r>
            <a:endParaRPr/>
          </a:p>
          <a:p>
            <a:pPr indent="-228600" lvl="1" marL="685800" rtl="0" algn="l">
              <a:lnSpc>
                <a:spcPct val="120000"/>
              </a:lnSpc>
              <a:spcBef>
                <a:spcPts val="500"/>
              </a:spcBef>
              <a:spcAft>
                <a:spcPts val="0"/>
              </a:spcAft>
              <a:buSzPct val="110000"/>
              <a:buChar char="▪"/>
            </a:pPr>
            <a:r>
              <a:rPr b="1" i="1" lang="es-AR"/>
              <a:t>PRESCRIPCION</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a:p>
            <a:pPr indent="-140589" lvl="0" marL="228600" rtl="0" algn="l">
              <a:lnSpc>
                <a:spcPct val="120000"/>
              </a:lnSpc>
              <a:spcBef>
                <a:spcPts val="1000"/>
              </a:spcBef>
              <a:spcAft>
                <a:spcPts val="0"/>
              </a:spcAft>
              <a:buSzPct val="11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29"/>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s-AR"/>
              <a:t>Jurisprudencia</a:t>
            </a:r>
            <a:endParaRPr/>
          </a:p>
        </p:txBody>
      </p:sp>
      <p:sp>
        <p:nvSpPr>
          <p:cNvPr id="529" name="Google Shape;529;p29"/>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s-AR"/>
              <a:t>"El sindico se limita a dar su parecer sobre la procedencia o improcedencia de los pedidos de verificación, pero carece de potestad decisoria; por otra parte incita al órgano jurisdiccional, el cual debe resolver en forma expresa, aun cuando la opinión ad- versa del funcionario concursal no haya sido impugnada" (CNCom, Sala E, 9/12/88, "Cia. Financiera Sic SA c/Cfas. Asociadas Petrole- ras SA s/concurso", </a:t>
            </a:r>
            <a:r>
              <a:rPr i="1" lang="es-AR"/>
              <a:t>LLonlhe, </a:t>
            </a:r>
            <a:r>
              <a:rPr lang="es-AR"/>
              <a:t>AWJUR/585/1988). </a:t>
            </a:r>
            <a:endParaRPr/>
          </a:p>
          <a:p>
            <a:pPr indent="-102870" lvl="0" marL="228600" rtl="0" algn="l">
              <a:lnSpc>
                <a:spcPct val="120000"/>
              </a:lnSpc>
              <a:spcBef>
                <a:spcPts val="1000"/>
              </a:spcBef>
              <a:spcAft>
                <a:spcPts val="0"/>
              </a:spcAft>
              <a:buSzPts val="198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10B6F4"/>
      </a:accent1>
      <a:accent2>
        <a:srgbClr val="3C78C3"/>
      </a:accent2>
      <a:accent3>
        <a:srgbClr val="9F52D0"/>
      </a:accent3>
      <a:accent4>
        <a:srgbClr val="D64198"/>
      </a:accent4>
      <a:accent5>
        <a:srgbClr val="DA2228"/>
      </a:accent5>
      <a:accent6>
        <a:srgbClr val="F18318"/>
      </a:accent6>
      <a:hlink>
        <a:srgbClr val="38DDEC"/>
      </a:hlink>
      <a:folHlink>
        <a:srgbClr val="A8D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2018-09-06T17:53:08Z</dcterms:created>
  <dc:creator>Maximiliano romei</dc:creator>
</cp:coreProperties>
</file>