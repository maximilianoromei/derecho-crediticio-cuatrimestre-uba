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firstSlideNum="2"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embeddedFontLst>
    <p:embeddedFont>
      <p:font typeface="Libre Franklin"/>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jItAD7m/0Ge5QK8slTmPmCw9hGv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LibreFranklin-regular.fntdata"/><Relationship Id="rId14" Type="http://schemas.openxmlformats.org/officeDocument/2006/relationships/slide" Target="slides/slide10.xml"/><Relationship Id="rId17" Type="http://schemas.openxmlformats.org/officeDocument/2006/relationships/font" Target="fonts/LibreFranklin-italic.fntdata"/><Relationship Id="rId16" Type="http://schemas.openxmlformats.org/officeDocument/2006/relationships/font" Target="fonts/LibreFranklin-bold.fntdata"/><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font" Target="fonts/LibreFranklin-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AR"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1" name="Google Shape;15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c41bc0acd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c41bc0acda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c41bc0acda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AR"/>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bg>
      <p:bgPr>
        <a:solidFill>
          <a:schemeClr val="lt2"/>
        </a:solidFill>
      </p:bgPr>
    </p:bg>
    <p:spTree>
      <p:nvGrpSpPr>
        <p:cNvPr id="16" name="Shape 16"/>
        <p:cNvGrpSpPr/>
        <p:nvPr/>
      </p:nvGrpSpPr>
      <p:grpSpPr>
        <a:xfrm>
          <a:off x="0" y="0"/>
          <a:ext cx="0" cy="0"/>
          <a:chOff x="0" y="0"/>
          <a:chExt cx="0" cy="0"/>
        </a:xfrm>
      </p:grpSpPr>
      <p:sp>
        <p:nvSpPr>
          <p:cNvPr id="17" name="Google Shape;17;p11"/>
          <p:cNvSpPr txBox="1"/>
          <p:nvPr>
            <p:ph type="ctrTitle"/>
          </p:nvPr>
        </p:nvSpPr>
        <p:spPr>
          <a:xfrm>
            <a:off x="1915128" y="1788454"/>
            <a:ext cx="8361229" cy="2098226"/>
          </a:xfrm>
          <a:prstGeom prst="rect">
            <a:avLst/>
          </a:prstGeom>
          <a:noFill/>
          <a:ln>
            <a:noFill/>
          </a:ln>
        </p:spPr>
        <p:txBody>
          <a:bodyPr anchorCtr="0" anchor="b" bIns="45700" lIns="91425" spcFirstLastPara="1" rIns="91425" wrap="square" tIns="45700">
            <a:noAutofit/>
          </a:bodyPr>
          <a:lstStyle>
            <a:lvl1pPr lvl="0" algn="ctr">
              <a:lnSpc>
                <a:spcPct val="89000"/>
              </a:lnSpc>
              <a:spcBef>
                <a:spcPts val="0"/>
              </a:spcBef>
              <a:spcAft>
                <a:spcPts val="0"/>
              </a:spcAft>
              <a:buClr>
                <a:schemeClr val="dk2"/>
              </a:buClr>
              <a:buSzPts val="7200"/>
              <a:buFont typeface="Libre Franklin"/>
              <a:buNone/>
              <a:defRPr sz="7200" cap="none">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11"/>
          <p:cNvSpPr txBox="1"/>
          <p:nvPr>
            <p:ph idx="1" type="subTitle"/>
          </p:nvPr>
        </p:nvSpPr>
        <p:spPr>
          <a:xfrm>
            <a:off x="2679906" y="3956279"/>
            <a:ext cx="6831673" cy="1086237"/>
          </a:xfrm>
          <a:prstGeom prst="rect">
            <a:avLst/>
          </a:prstGeom>
          <a:noFill/>
          <a:ln>
            <a:noFill/>
          </a:ln>
        </p:spPr>
        <p:txBody>
          <a:bodyPr anchorCtr="0" anchor="t" bIns="45700" lIns="91425" spcFirstLastPara="1" rIns="91425" wrap="square" tIns="45700">
            <a:normAutofit/>
          </a:bodyPr>
          <a:lstStyle>
            <a:lvl1pPr lvl="0" algn="ctr">
              <a:lnSpc>
                <a:spcPct val="112000"/>
              </a:lnSpc>
              <a:spcBef>
                <a:spcPts val="0"/>
              </a:spcBef>
              <a:spcAft>
                <a:spcPts val="0"/>
              </a:spcAft>
              <a:buClr>
                <a:schemeClr val="dk2"/>
              </a:buClr>
              <a:buSzPts val="2300"/>
              <a:buNone/>
              <a:defRPr sz="2300"/>
            </a:lvl1pPr>
            <a:lvl2pPr lvl="1" algn="ctr">
              <a:lnSpc>
                <a:spcPct val="94000"/>
              </a:lnSpc>
              <a:spcBef>
                <a:spcPts val="500"/>
              </a:spcBef>
              <a:spcAft>
                <a:spcPts val="0"/>
              </a:spcAft>
              <a:buClr>
                <a:schemeClr val="dk2"/>
              </a:buClr>
              <a:buSzPts val="2000"/>
              <a:buNone/>
              <a:defRPr sz="2000"/>
            </a:lvl2pPr>
            <a:lvl3pPr lvl="2" algn="ctr">
              <a:lnSpc>
                <a:spcPct val="94000"/>
              </a:lnSpc>
              <a:spcBef>
                <a:spcPts val="500"/>
              </a:spcBef>
              <a:spcAft>
                <a:spcPts val="0"/>
              </a:spcAft>
              <a:buClr>
                <a:schemeClr val="dk2"/>
              </a:buClr>
              <a:buSzPts val="1800"/>
              <a:buNone/>
              <a:defRPr sz="1800"/>
            </a:lvl3pPr>
            <a:lvl4pPr lvl="3" algn="ctr">
              <a:lnSpc>
                <a:spcPct val="94000"/>
              </a:lnSpc>
              <a:spcBef>
                <a:spcPts val="500"/>
              </a:spcBef>
              <a:spcAft>
                <a:spcPts val="0"/>
              </a:spcAft>
              <a:buClr>
                <a:schemeClr val="dk2"/>
              </a:buClr>
              <a:buSzPts val="1600"/>
              <a:buNone/>
              <a:defRPr sz="1600"/>
            </a:lvl4pPr>
            <a:lvl5pPr lvl="4" algn="ctr">
              <a:lnSpc>
                <a:spcPct val="94000"/>
              </a:lnSpc>
              <a:spcBef>
                <a:spcPts val="500"/>
              </a:spcBef>
              <a:spcAft>
                <a:spcPts val="0"/>
              </a:spcAft>
              <a:buClr>
                <a:schemeClr val="dk2"/>
              </a:buClr>
              <a:buSzPts val="1600"/>
              <a:buNone/>
              <a:defRPr sz="1600"/>
            </a:lvl5pPr>
            <a:lvl6pPr lvl="5" algn="ctr">
              <a:lnSpc>
                <a:spcPct val="94000"/>
              </a:lnSpc>
              <a:spcBef>
                <a:spcPts val="500"/>
              </a:spcBef>
              <a:spcAft>
                <a:spcPts val="0"/>
              </a:spcAft>
              <a:buClr>
                <a:schemeClr val="dk2"/>
              </a:buClr>
              <a:buSzPts val="1600"/>
              <a:buNone/>
              <a:defRPr sz="1600"/>
            </a:lvl6pPr>
            <a:lvl7pPr lvl="6" algn="ctr">
              <a:lnSpc>
                <a:spcPct val="94000"/>
              </a:lnSpc>
              <a:spcBef>
                <a:spcPts val="500"/>
              </a:spcBef>
              <a:spcAft>
                <a:spcPts val="0"/>
              </a:spcAft>
              <a:buClr>
                <a:schemeClr val="dk2"/>
              </a:buClr>
              <a:buSzPts val="1600"/>
              <a:buNone/>
              <a:defRPr sz="1600"/>
            </a:lvl7pPr>
            <a:lvl8pPr lvl="7" algn="ctr">
              <a:lnSpc>
                <a:spcPct val="94000"/>
              </a:lnSpc>
              <a:spcBef>
                <a:spcPts val="500"/>
              </a:spcBef>
              <a:spcAft>
                <a:spcPts val="0"/>
              </a:spcAft>
              <a:buClr>
                <a:schemeClr val="dk2"/>
              </a:buClr>
              <a:buSzPts val="1600"/>
              <a:buNone/>
              <a:defRPr sz="1600"/>
            </a:lvl8pPr>
            <a:lvl9pPr lvl="8" algn="ctr">
              <a:lnSpc>
                <a:spcPct val="94000"/>
              </a:lnSpc>
              <a:spcBef>
                <a:spcPts val="500"/>
              </a:spcBef>
              <a:spcAft>
                <a:spcPts val="200"/>
              </a:spcAft>
              <a:buClr>
                <a:schemeClr val="dk2"/>
              </a:buClr>
              <a:buSzPts val="1600"/>
              <a:buNone/>
              <a:defRPr sz="1600"/>
            </a:lvl9pPr>
          </a:lstStyle>
          <a:p/>
        </p:txBody>
      </p:sp>
      <p:sp>
        <p:nvSpPr>
          <p:cNvPr id="19" name="Google Shape;19;p11"/>
          <p:cNvSpPr txBox="1"/>
          <p:nvPr>
            <p:ph idx="10" type="dt"/>
          </p:nvPr>
        </p:nvSpPr>
        <p:spPr>
          <a:xfrm>
            <a:off x="752858" y="6453386"/>
            <a:ext cx="1607944"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1"/>
          <p:cNvSpPr txBox="1"/>
          <p:nvPr>
            <p:ph idx="11" type="ftr"/>
          </p:nvPr>
        </p:nvSpPr>
        <p:spPr>
          <a:xfrm>
            <a:off x="2584054" y="6453386"/>
            <a:ext cx="7023377" cy="40461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1"/>
          <p:cNvSpPr txBox="1"/>
          <p:nvPr>
            <p:ph idx="12" type="sldNum"/>
          </p:nvPr>
        </p:nvSpPr>
        <p:spPr>
          <a:xfrm>
            <a:off x="9830683"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2"/>
                </a:solidFill>
                <a:latin typeface="Libre Franklin"/>
                <a:ea typeface="Libre Franklin"/>
                <a:cs typeface="Libre Franklin"/>
                <a:sym typeface="Libre Franklin"/>
              </a:defRPr>
            </a:lvl1pPr>
            <a:lvl2pPr indent="0" lvl="1" marL="0" algn="r">
              <a:spcBef>
                <a:spcPts val="0"/>
              </a:spcBef>
              <a:buNone/>
              <a:defRPr b="0" i="0" sz="1200" u="none" cap="none" strike="noStrike">
                <a:solidFill>
                  <a:schemeClr val="dk2"/>
                </a:solidFill>
                <a:latin typeface="Libre Franklin"/>
                <a:ea typeface="Libre Franklin"/>
                <a:cs typeface="Libre Franklin"/>
                <a:sym typeface="Libre Franklin"/>
              </a:defRPr>
            </a:lvl2pPr>
            <a:lvl3pPr indent="0" lvl="2" marL="0" algn="r">
              <a:spcBef>
                <a:spcPts val="0"/>
              </a:spcBef>
              <a:buNone/>
              <a:defRPr b="0" i="0" sz="1200" u="none" cap="none" strike="noStrike">
                <a:solidFill>
                  <a:schemeClr val="dk2"/>
                </a:solidFill>
                <a:latin typeface="Libre Franklin"/>
                <a:ea typeface="Libre Franklin"/>
                <a:cs typeface="Libre Franklin"/>
                <a:sym typeface="Libre Franklin"/>
              </a:defRPr>
            </a:lvl3pPr>
            <a:lvl4pPr indent="0" lvl="3" marL="0" algn="r">
              <a:spcBef>
                <a:spcPts val="0"/>
              </a:spcBef>
              <a:buNone/>
              <a:defRPr b="0" i="0" sz="1200" u="none" cap="none" strike="noStrike">
                <a:solidFill>
                  <a:schemeClr val="dk2"/>
                </a:solidFill>
                <a:latin typeface="Libre Franklin"/>
                <a:ea typeface="Libre Franklin"/>
                <a:cs typeface="Libre Franklin"/>
                <a:sym typeface="Libre Franklin"/>
              </a:defRPr>
            </a:lvl4pPr>
            <a:lvl5pPr indent="0" lvl="4" marL="0" algn="r">
              <a:spcBef>
                <a:spcPts val="0"/>
              </a:spcBef>
              <a:buNone/>
              <a:defRPr b="0" i="0" sz="1200" u="none" cap="none" strike="noStrike">
                <a:solidFill>
                  <a:schemeClr val="dk2"/>
                </a:solidFill>
                <a:latin typeface="Libre Franklin"/>
                <a:ea typeface="Libre Franklin"/>
                <a:cs typeface="Libre Franklin"/>
                <a:sym typeface="Libre Franklin"/>
              </a:defRPr>
            </a:lvl5pPr>
            <a:lvl6pPr indent="0" lvl="5" marL="0" algn="r">
              <a:spcBef>
                <a:spcPts val="0"/>
              </a:spcBef>
              <a:buNone/>
              <a:defRPr b="0" i="0" sz="1200" u="none" cap="none" strike="noStrike">
                <a:solidFill>
                  <a:schemeClr val="dk2"/>
                </a:solidFill>
                <a:latin typeface="Libre Franklin"/>
                <a:ea typeface="Libre Franklin"/>
                <a:cs typeface="Libre Franklin"/>
                <a:sym typeface="Libre Franklin"/>
              </a:defRPr>
            </a:lvl6pPr>
            <a:lvl7pPr indent="0" lvl="6" marL="0" algn="r">
              <a:spcBef>
                <a:spcPts val="0"/>
              </a:spcBef>
              <a:buNone/>
              <a:defRPr b="0" i="0" sz="1200" u="none" cap="none" strike="noStrike">
                <a:solidFill>
                  <a:schemeClr val="dk2"/>
                </a:solidFill>
                <a:latin typeface="Libre Franklin"/>
                <a:ea typeface="Libre Franklin"/>
                <a:cs typeface="Libre Franklin"/>
                <a:sym typeface="Libre Franklin"/>
              </a:defRPr>
            </a:lvl7pPr>
            <a:lvl8pPr indent="0" lvl="7" marL="0" algn="r">
              <a:spcBef>
                <a:spcPts val="0"/>
              </a:spcBef>
              <a:buNone/>
              <a:defRPr b="0" i="0" sz="1200" u="none" cap="none" strike="noStrike">
                <a:solidFill>
                  <a:schemeClr val="dk2"/>
                </a:solidFill>
                <a:latin typeface="Libre Franklin"/>
                <a:ea typeface="Libre Franklin"/>
                <a:cs typeface="Libre Franklin"/>
                <a:sym typeface="Libre Franklin"/>
              </a:defRPr>
            </a:lvl8pPr>
            <a:lvl9pPr indent="0" lvl="8" marL="0" algn="r">
              <a:spcBef>
                <a:spcPts val="0"/>
              </a:spcBef>
              <a:buNone/>
              <a:defRPr b="0" i="0" sz="1200" u="none" cap="none" strike="noStrike">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s-AR"/>
              <a:t>‹#›</a:t>
            </a:fld>
            <a:endParaRPr/>
          </a:p>
        </p:txBody>
      </p:sp>
      <p:grpSp>
        <p:nvGrpSpPr>
          <p:cNvPr id="22" name="Google Shape;22;p11"/>
          <p:cNvGrpSpPr/>
          <p:nvPr/>
        </p:nvGrpSpPr>
        <p:grpSpPr>
          <a:xfrm>
            <a:off x="752858" y="744469"/>
            <a:ext cx="10674117" cy="5349671"/>
            <a:chOff x="752858" y="744469"/>
            <a:chExt cx="10674117" cy="5349671"/>
          </a:xfrm>
        </p:grpSpPr>
        <p:sp>
          <p:nvSpPr>
            <p:cNvPr id="23" name="Google Shape;23;p11"/>
            <p:cNvSpPr/>
            <p:nvPr/>
          </p:nvSpPr>
          <p:spPr>
            <a:xfrm>
              <a:off x="8151962" y="1685652"/>
              <a:ext cx="3275013" cy="4408488"/>
            </a:xfrm>
            <a:custGeom>
              <a:rect b="b" l="l" r="r" t="t"/>
              <a:pathLst>
                <a:path extrusionOk="0" h="10000" w="10000">
                  <a:moveTo>
                    <a:pt x="8761" y="0"/>
                  </a:moveTo>
                  <a:lnTo>
                    <a:pt x="10000" y="0"/>
                  </a:lnTo>
                  <a:lnTo>
                    <a:pt x="10000" y="10000"/>
                  </a:lnTo>
                  <a:lnTo>
                    <a:pt x="0" y="10000"/>
                  </a:lnTo>
                  <a:lnTo>
                    <a:pt x="0" y="9126"/>
                  </a:lnTo>
                  <a:lnTo>
                    <a:pt x="8761" y="9127"/>
                  </a:lnTo>
                  <a:lnTo>
                    <a:pt x="8761" y="0"/>
                  </a:lnTo>
                  <a:close/>
                </a:path>
              </a:pathLst>
            </a:custGeom>
            <a:solidFill>
              <a:schemeClr val="dk2"/>
            </a:solidFill>
            <a:ln>
              <a:noFill/>
            </a:ln>
          </p:spPr>
        </p:sp>
        <p:sp>
          <p:nvSpPr>
            <p:cNvPr id="24" name="Google Shape;24;p11"/>
            <p:cNvSpPr/>
            <p:nvPr/>
          </p:nvSpPr>
          <p:spPr>
            <a:xfrm rot="10800000">
              <a:off x="752858" y="744469"/>
              <a:ext cx="3275668" cy="4408488"/>
            </a:xfrm>
            <a:custGeom>
              <a:rect b="b" l="l" r="r" t="t"/>
              <a:pathLst>
                <a:path extrusionOk="0" h="10000" w="10002">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5" name="Shape 25"/>
        <p:cNvGrpSpPr/>
        <p:nvPr/>
      </p:nvGrpSpPr>
      <p:grpSpPr>
        <a:xfrm>
          <a:off x="0" y="0"/>
          <a:ext cx="0" cy="0"/>
          <a:chOff x="0" y="0"/>
          <a:chExt cx="0" cy="0"/>
        </a:xfrm>
      </p:grpSpPr>
      <p:sp>
        <p:nvSpPr>
          <p:cNvPr id="26" name="Google Shape;26;p12"/>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2"/>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000"/>
              </a:spcBef>
              <a:spcAft>
                <a:spcPts val="0"/>
              </a:spcAft>
              <a:buClr>
                <a:schemeClr val="dk2"/>
              </a:buClr>
              <a:buSzPts val="1800"/>
              <a:buChar char="■"/>
              <a:defRPr/>
            </a:lvl1pPr>
            <a:lvl2pPr indent="-342900" lvl="1" marL="914400" algn="l">
              <a:lnSpc>
                <a:spcPct val="94000"/>
              </a:lnSpc>
              <a:spcBef>
                <a:spcPts val="500"/>
              </a:spcBef>
              <a:spcAft>
                <a:spcPts val="0"/>
              </a:spcAft>
              <a:buClr>
                <a:schemeClr val="dk2"/>
              </a:buClr>
              <a:buSzPts val="1800"/>
              <a:buChar char="–"/>
              <a:defRPr/>
            </a:lvl2pPr>
            <a:lvl3pPr indent="-342900" lvl="2" marL="1371600" algn="l">
              <a:lnSpc>
                <a:spcPct val="94000"/>
              </a:lnSpc>
              <a:spcBef>
                <a:spcPts val="500"/>
              </a:spcBef>
              <a:spcAft>
                <a:spcPts val="0"/>
              </a:spcAft>
              <a:buClr>
                <a:schemeClr val="dk2"/>
              </a:buClr>
              <a:buSzPts val="1800"/>
              <a:buChar char="■"/>
              <a:defRPr/>
            </a:lvl3pPr>
            <a:lvl4pPr indent="-342900" lvl="3" marL="1828800" algn="l">
              <a:lnSpc>
                <a:spcPct val="94000"/>
              </a:lnSpc>
              <a:spcBef>
                <a:spcPts val="500"/>
              </a:spcBef>
              <a:spcAft>
                <a:spcPts val="0"/>
              </a:spcAft>
              <a:buClr>
                <a:schemeClr val="dk2"/>
              </a:buClr>
              <a:buSzPts val="1800"/>
              <a:buChar char="–"/>
              <a:defRPr/>
            </a:lvl4pPr>
            <a:lvl5pPr indent="-342900" lvl="4" marL="2286000" algn="l">
              <a:lnSpc>
                <a:spcPct val="94000"/>
              </a:lnSpc>
              <a:spcBef>
                <a:spcPts val="500"/>
              </a:spcBef>
              <a:spcAft>
                <a:spcPts val="0"/>
              </a:spcAft>
              <a:buClr>
                <a:schemeClr val="dk2"/>
              </a:buClr>
              <a:buSzPts val="180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28" name="Google Shape;28;p12"/>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2"/>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2"/>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showMasterSp="0" type="secHead">
  <p:cSld name="SECTION_HEADER">
    <p:bg>
      <p:bgPr>
        <a:solidFill>
          <a:schemeClr val="dk2"/>
        </a:solidFill>
      </p:bgPr>
    </p:bg>
    <p:spTree>
      <p:nvGrpSpPr>
        <p:cNvPr id="31" name="Shape 31"/>
        <p:cNvGrpSpPr/>
        <p:nvPr/>
      </p:nvGrpSpPr>
      <p:grpSpPr>
        <a:xfrm>
          <a:off x="0" y="0"/>
          <a:ext cx="0" cy="0"/>
          <a:chOff x="0" y="0"/>
          <a:chExt cx="0" cy="0"/>
        </a:xfrm>
      </p:grpSpPr>
      <p:sp>
        <p:nvSpPr>
          <p:cNvPr id="32" name="Google Shape;32;p13"/>
          <p:cNvSpPr txBox="1"/>
          <p:nvPr>
            <p:ph type="title"/>
          </p:nvPr>
        </p:nvSpPr>
        <p:spPr>
          <a:xfrm>
            <a:off x="765025" y="1301360"/>
            <a:ext cx="9612971" cy="2852737"/>
          </a:xfrm>
          <a:prstGeom prst="rect">
            <a:avLst/>
          </a:prstGeom>
          <a:noFill/>
          <a:ln>
            <a:noFill/>
          </a:ln>
        </p:spPr>
        <p:txBody>
          <a:bodyPr anchorCtr="0" anchor="b" bIns="45700" lIns="91425" spcFirstLastPara="1" rIns="91425" wrap="square" tIns="45700">
            <a:normAutofit/>
          </a:bodyPr>
          <a:lstStyle>
            <a:lvl1pPr lvl="0" algn="r">
              <a:lnSpc>
                <a:spcPct val="89000"/>
              </a:lnSpc>
              <a:spcBef>
                <a:spcPts val="0"/>
              </a:spcBef>
              <a:spcAft>
                <a:spcPts val="0"/>
              </a:spcAft>
              <a:buClr>
                <a:schemeClr val="lt2"/>
              </a:buClr>
              <a:buSzPts val="7200"/>
              <a:buFont typeface="Libre Franklin"/>
              <a:buNone/>
              <a:defRPr sz="7200" cap="none">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3"/>
          <p:cNvSpPr txBox="1"/>
          <p:nvPr>
            <p:ph idx="1" type="body"/>
          </p:nvPr>
        </p:nvSpPr>
        <p:spPr>
          <a:xfrm>
            <a:off x="765025" y="4216328"/>
            <a:ext cx="9612971" cy="1143324"/>
          </a:xfrm>
          <a:prstGeom prst="rect">
            <a:avLst/>
          </a:prstGeom>
          <a:noFill/>
          <a:ln>
            <a:noFill/>
          </a:ln>
        </p:spPr>
        <p:txBody>
          <a:bodyPr anchorCtr="0" anchor="t" bIns="45700" lIns="91425" spcFirstLastPara="1" rIns="91425" wrap="square" tIns="45700">
            <a:normAutofit/>
          </a:bodyPr>
          <a:lstStyle>
            <a:lvl1pPr indent="-228600" lvl="0" marL="457200" algn="r">
              <a:lnSpc>
                <a:spcPct val="112000"/>
              </a:lnSpc>
              <a:spcBef>
                <a:spcPts val="0"/>
              </a:spcBef>
              <a:spcAft>
                <a:spcPts val="0"/>
              </a:spcAft>
              <a:buClr>
                <a:schemeClr val="lt2"/>
              </a:buClr>
              <a:buSzPts val="2400"/>
              <a:buNone/>
              <a:defRPr sz="2400">
                <a:solidFill>
                  <a:schemeClr val="lt2"/>
                </a:solidFill>
              </a:defRPr>
            </a:lvl1pPr>
            <a:lvl2pPr indent="-228600" lvl="1" marL="914400" algn="l">
              <a:lnSpc>
                <a:spcPct val="94000"/>
              </a:lnSpc>
              <a:spcBef>
                <a:spcPts val="500"/>
              </a:spcBef>
              <a:spcAft>
                <a:spcPts val="0"/>
              </a:spcAft>
              <a:buClr>
                <a:schemeClr val="lt1"/>
              </a:buClr>
              <a:buSzPts val="2000"/>
              <a:buNone/>
              <a:defRPr sz="2000">
                <a:solidFill>
                  <a:schemeClr val="lt1"/>
                </a:solidFill>
              </a:defRPr>
            </a:lvl2pPr>
            <a:lvl3pPr indent="-228600" lvl="2" marL="1371600" algn="l">
              <a:lnSpc>
                <a:spcPct val="94000"/>
              </a:lnSpc>
              <a:spcBef>
                <a:spcPts val="500"/>
              </a:spcBef>
              <a:spcAft>
                <a:spcPts val="0"/>
              </a:spcAft>
              <a:buClr>
                <a:schemeClr val="lt1"/>
              </a:buClr>
              <a:buSzPts val="1800"/>
              <a:buNone/>
              <a:defRPr sz="1800">
                <a:solidFill>
                  <a:schemeClr val="lt1"/>
                </a:solidFill>
              </a:defRPr>
            </a:lvl3pPr>
            <a:lvl4pPr indent="-228600" lvl="3" marL="1828800" algn="l">
              <a:lnSpc>
                <a:spcPct val="94000"/>
              </a:lnSpc>
              <a:spcBef>
                <a:spcPts val="500"/>
              </a:spcBef>
              <a:spcAft>
                <a:spcPts val="0"/>
              </a:spcAft>
              <a:buClr>
                <a:schemeClr val="lt1"/>
              </a:buClr>
              <a:buSzPts val="1600"/>
              <a:buNone/>
              <a:defRPr sz="1600">
                <a:solidFill>
                  <a:schemeClr val="lt1"/>
                </a:solidFill>
              </a:defRPr>
            </a:lvl4pPr>
            <a:lvl5pPr indent="-228600" lvl="4" marL="2286000" algn="l">
              <a:lnSpc>
                <a:spcPct val="94000"/>
              </a:lnSpc>
              <a:spcBef>
                <a:spcPts val="500"/>
              </a:spcBef>
              <a:spcAft>
                <a:spcPts val="0"/>
              </a:spcAft>
              <a:buClr>
                <a:schemeClr val="lt1"/>
              </a:buClr>
              <a:buSzPts val="1600"/>
              <a:buNone/>
              <a:defRPr sz="1600">
                <a:solidFill>
                  <a:schemeClr val="lt1"/>
                </a:solidFill>
              </a:defRPr>
            </a:lvl5pPr>
            <a:lvl6pPr indent="-228600" lvl="5" marL="2743200" algn="l">
              <a:lnSpc>
                <a:spcPct val="94000"/>
              </a:lnSpc>
              <a:spcBef>
                <a:spcPts val="500"/>
              </a:spcBef>
              <a:spcAft>
                <a:spcPts val="0"/>
              </a:spcAft>
              <a:buClr>
                <a:schemeClr val="lt1"/>
              </a:buClr>
              <a:buSzPts val="1600"/>
              <a:buNone/>
              <a:defRPr sz="1600">
                <a:solidFill>
                  <a:schemeClr val="lt1"/>
                </a:solidFill>
              </a:defRPr>
            </a:lvl6pPr>
            <a:lvl7pPr indent="-228600" lvl="6" marL="3200400" algn="l">
              <a:lnSpc>
                <a:spcPct val="94000"/>
              </a:lnSpc>
              <a:spcBef>
                <a:spcPts val="500"/>
              </a:spcBef>
              <a:spcAft>
                <a:spcPts val="0"/>
              </a:spcAft>
              <a:buClr>
                <a:schemeClr val="lt1"/>
              </a:buClr>
              <a:buSzPts val="1600"/>
              <a:buNone/>
              <a:defRPr sz="1600">
                <a:solidFill>
                  <a:schemeClr val="lt1"/>
                </a:solidFill>
              </a:defRPr>
            </a:lvl7pPr>
            <a:lvl8pPr indent="-228600" lvl="7" marL="3657600" algn="l">
              <a:lnSpc>
                <a:spcPct val="94000"/>
              </a:lnSpc>
              <a:spcBef>
                <a:spcPts val="500"/>
              </a:spcBef>
              <a:spcAft>
                <a:spcPts val="0"/>
              </a:spcAft>
              <a:buClr>
                <a:schemeClr val="lt1"/>
              </a:buClr>
              <a:buSzPts val="1600"/>
              <a:buNone/>
              <a:defRPr sz="1600">
                <a:solidFill>
                  <a:schemeClr val="lt1"/>
                </a:solidFill>
              </a:defRPr>
            </a:lvl8pPr>
            <a:lvl9pPr indent="-228600" lvl="8" marL="4114800" algn="l">
              <a:lnSpc>
                <a:spcPct val="94000"/>
              </a:lnSpc>
              <a:spcBef>
                <a:spcPts val="500"/>
              </a:spcBef>
              <a:spcAft>
                <a:spcPts val="200"/>
              </a:spcAft>
              <a:buClr>
                <a:schemeClr val="lt1"/>
              </a:buClr>
              <a:buSzPts val="1600"/>
              <a:buNone/>
              <a:defRPr sz="1600">
                <a:solidFill>
                  <a:schemeClr val="lt1"/>
                </a:solidFill>
              </a:defRPr>
            </a:lvl9pPr>
          </a:lstStyle>
          <a:p/>
        </p:txBody>
      </p:sp>
      <p:sp>
        <p:nvSpPr>
          <p:cNvPr id="34" name="Google Shape;34;p13"/>
          <p:cNvSpPr txBox="1"/>
          <p:nvPr>
            <p:ph idx="10" type="dt"/>
          </p:nvPr>
        </p:nvSpPr>
        <p:spPr>
          <a:xfrm>
            <a:off x="738908" y="6453386"/>
            <a:ext cx="1622409"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3"/>
          <p:cNvSpPr txBox="1"/>
          <p:nvPr>
            <p:ph idx="11" type="ftr"/>
          </p:nvPr>
        </p:nvSpPr>
        <p:spPr>
          <a:xfrm>
            <a:off x="2584312" y="6453386"/>
            <a:ext cx="7023377" cy="40461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3"/>
          <p:cNvSpPr txBox="1"/>
          <p:nvPr>
            <p:ph idx="12" type="sldNum"/>
          </p:nvPr>
        </p:nvSpPr>
        <p:spPr>
          <a:xfrm>
            <a:off x="9830683"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lt2"/>
                </a:solidFill>
                <a:latin typeface="Libre Franklin"/>
                <a:ea typeface="Libre Franklin"/>
                <a:cs typeface="Libre Franklin"/>
                <a:sym typeface="Libre Franklin"/>
              </a:defRPr>
            </a:lvl1pPr>
            <a:lvl2pPr indent="0" lvl="1" marL="0" algn="r">
              <a:spcBef>
                <a:spcPts val="0"/>
              </a:spcBef>
              <a:buNone/>
              <a:defRPr sz="1200">
                <a:solidFill>
                  <a:schemeClr val="lt2"/>
                </a:solidFill>
                <a:latin typeface="Libre Franklin"/>
                <a:ea typeface="Libre Franklin"/>
                <a:cs typeface="Libre Franklin"/>
                <a:sym typeface="Libre Franklin"/>
              </a:defRPr>
            </a:lvl2pPr>
            <a:lvl3pPr indent="0" lvl="2" marL="0" algn="r">
              <a:spcBef>
                <a:spcPts val="0"/>
              </a:spcBef>
              <a:buNone/>
              <a:defRPr sz="1200">
                <a:solidFill>
                  <a:schemeClr val="lt2"/>
                </a:solidFill>
                <a:latin typeface="Libre Franklin"/>
                <a:ea typeface="Libre Franklin"/>
                <a:cs typeface="Libre Franklin"/>
                <a:sym typeface="Libre Franklin"/>
              </a:defRPr>
            </a:lvl3pPr>
            <a:lvl4pPr indent="0" lvl="3" marL="0" algn="r">
              <a:spcBef>
                <a:spcPts val="0"/>
              </a:spcBef>
              <a:buNone/>
              <a:defRPr sz="1200">
                <a:solidFill>
                  <a:schemeClr val="lt2"/>
                </a:solidFill>
                <a:latin typeface="Libre Franklin"/>
                <a:ea typeface="Libre Franklin"/>
                <a:cs typeface="Libre Franklin"/>
                <a:sym typeface="Libre Franklin"/>
              </a:defRPr>
            </a:lvl4pPr>
            <a:lvl5pPr indent="0" lvl="4" marL="0" algn="r">
              <a:spcBef>
                <a:spcPts val="0"/>
              </a:spcBef>
              <a:buNone/>
              <a:defRPr sz="1200">
                <a:solidFill>
                  <a:schemeClr val="lt2"/>
                </a:solidFill>
                <a:latin typeface="Libre Franklin"/>
                <a:ea typeface="Libre Franklin"/>
                <a:cs typeface="Libre Franklin"/>
                <a:sym typeface="Libre Franklin"/>
              </a:defRPr>
            </a:lvl5pPr>
            <a:lvl6pPr indent="0" lvl="5" marL="0" algn="r">
              <a:spcBef>
                <a:spcPts val="0"/>
              </a:spcBef>
              <a:buNone/>
              <a:defRPr sz="1200">
                <a:solidFill>
                  <a:schemeClr val="lt2"/>
                </a:solidFill>
                <a:latin typeface="Libre Franklin"/>
                <a:ea typeface="Libre Franklin"/>
                <a:cs typeface="Libre Franklin"/>
                <a:sym typeface="Libre Franklin"/>
              </a:defRPr>
            </a:lvl6pPr>
            <a:lvl7pPr indent="0" lvl="6" marL="0" algn="r">
              <a:spcBef>
                <a:spcPts val="0"/>
              </a:spcBef>
              <a:buNone/>
              <a:defRPr sz="1200">
                <a:solidFill>
                  <a:schemeClr val="lt2"/>
                </a:solidFill>
                <a:latin typeface="Libre Franklin"/>
                <a:ea typeface="Libre Franklin"/>
                <a:cs typeface="Libre Franklin"/>
                <a:sym typeface="Libre Franklin"/>
              </a:defRPr>
            </a:lvl7pPr>
            <a:lvl8pPr indent="0" lvl="7" marL="0" algn="r">
              <a:spcBef>
                <a:spcPts val="0"/>
              </a:spcBef>
              <a:buNone/>
              <a:defRPr sz="1200">
                <a:solidFill>
                  <a:schemeClr val="lt2"/>
                </a:solidFill>
                <a:latin typeface="Libre Franklin"/>
                <a:ea typeface="Libre Franklin"/>
                <a:cs typeface="Libre Franklin"/>
                <a:sym typeface="Libre Franklin"/>
              </a:defRPr>
            </a:lvl8pPr>
            <a:lvl9pPr indent="0" lvl="8" marL="0" algn="r">
              <a:spcBef>
                <a:spcPts val="0"/>
              </a:spcBef>
              <a:buNone/>
              <a:defRPr sz="1200">
                <a:solidFill>
                  <a:schemeClr val="lt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s-AR"/>
              <a:t>‹#›</a:t>
            </a:fld>
            <a:endParaRPr/>
          </a:p>
        </p:txBody>
      </p:sp>
      <p:sp>
        <p:nvSpPr>
          <p:cNvPr id="37" name="Google Shape;37;p13" title="Crop Mark"/>
          <p:cNvSpPr/>
          <p:nvPr/>
        </p:nvSpPr>
        <p:spPr>
          <a:xfrm>
            <a:off x="8151962" y="1685652"/>
            <a:ext cx="3275013" cy="4408488"/>
          </a:xfrm>
          <a:custGeom>
            <a:rect b="b" l="l" r="r" t="t"/>
            <a:pathLst>
              <a:path extrusionOk="0" h="5554" w="4125">
                <a:moveTo>
                  <a:pt x="3614" y="0"/>
                </a:moveTo>
                <a:lnTo>
                  <a:pt x="4125" y="0"/>
                </a:lnTo>
                <a:lnTo>
                  <a:pt x="4125" y="5554"/>
                </a:lnTo>
                <a:lnTo>
                  <a:pt x="0" y="5554"/>
                </a:lnTo>
                <a:lnTo>
                  <a:pt x="0" y="5074"/>
                </a:lnTo>
                <a:lnTo>
                  <a:pt x="3614" y="5074"/>
                </a:lnTo>
                <a:lnTo>
                  <a:pt x="3614" y="0"/>
                </a:lnTo>
                <a:close/>
              </a:path>
            </a:pathLst>
          </a:custGeom>
          <a:solidFill>
            <a:schemeClr val="lt2"/>
          </a:solid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8" name="Shape 38"/>
        <p:cNvGrpSpPr/>
        <p:nvPr/>
      </p:nvGrpSpPr>
      <p:grpSpPr>
        <a:xfrm>
          <a:off x="0" y="0"/>
          <a:ext cx="0" cy="0"/>
          <a:chOff x="0" y="0"/>
          <a:chExt cx="0" cy="0"/>
        </a:xfrm>
      </p:grpSpPr>
      <p:sp>
        <p:nvSpPr>
          <p:cNvPr id="39" name="Google Shape;39;p14"/>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44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4"/>
          <p:cNvSpPr txBox="1"/>
          <p:nvPr>
            <p:ph idx="1" type="body"/>
          </p:nvPr>
        </p:nvSpPr>
        <p:spPr>
          <a:xfrm>
            <a:off x="1371600" y="2285999"/>
            <a:ext cx="4447786" cy="3581401"/>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41" name="Google Shape;41;p14"/>
          <p:cNvSpPr txBox="1"/>
          <p:nvPr>
            <p:ph idx="2" type="body"/>
          </p:nvPr>
        </p:nvSpPr>
        <p:spPr>
          <a:xfrm>
            <a:off x="6525403" y="2285999"/>
            <a:ext cx="4447786" cy="3581401"/>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42" name="Google Shape;42;p14"/>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4"/>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4"/>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5" name="Shape 45"/>
        <p:cNvGrpSpPr/>
        <p:nvPr/>
      </p:nvGrpSpPr>
      <p:grpSpPr>
        <a:xfrm>
          <a:off x="0" y="0"/>
          <a:ext cx="0" cy="0"/>
          <a:chOff x="0" y="0"/>
          <a:chExt cx="0" cy="0"/>
        </a:xfrm>
      </p:grpSpPr>
      <p:sp>
        <p:nvSpPr>
          <p:cNvPr id="46" name="Google Shape;46;p15"/>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4400"/>
              <a:buFont typeface="Libre Franklin"/>
              <a:buNone/>
              <a:defRPr>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5"/>
          <p:cNvSpPr txBox="1"/>
          <p:nvPr>
            <p:ph idx="1" type="body"/>
          </p:nvPr>
        </p:nvSpPr>
        <p:spPr>
          <a:xfrm>
            <a:off x="1371600" y="2340864"/>
            <a:ext cx="4443984" cy="823912"/>
          </a:xfrm>
          <a:prstGeom prst="rect">
            <a:avLst/>
          </a:prstGeom>
          <a:noFill/>
          <a:ln>
            <a:noFill/>
          </a:ln>
        </p:spPr>
        <p:txBody>
          <a:bodyPr anchorCtr="0" anchor="b" bIns="45700" lIns="91425" spcFirstLastPara="1" rIns="91425" wrap="square" tIns="45700">
            <a:noAutofit/>
          </a:bodyPr>
          <a:lstStyle>
            <a:lvl1pPr indent="-228600" lvl="0" marL="457200" algn="l">
              <a:lnSpc>
                <a:spcPct val="84000"/>
              </a:lnSpc>
              <a:spcBef>
                <a:spcPts val="0"/>
              </a:spcBef>
              <a:spcAft>
                <a:spcPts val="0"/>
              </a:spcAft>
              <a:buClr>
                <a:schemeClr val="dk2"/>
              </a:buClr>
              <a:buSzPts val="3000"/>
              <a:buNone/>
              <a:defRPr b="0" sz="3000">
                <a:solidFill>
                  <a:schemeClr val="dk2"/>
                </a:solidFill>
              </a:defRPr>
            </a:lvl1pPr>
            <a:lvl2pPr indent="-228600" lvl="1" marL="914400" algn="l">
              <a:lnSpc>
                <a:spcPct val="94000"/>
              </a:lnSpc>
              <a:spcBef>
                <a:spcPts val="500"/>
              </a:spcBef>
              <a:spcAft>
                <a:spcPts val="0"/>
              </a:spcAft>
              <a:buClr>
                <a:schemeClr val="dk2"/>
              </a:buClr>
              <a:buSzPts val="2000"/>
              <a:buNone/>
              <a:defRPr b="1" sz="2000"/>
            </a:lvl2pPr>
            <a:lvl3pPr indent="-228600" lvl="2" marL="1371600" algn="l">
              <a:lnSpc>
                <a:spcPct val="94000"/>
              </a:lnSpc>
              <a:spcBef>
                <a:spcPts val="500"/>
              </a:spcBef>
              <a:spcAft>
                <a:spcPts val="0"/>
              </a:spcAft>
              <a:buClr>
                <a:schemeClr val="dk2"/>
              </a:buClr>
              <a:buSzPts val="1800"/>
              <a:buNone/>
              <a:defRPr b="1" sz="1800"/>
            </a:lvl3pPr>
            <a:lvl4pPr indent="-228600" lvl="3" marL="1828800" algn="l">
              <a:lnSpc>
                <a:spcPct val="94000"/>
              </a:lnSpc>
              <a:spcBef>
                <a:spcPts val="500"/>
              </a:spcBef>
              <a:spcAft>
                <a:spcPts val="0"/>
              </a:spcAft>
              <a:buClr>
                <a:schemeClr val="dk2"/>
              </a:buClr>
              <a:buSzPts val="1600"/>
              <a:buNone/>
              <a:defRPr b="1" sz="1600"/>
            </a:lvl4pPr>
            <a:lvl5pPr indent="-228600" lvl="4" marL="2286000" algn="l">
              <a:lnSpc>
                <a:spcPct val="94000"/>
              </a:lnSpc>
              <a:spcBef>
                <a:spcPts val="500"/>
              </a:spcBef>
              <a:spcAft>
                <a:spcPts val="0"/>
              </a:spcAft>
              <a:buClr>
                <a:schemeClr val="dk2"/>
              </a:buClr>
              <a:buSzPts val="1600"/>
              <a:buNone/>
              <a:defRPr b="1" sz="1600"/>
            </a:lvl5pPr>
            <a:lvl6pPr indent="-228600" lvl="5" marL="2743200" algn="l">
              <a:lnSpc>
                <a:spcPct val="94000"/>
              </a:lnSpc>
              <a:spcBef>
                <a:spcPts val="500"/>
              </a:spcBef>
              <a:spcAft>
                <a:spcPts val="0"/>
              </a:spcAft>
              <a:buClr>
                <a:schemeClr val="dk2"/>
              </a:buClr>
              <a:buSzPts val="1600"/>
              <a:buNone/>
              <a:defRPr b="1" sz="1600"/>
            </a:lvl6pPr>
            <a:lvl7pPr indent="-228600" lvl="6" marL="3200400" algn="l">
              <a:lnSpc>
                <a:spcPct val="94000"/>
              </a:lnSpc>
              <a:spcBef>
                <a:spcPts val="500"/>
              </a:spcBef>
              <a:spcAft>
                <a:spcPts val="0"/>
              </a:spcAft>
              <a:buClr>
                <a:schemeClr val="dk2"/>
              </a:buClr>
              <a:buSzPts val="1600"/>
              <a:buNone/>
              <a:defRPr b="1" sz="1600"/>
            </a:lvl7pPr>
            <a:lvl8pPr indent="-228600" lvl="7" marL="3657600" algn="l">
              <a:lnSpc>
                <a:spcPct val="94000"/>
              </a:lnSpc>
              <a:spcBef>
                <a:spcPts val="500"/>
              </a:spcBef>
              <a:spcAft>
                <a:spcPts val="0"/>
              </a:spcAft>
              <a:buClr>
                <a:schemeClr val="dk2"/>
              </a:buClr>
              <a:buSzPts val="1600"/>
              <a:buNone/>
              <a:defRPr b="1" sz="1600"/>
            </a:lvl8pPr>
            <a:lvl9pPr indent="-228600" lvl="8" marL="4114800" algn="l">
              <a:lnSpc>
                <a:spcPct val="94000"/>
              </a:lnSpc>
              <a:spcBef>
                <a:spcPts val="500"/>
              </a:spcBef>
              <a:spcAft>
                <a:spcPts val="200"/>
              </a:spcAft>
              <a:buClr>
                <a:schemeClr val="dk2"/>
              </a:buClr>
              <a:buSzPts val="1600"/>
              <a:buNone/>
              <a:defRPr b="1" sz="1600"/>
            </a:lvl9pPr>
          </a:lstStyle>
          <a:p/>
        </p:txBody>
      </p:sp>
      <p:sp>
        <p:nvSpPr>
          <p:cNvPr id="48" name="Google Shape;48;p15"/>
          <p:cNvSpPr txBox="1"/>
          <p:nvPr>
            <p:ph idx="2" type="body"/>
          </p:nvPr>
        </p:nvSpPr>
        <p:spPr>
          <a:xfrm>
            <a:off x="1371600" y="3305207"/>
            <a:ext cx="4443984" cy="2562193"/>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49" name="Google Shape;49;p15"/>
          <p:cNvSpPr txBox="1"/>
          <p:nvPr>
            <p:ph idx="3" type="body"/>
          </p:nvPr>
        </p:nvSpPr>
        <p:spPr>
          <a:xfrm>
            <a:off x="6525014" y="2340864"/>
            <a:ext cx="4443984" cy="823912"/>
          </a:xfrm>
          <a:prstGeom prst="rect">
            <a:avLst/>
          </a:prstGeom>
          <a:noFill/>
          <a:ln>
            <a:noFill/>
          </a:ln>
        </p:spPr>
        <p:txBody>
          <a:bodyPr anchorCtr="0" anchor="b" bIns="45700" lIns="91425" spcFirstLastPara="1" rIns="91425" wrap="square" tIns="45700">
            <a:noAutofit/>
          </a:bodyPr>
          <a:lstStyle>
            <a:lvl1pPr indent="-228600" lvl="0" marL="457200" algn="l">
              <a:lnSpc>
                <a:spcPct val="84000"/>
              </a:lnSpc>
              <a:spcBef>
                <a:spcPts val="0"/>
              </a:spcBef>
              <a:spcAft>
                <a:spcPts val="0"/>
              </a:spcAft>
              <a:buClr>
                <a:schemeClr val="dk2"/>
              </a:buClr>
              <a:buSzPts val="3000"/>
              <a:buNone/>
              <a:defRPr b="0" sz="3000">
                <a:solidFill>
                  <a:schemeClr val="dk2"/>
                </a:solidFill>
              </a:defRPr>
            </a:lvl1pPr>
            <a:lvl2pPr indent="-228600" lvl="1" marL="914400" algn="l">
              <a:lnSpc>
                <a:spcPct val="94000"/>
              </a:lnSpc>
              <a:spcBef>
                <a:spcPts val="500"/>
              </a:spcBef>
              <a:spcAft>
                <a:spcPts val="0"/>
              </a:spcAft>
              <a:buClr>
                <a:schemeClr val="dk2"/>
              </a:buClr>
              <a:buSzPts val="2000"/>
              <a:buNone/>
              <a:defRPr b="1" sz="2000"/>
            </a:lvl2pPr>
            <a:lvl3pPr indent="-228600" lvl="2" marL="1371600" algn="l">
              <a:lnSpc>
                <a:spcPct val="94000"/>
              </a:lnSpc>
              <a:spcBef>
                <a:spcPts val="500"/>
              </a:spcBef>
              <a:spcAft>
                <a:spcPts val="0"/>
              </a:spcAft>
              <a:buClr>
                <a:schemeClr val="dk2"/>
              </a:buClr>
              <a:buSzPts val="1800"/>
              <a:buNone/>
              <a:defRPr b="1" sz="1800"/>
            </a:lvl3pPr>
            <a:lvl4pPr indent="-228600" lvl="3" marL="1828800" algn="l">
              <a:lnSpc>
                <a:spcPct val="94000"/>
              </a:lnSpc>
              <a:spcBef>
                <a:spcPts val="500"/>
              </a:spcBef>
              <a:spcAft>
                <a:spcPts val="0"/>
              </a:spcAft>
              <a:buClr>
                <a:schemeClr val="dk2"/>
              </a:buClr>
              <a:buSzPts val="1600"/>
              <a:buNone/>
              <a:defRPr b="1" sz="1600"/>
            </a:lvl4pPr>
            <a:lvl5pPr indent="-228600" lvl="4" marL="2286000" algn="l">
              <a:lnSpc>
                <a:spcPct val="94000"/>
              </a:lnSpc>
              <a:spcBef>
                <a:spcPts val="500"/>
              </a:spcBef>
              <a:spcAft>
                <a:spcPts val="0"/>
              </a:spcAft>
              <a:buClr>
                <a:schemeClr val="dk2"/>
              </a:buClr>
              <a:buSzPts val="1600"/>
              <a:buNone/>
              <a:defRPr b="1" sz="1600"/>
            </a:lvl5pPr>
            <a:lvl6pPr indent="-228600" lvl="5" marL="2743200" algn="l">
              <a:lnSpc>
                <a:spcPct val="94000"/>
              </a:lnSpc>
              <a:spcBef>
                <a:spcPts val="500"/>
              </a:spcBef>
              <a:spcAft>
                <a:spcPts val="0"/>
              </a:spcAft>
              <a:buClr>
                <a:schemeClr val="dk2"/>
              </a:buClr>
              <a:buSzPts val="1600"/>
              <a:buNone/>
              <a:defRPr b="1" sz="1600"/>
            </a:lvl6pPr>
            <a:lvl7pPr indent="-228600" lvl="6" marL="3200400" algn="l">
              <a:lnSpc>
                <a:spcPct val="94000"/>
              </a:lnSpc>
              <a:spcBef>
                <a:spcPts val="500"/>
              </a:spcBef>
              <a:spcAft>
                <a:spcPts val="0"/>
              </a:spcAft>
              <a:buClr>
                <a:schemeClr val="dk2"/>
              </a:buClr>
              <a:buSzPts val="1600"/>
              <a:buNone/>
              <a:defRPr b="1" sz="1600"/>
            </a:lvl7pPr>
            <a:lvl8pPr indent="-228600" lvl="7" marL="3657600" algn="l">
              <a:lnSpc>
                <a:spcPct val="94000"/>
              </a:lnSpc>
              <a:spcBef>
                <a:spcPts val="500"/>
              </a:spcBef>
              <a:spcAft>
                <a:spcPts val="0"/>
              </a:spcAft>
              <a:buClr>
                <a:schemeClr val="dk2"/>
              </a:buClr>
              <a:buSzPts val="1600"/>
              <a:buNone/>
              <a:defRPr b="1" sz="1600"/>
            </a:lvl8pPr>
            <a:lvl9pPr indent="-228600" lvl="8" marL="4114800" algn="l">
              <a:lnSpc>
                <a:spcPct val="94000"/>
              </a:lnSpc>
              <a:spcBef>
                <a:spcPts val="500"/>
              </a:spcBef>
              <a:spcAft>
                <a:spcPts val="200"/>
              </a:spcAft>
              <a:buClr>
                <a:schemeClr val="dk2"/>
              </a:buClr>
              <a:buSzPts val="1600"/>
              <a:buNone/>
              <a:defRPr b="1" sz="1600"/>
            </a:lvl9pPr>
          </a:lstStyle>
          <a:p/>
        </p:txBody>
      </p:sp>
      <p:sp>
        <p:nvSpPr>
          <p:cNvPr id="50" name="Google Shape;50;p15"/>
          <p:cNvSpPr txBox="1"/>
          <p:nvPr>
            <p:ph idx="4" type="body"/>
          </p:nvPr>
        </p:nvSpPr>
        <p:spPr>
          <a:xfrm>
            <a:off x="6525014" y="3305207"/>
            <a:ext cx="4443984" cy="2562193"/>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a:solidFill>
                  <a:schemeClr val="dk2"/>
                </a:solidFill>
              </a:defRPr>
            </a:lvl1pPr>
            <a:lvl2pPr indent="-355600" lvl="1" marL="914400" algn="l">
              <a:lnSpc>
                <a:spcPct val="94000"/>
              </a:lnSpc>
              <a:spcBef>
                <a:spcPts val="500"/>
              </a:spcBef>
              <a:spcAft>
                <a:spcPts val="0"/>
              </a:spcAft>
              <a:buClr>
                <a:schemeClr val="dk2"/>
              </a:buClr>
              <a:buSzPts val="2000"/>
              <a:buChar char="–"/>
              <a:defRPr>
                <a:solidFill>
                  <a:schemeClr val="dk2"/>
                </a:solidFill>
              </a:defRPr>
            </a:lvl2pPr>
            <a:lvl3pPr indent="-342900" lvl="2" marL="1371600" algn="l">
              <a:lnSpc>
                <a:spcPct val="94000"/>
              </a:lnSpc>
              <a:spcBef>
                <a:spcPts val="500"/>
              </a:spcBef>
              <a:spcAft>
                <a:spcPts val="0"/>
              </a:spcAft>
              <a:buClr>
                <a:schemeClr val="dk2"/>
              </a:buClr>
              <a:buSzPts val="1800"/>
              <a:buChar char="■"/>
              <a:defRPr>
                <a:solidFill>
                  <a:schemeClr val="dk2"/>
                </a:solidFill>
              </a:defRPr>
            </a:lvl3pPr>
            <a:lvl4pPr indent="-342900" lvl="3" marL="1828800" algn="l">
              <a:lnSpc>
                <a:spcPct val="94000"/>
              </a:lnSpc>
              <a:spcBef>
                <a:spcPts val="500"/>
              </a:spcBef>
              <a:spcAft>
                <a:spcPts val="0"/>
              </a:spcAft>
              <a:buClr>
                <a:schemeClr val="dk2"/>
              </a:buClr>
              <a:buSzPts val="1800"/>
              <a:buChar char="–"/>
              <a:defRPr>
                <a:solidFill>
                  <a:schemeClr val="dk2"/>
                </a:solidFill>
              </a:defRPr>
            </a:lvl4pPr>
            <a:lvl5pPr indent="-330200" lvl="4" marL="2286000" algn="l">
              <a:lnSpc>
                <a:spcPct val="94000"/>
              </a:lnSpc>
              <a:spcBef>
                <a:spcPts val="500"/>
              </a:spcBef>
              <a:spcAft>
                <a:spcPts val="0"/>
              </a:spcAft>
              <a:buClr>
                <a:schemeClr val="dk2"/>
              </a:buClr>
              <a:buSzPts val="1600"/>
              <a:buChar char="■"/>
              <a:defRPr>
                <a:solidFill>
                  <a:schemeClr val="dk2"/>
                </a:solidFill>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51" name="Google Shape;51;p15"/>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5"/>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5"/>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4" name="Shape 54"/>
        <p:cNvGrpSpPr/>
        <p:nvPr/>
      </p:nvGrpSpPr>
      <p:grpSpPr>
        <a:xfrm>
          <a:off x="0" y="0"/>
          <a:ext cx="0" cy="0"/>
          <a:chOff x="0" y="0"/>
          <a:chExt cx="0" cy="0"/>
        </a:xfrm>
      </p:grpSpPr>
      <p:sp>
        <p:nvSpPr>
          <p:cNvPr id="55" name="Google Shape;55;p16"/>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6"/>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6"/>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16"/>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9" name="Shape 59"/>
        <p:cNvGrpSpPr/>
        <p:nvPr/>
      </p:nvGrpSpPr>
      <p:grpSpPr>
        <a:xfrm>
          <a:off x="0" y="0"/>
          <a:ext cx="0" cy="0"/>
          <a:chOff x="0" y="0"/>
          <a:chExt cx="0" cy="0"/>
        </a:xfrm>
      </p:grpSpPr>
      <p:sp>
        <p:nvSpPr>
          <p:cNvPr id="60" name="Google Shape;60;p17"/>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7"/>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7"/>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showMasterSp="0" type="objTx">
  <p:cSld name="OBJECT_WITH_CAPTION_TEXT">
    <p:spTree>
      <p:nvGrpSpPr>
        <p:cNvPr id="63" name="Shape 63"/>
        <p:cNvGrpSpPr/>
        <p:nvPr/>
      </p:nvGrpSpPr>
      <p:grpSpPr>
        <a:xfrm>
          <a:off x="0" y="0"/>
          <a:ext cx="0" cy="0"/>
          <a:chOff x="0" y="0"/>
          <a:chExt cx="0" cy="0"/>
        </a:xfrm>
      </p:grpSpPr>
      <p:sp>
        <p:nvSpPr>
          <p:cNvPr id="64" name="Google Shape;64;p18" title="Background Shape"/>
          <p:cNvSpPr/>
          <p:nvPr/>
        </p:nvSpPr>
        <p:spPr>
          <a:xfrm>
            <a:off x="0" y="376"/>
            <a:ext cx="5303520" cy="685762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8"/>
          <p:cNvSpPr txBox="1"/>
          <p:nvPr>
            <p:ph type="title"/>
          </p:nvPr>
        </p:nvSpPr>
        <p:spPr>
          <a:xfrm>
            <a:off x="723900" y="685800"/>
            <a:ext cx="3855720" cy="2157884"/>
          </a:xfrm>
          <a:prstGeom prst="rect">
            <a:avLst/>
          </a:prstGeom>
          <a:noFill/>
          <a:ln>
            <a:noFill/>
          </a:ln>
        </p:spPr>
        <p:txBody>
          <a:bodyPr anchorCtr="0" anchor="t" bIns="45700" lIns="91425" spcFirstLastPara="1" rIns="91425" wrap="square" tIns="45700">
            <a:noAutofit/>
          </a:bodyPr>
          <a:lstStyle>
            <a:lvl1pPr lvl="0" algn="l">
              <a:lnSpc>
                <a:spcPct val="84000"/>
              </a:lnSpc>
              <a:spcBef>
                <a:spcPts val="0"/>
              </a:spcBef>
              <a:spcAft>
                <a:spcPts val="0"/>
              </a:spcAft>
              <a:buClr>
                <a:schemeClr val="dk2"/>
              </a:buClr>
              <a:buSzPts val="4800"/>
              <a:buFont typeface="Libre Franklin"/>
              <a:buNone/>
              <a:defRPr sz="48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8"/>
          <p:cNvSpPr txBox="1"/>
          <p:nvPr>
            <p:ph idx="1" type="body"/>
          </p:nvPr>
        </p:nvSpPr>
        <p:spPr>
          <a:xfrm>
            <a:off x="6256020" y="685801"/>
            <a:ext cx="5212080" cy="5175250"/>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Char char="■"/>
              <a:defRPr sz="2000"/>
            </a:lvl1pPr>
            <a:lvl2pPr indent="-355600" lvl="1" marL="914400" algn="l">
              <a:lnSpc>
                <a:spcPct val="94000"/>
              </a:lnSpc>
              <a:spcBef>
                <a:spcPts val="500"/>
              </a:spcBef>
              <a:spcAft>
                <a:spcPts val="0"/>
              </a:spcAft>
              <a:buClr>
                <a:schemeClr val="dk2"/>
              </a:buClr>
              <a:buSzPts val="2000"/>
              <a:buChar char="–"/>
              <a:defRPr sz="2000"/>
            </a:lvl2pPr>
            <a:lvl3pPr indent="-342900" lvl="2" marL="1371600" algn="l">
              <a:lnSpc>
                <a:spcPct val="94000"/>
              </a:lnSpc>
              <a:spcBef>
                <a:spcPts val="500"/>
              </a:spcBef>
              <a:spcAft>
                <a:spcPts val="0"/>
              </a:spcAft>
              <a:buClr>
                <a:schemeClr val="dk2"/>
              </a:buClr>
              <a:buSzPts val="1800"/>
              <a:buChar char="■"/>
              <a:defRPr sz="1800"/>
            </a:lvl3pPr>
            <a:lvl4pPr indent="-342900" lvl="3" marL="1828800" algn="l">
              <a:lnSpc>
                <a:spcPct val="94000"/>
              </a:lnSpc>
              <a:spcBef>
                <a:spcPts val="500"/>
              </a:spcBef>
              <a:spcAft>
                <a:spcPts val="0"/>
              </a:spcAft>
              <a:buClr>
                <a:schemeClr val="dk2"/>
              </a:buClr>
              <a:buSzPts val="1800"/>
              <a:buChar char="–"/>
              <a:defRPr sz="1800"/>
            </a:lvl4pPr>
            <a:lvl5pPr indent="-330200" lvl="4" marL="2286000" algn="l">
              <a:lnSpc>
                <a:spcPct val="94000"/>
              </a:lnSpc>
              <a:spcBef>
                <a:spcPts val="500"/>
              </a:spcBef>
              <a:spcAft>
                <a:spcPts val="0"/>
              </a:spcAft>
              <a:buClr>
                <a:schemeClr val="dk2"/>
              </a:buClr>
              <a:buSzPts val="1600"/>
              <a:buChar char="■"/>
              <a:defRPr sz="1600"/>
            </a:lvl5pPr>
            <a:lvl6pPr indent="-330200" lvl="5" marL="2743200" algn="l">
              <a:lnSpc>
                <a:spcPct val="94000"/>
              </a:lnSpc>
              <a:spcBef>
                <a:spcPts val="500"/>
              </a:spcBef>
              <a:spcAft>
                <a:spcPts val="0"/>
              </a:spcAft>
              <a:buClr>
                <a:schemeClr val="dk2"/>
              </a:buClr>
              <a:buSzPts val="1600"/>
              <a:buChar char="–"/>
              <a:defRPr sz="1600"/>
            </a:lvl6pPr>
            <a:lvl7pPr indent="-330200" lvl="6" marL="3200400" algn="l">
              <a:lnSpc>
                <a:spcPct val="94000"/>
              </a:lnSpc>
              <a:spcBef>
                <a:spcPts val="500"/>
              </a:spcBef>
              <a:spcAft>
                <a:spcPts val="0"/>
              </a:spcAft>
              <a:buClr>
                <a:schemeClr val="dk2"/>
              </a:buClr>
              <a:buSzPts val="1600"/>
              <a:buChar char="■"/>
              <a:defRPr sz="1600"/>
            </a:lvl7pPr>
            <a:lvl8pPr indent="-330200" lvl="7" marL="3657600" algn="l">
              <a:lnSpc>
                <a:spcPct val="94000"/>
              </a:lnSpc>
              <a:spcBef>
                <a:spcPts val="500"/>
              </a:spcBef>
              <a:spcAft>
                <a:spcPts val="0"/>
              </a:spcAft>
              <a:buClr>
                <a:schemeClr val="dk2"/>
              </a:buClr>
              <a:buSzPts val="1600"/>
              <a:buChar char="–"/>
              <a:defRPr sz="1600"/>
            </a:lvl8pPr>
            <a:lvl9pPr indent="-330200" lvl="8" marL="4114800" algn="l">
              <a:lnSpc>
                <a:spcPct val="94000"/>
              </a:lnSpc>
              <a:spcBef>
                <a:spcPts val="500"/>
              </a:spcBef>
              <a:spcAft>
                <a:spcPts val="200"/>
              </a:spcAft>
              <a:buClr>
                <a:schemeClr val="dk2"/>
              </a:buClr>
              <a:buSzPts val="1600"/>
              <a:buChar char="■"/>
              <a:defRPr sz="1600"/>
            </a:lvl9pPr>
          </a:lstStyle>
          <a:p/>
        </p:txBody>
      </p:sp>
      <p:sp>
        <p:nvSpPr>
          <p:cNvPr id="67" name="Google Shape;67;p18"/>
          <p:cNvSpPr txBox="1"/>
          <p:nvPr>
            <p:ph idx="2" type="body"/>
          </p:nvPr>
        </p:nvSpPr>
        <p:spPr>
          <a:xfrm>
            <a:off x="723900" y="2856344"/>
            <a:ext cx="3855720" cy="3011056"/>
          </a:xfrm>
          <a:prstGeom prst="rect">
            <a:avLst/>
          </a:prstGeom>
          <a:noFill/>
          <a:ln>
            <a:noFill/>
          </a:ln>
        </p:spPr>
        <p:txBody>
          <a:bodyPr anchorCtr="0" anchor="t" bIns="45700" lIns="91425" spcFirstLastPara="1" rIns="91425" wrap="square" tIns="45700">
            <a:normAutofit/>
          </a:bodyPr>
          <a:lstStyle>
            <a:lvl1pPr indent="-228600" lvl="0" marL="457200" algn="l">
              <a:lnSpc>
                <a:spcPct val="113000"/>
              </a:lnSpc>
              <a:spcBef>
                <a:spcPts val="0"/>
              </a:spcBef>
              <a:spcAft>
                <a:spcPts val="0"/>
              </a:spcAft>
              <a:buClr>
                <a:schemeClr val="dk2"/>
              </a:buClr>
              <a:buSzPts val="1600"/>
              <a:buNone/>
              <a:defRPr sz="1600"/>
            </a:lvl1pPr>
            <a:lvl2pPr indent="-228600" lvl="1" marL="914400" algn="l">
              <a:lnSpc>
                <a:spcPct val="94000"/>
              </a:lnSpc>
              <a:spcBef>
                <a:spcPts val="1500"/>
              </a:spcBef>
              <a:spcAft>
                <a:spcPts val="0"/>
              </a:spcAft>
              <a:buClr>
                <a:schemeClr val="dk2"/>
              </a:buClr>
              <a:buSzPts val="1400"/>
              <a:buNone/>
              <a:defRPr sz="1400"/>
            </a:lvl2pPr>
            <a:lvl3pPr indent="-228600" lvl="2" marL="1371600" algn="l">
              <a:lnSpc>
                <a:spcPct val="94000"/>
              </a:lnSpc>
              <a:spcBef>
                <a:spcPts val="500"/>
              </a:spcBef>
              <a:spcAft>
                <a:spcPts val="0"/>
              </a:spcAft>
              <a:buClr>
                <a:schemeClr val="dk2"/>
              </a:buClr>
              <a:buSzPts val="1200"/>
              <a:buNone/>
              <a:defRPr sz="1200"/>
            </a:lvl3pPr>
            <a:lvl4pPr indent="-228600" lvl="3" marL="1828800" algn="l">
              <a:lnSpc>
                <a:spcPct val="94000"/>
              </a:lnSpc>
              <a:spcBef>
                <a:spcPts val="500"/>
              </a:spcBef>
              <a:spcAft>
                <a:spcPts val="0"/>
              </a:spcAft>
              <a:buClr>
                <a:schemeClr val="dk2"/>
              </a:buClr>
              <a:buSzPts val="1000"/>
              <a:buNone/>
              <a:defRPr sz="1000"/>
            </a:lvl4pPr>
            <a:lvl5pPr indent="-228600" lvl="4" marL="2286000" algn="l">
              <a:lnSpc>
                <a:spcPct val="94000"/>
              </a:lnSpc>
              <a:spcBef>
                <a:spcPts val="500"/>
              </a:spcBef>
              <a:spcAft>
                <a:spcPts val="0"/>
              </a:spcAft>
              <a:buClr>
                <a:schemeClr val="dk2"/>
              </a:buClr>
              <a:buSzPts val="1000"/>
              <a:buNone/>
              <a:defRPr sz="1000"/>
            </a:lvl5pPr>
            <a:lvl6pPr indent="-228600" lvl="5" marL="2743200" algn="l">
              <a:lnSpc>
                <a:spcPct val="94000"/>
              </a:lnSpc>
              <a:spcBef>
                <a:spcPts val="500"/>
              </a:spcBef>
              <a:spcAft>
                <a:spcPts val="0"/>
              </a:spcAft>
              <a:buClr>
                <a:schemeClr val="dk2"/>
              </a:buClr>
              <a:buSzPts val="1000"/>
              <a:buNone/>
              <a:defRPr sz="1000"/>
            </a:lvl6pPr>
            <a:lvl7pPr indent="-228600" lvl="6" marL="3200400" algn="l">
              <a:lnSpc>
                <a:spcPct val="94000"/>
              </a:lnSpc>
              <a:spcBef>
                <a:spcPts val="500"/>
              </a:spcBef>
              <a:spcAft>
                <a:spcPts val="0"/>
              </a:spcAft>
              <a:buClr>
                <a:schemeClr val="dk2"/>
              </a:buClr>
              <a:buSzPts val="1000"/>
              <a:buNone/>
              <a:defRPr sz="1000"/>
            </a:lvl7pPr>
            <a:lvl8pPr indent="-228600" lvl="7" marL="3657600" algn="l">
              <a:lnSpc>
                <a:spcPct val="94000"/>
              </a:lnSpc>
              <a:spcBef>
                <a:spcPts val="500"/>
              </a:spcBef>
              <a:spcAft>
                <a:spcPts val="0"/>
              </a:spcAft>
              <a:buClr>
                <a:schemeClr val="dk2"/>
              </a:buClr>
              <a:buSzPts val="1000"/>
              <a:buNone/>
              <a:defRPr sz="1000"/>
            </a:lvl8pPr>
            <a:lvl9pPr indent="-228600" lvl="8" marL="4114800" algn="l">
              <a:lnSpc>
                <a:spcPct val="94000"/>
              </a:lnSpc>
              <a:spcBef>
                <a:spcPts val="500"/>
              </a:spcBef>
              <a:spcAft>
                <a:spcPts val="200"/>
              </a:spcAft>
              <a:buClr>
                <a:schemeClr val="dk2"/>
              </a:buClr>
              <a:buSzPts val="1000"/>
              <a:buNone/>
              <a:defRPr sz="1000"/>
            </a:lvl9pPr>
          </a:lstStyle>
          <a:p/>
        </p:txBody>
      </p:sp>
      <p:sp>
        <p:nvSpPr>
          <p:cNvPr id="68" name="Google Shape;68;p18"/>
          <p:cNvSpPr txBox="1"/>
          <p:nvPr>
            <p:ph idx="10" type="dt"/>
          </p:nvPr>
        </p:nvSpPr>
        <p:spPr>
          <a:xfrm>
            <a:off x="72390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8"/>
          <p:cNvSpPr txBox="1"/>
          <p:nvPr>
            <p:ph idx="11" type="ftr"/>
          </p:nvPr>
        </p:nvSpPr>
        <p:spPr>
          <a:xfrm>
            <a:off x="2205945" y="6453386"/>
            <a:ext cx="2373675"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8"/>
          <p:cNvSpPr txBox="1"/>
          <p:nvPr>
            <p:ph idx="12" type="sldNum"/>
          </p:nvPr>
        </p:nvSpPr>
        <p:spPr>
          <a:xfrm>
            <a:off x="9883140"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Libre Franklin"/>
                <a:ea typeface="Libre Franklin"/>
                <a:cs typeface="Libre Franklin"/>
                <a:sym typeface="Libre Franklin"/>
              </a:defRPr>
            </a:lvl1pPr>
            <a:lvl2pPr indent="0" lvl="1" marL="0" algn="r">
              <a:spcBef>
                <a:spcPts val="0"/>
              </a:spcBef>
              <a:buNone/>
              <a:defRPr sz="1200">
                <a:solidFill>
                  <a:schemeClr val="dk2"/>
                </a:solidFill>
                <a:latin typeface="Libre Franklin"/>
                <a:ea typeface="Libre Franklin"/>
                <a:cs typeface="Libre Franklin"/>
                <a:sym typeface="Libre Franklin"/>
              </a:defRPr>
            </a:lvl2pPr>
            <a:lvl3pPr indent="0" lvl="2" marL="0" algn="r">
              <a:spcBef>
                <a:spcPts val="0"/>
              </a:spcBef>
              <a:buNone/>
              <a:defRPr sz="1200">
                <a:solidFill>
                  <a:schemeClr val="dk2"/>
                </a:solidFill>
                <a:latin typeface="Libre Franklin"/>
                <a:ea typeface="Libre Franklin"/>
                <a:cs typeface="Libre Franklin"/>
                <a:sym typeface="Libre Franklin"/>
              </a:defRPr>
            </a:lvl3pPr>
            <a:lvl4pPr indent="0" lvl="3" marL="0" algn="r">
              <a:spcBef>
                <a:spcPts val="0"/>
              </a:spcBef>
              <a:buNone/>
              <a:defRPr sz="1200">
                <a:solidFill>
                  <a:schemeClr val="dk2"/>
                </a:solidFill>
                <a:latin typeface="Libre Franklin"/>
                <a:ea typeface="Libre Franklin"/>
                <a:cs typeface="Libre Franklin"/>
                <a:sym typeface="Libre Franklin"/>
              </a:defRPr>
            </a:lvl4pPr>
            <a:lvl5pPr indent="0" lvl="4" marL="0" algn="r">
              <a:spcBef>
                <a:spcPts val="0"/>
              </a:spcBef>
              <a:buNone/>
              <a:defRPr sz="1200">
                <a:solidFill>
                  <a:schemeClr val="dk2"/>
                </a:solidFill>
                <a:latin typeface="Libre Franklin"/>
                <a:ea typeface="Libre Franklin"/>
                <a:cs typeface="Libre Franklin"/>
                <a:sym typeface="Libre Franklin"/>
              </a:defRPr>
            </a:lvl5pPr>
            <a:lvl6pPr indent="0" lvl="5" marL="0" algn="r">
              <a:spcBef>
                <a:spcPts val="0"/>
              </a:spcBef>
              <a:buNone/>
              <a:defRPr sz="1200">
                <a:solidFill>
                  <a:schemeClr val="dk2"/>
                </a:solidFill>
                <a:latin typeface="Libre Franklin"/>
                <a:ea typeface="Libre Franklin"/>
                <a:cs typeface="Libre Franklin"/>
                <a:sym typeface="Libre Franklin"/>
              </a:defRPr>
            </a:lvl6pPr>
            <a:lvl7pPr indent="0" lvl="6" marL="0" algn="r">
              <a:spcBef>
                <a:spcPts val="0"/>
              </a:spcBef>
              <a:buNone/>
              <a:defRPr sz="1200">
                <a:solidFill>
                  <a:schemeClr val="dk2"/>
                </a:solidFill>
                <a:latin typeface="Libre Franklin"/>
                <a:ea typeface="Libre Franklin"/>
                <a:cs typeface="Libre Franklin"/>
                <a:sym typeface="Libre Franklin"/>
              </a:defRPr>
            </a:lvl7pPr>
            <a:lvl8pPr indent="0" lvl="7" marL="0" algn="r">
              <a:spcBef>
                <a:spcPts val="0"/>
              </a:spcBef>
              <a:buNone/>
              <a:defRPr sz="1200">
                <a:solidFill>
                  <a:schemeClr val="dk2"/>
                </a:solidFill>
                <a:latin typeface="Libre Franklin"/>
                <a:ea typeface="Libre Franklin"/>
                <a:cs typeface="Libre Franklin"/>
                <a:sym typeface="Libre Franklin"/>
              </a:defRPr>
            </a:lvl8pPr>
            <a:lvl9pPr indent="0" lvl="8" marL="0" algn="r">
              <a:spcBef>
                <a:spcPts val="0"/>
              </a:spcBef>
              <a:buNone/>
              <a:defRPr sz="1200">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s-AR"/>
              <a:t>‹#›</a:t>
            </a:fld>
            <a:endParaRPr/>
          </a:p>
        </p:txBody>
      </p:sp>
      <p:sp>
        <p:nvSpPr>
          <p:cNvPr id="71" name="Google Shape;71;p18" title="Divider Bar"/>
          <p:cNvSpPr/>
          <p:nvPr/>
        </p:nvSpPr>
        <p:spPr>
          <a:xfrm>
            <a:off x="5303520" y="376"/>
            <a:ext cx="2286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showMasterSp="0" type="picTx">
  <p:cSld name="PICTURE_WITH_CAPTION_TEXT">
    <p:spTree>
      <p:nvGrpSpPr>
        <p:cNvPr id="72" name="Shape 72"/>
        <p:cNvGrpSpPr/>
        <p:nvPr/>
      </p:nvGrpSpPr>
      <p:grpSpPr>
        <a:xfrm>
          <a:off x="0" y="0"/>
          <a:ext cx="0" cy="0"/>
          <a:chOff x="0" y="0"/>
          <a:chExt cx="0" cy="0"/>
        </a:xfrm>
      </p:grpSpPr>
      <p:sp>
        <p:nvSpPr>
          <p:cNvPr id="73" name="Google Shape;73;p19" title="Background Shape"/>
          <p:cNvSpPr/>
          <p:nvPr/>
        </p:nvSpPr>
        <p:spPr>
          <a:xfrm>
            <a:off x="0" y="376"/>
            <a:ext cx="5303520" cy="6857624"/>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9"/>
          <p:cNvSpPr txBox="1"/>
          <p:nvPr>
            <p:ph type="title"/>
          </p:nvPr>
        </p:nvSpPr>
        <p:spPr>
          <a:xfrm>
            <a:off x="723900" y="685800"/>
            <a:ext cx="3855720" cy="2157884"/>
          </a:xfrm>
          <a:prstGeom prst="rect">
            <a:avLst/>
          </a:prstGeom>
          <a:noFill/>
          <a:ln>
            <a:noFill/>
          </a:ln>
        </p:spPr>
        <p:txBody>
          <a:bodyPr anchorCtr="0" anchor="t" bIns="45700" lIns="91425" spcFirstLastPara="1" rIns="91425" wrap="square" tIns="45700">
            <a:normAutofit/>
          </a:bodyPr>
          <a:lstStyle>
            <a:lvl1pPr lvl="0" algn="l">
              <a:lnSpc>
                <a:spcPct val="84000"/>
              </a:lnSpc>
              <a:spcBef>
                <a:spcPts val="0"/>
              </a:spcBef>
              <a:spcAft>
                <a:spcPts val="0"/>
              </a:spcAft>
              <a:buClr>
                <a:schemeClr val="dk2"/>
              </a:buClr>
              <a:buSzPts val="4800"/>
              <a:buFont typeface="Libre Franklin"/>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19"/>
          <p:cNvSpPr/>
          <p:nvPr>
            <p:ph idx="2" type="pic"/>
          </p:nvPr>
        </p:nvSpPr>
        <p:spPr>
          <a:xfrm>
            <a:off x="5532120" y="0"/>
            <a:ext cx="6659880" cy="6857999"/>
          </a:xfrm>
          <a:prstGeom prst="rect">
            <a:avLst/>
          </a:prstGeom>
          <a:noFill/>
          <a:ln>
            <a:noFill/>
          </a:ln>
        </p:spPr>
      </p:sp>
      <p:sp>
        <p:nvSpPr>
          <p:cNvPr id="76" name="Google Shape;76;p19"/>
          <p:cNvSpPr txBox="1"/>
          <p:nvPr>
            <p:ph idx="1" type="body"/>
          </p:nvPr>
        </p:nvSpPr>
        <p:spPr>
          <a:xfrm>
            <a:off x="723900" y="2855968"/>
            <a:ext cx="3855720" cy="3011432"/>
          </a:xfrm>
          <a:prstGeom prst="rect">
            <a:avLst/>
          </a:prstGeom>
          <a:noFill/>
          <a:ln>
            <a:noFill/>
          </a:ln>
        </p:spPr>
        <p:txBody>
          <a:bodyPr anchorCtr="0" anchor="t" bIns="45700" lIns="91425" spcFirstLastPara="1" rIns="91425" wrap="square" tIns="45700">
            <a:normAutofit/>
          </a:bodyPr>
          <a:lstStyle>
            <a:lvl1pPr indent="-228600" lvl="0" marL="457200" algn="l">
              <a:lnSpc>
                <a:spcPct val="113000"/>
              </a:lnSpc>
              <a:spcBef>
                <a:spcPts val="0"/>
              </a:spcBef>
              <a:spcAft>
                <a:spcPts val="0"/>
              </a:spcAft>
              <a:buClr>
                <a:schemeClr val="dk2"/>
              </a:buClr>
              <a:buSzPts val="1600"/>
              <a:buNone/>
              <a:defRPr sz="1600"/>
            </a:lvl1pPr>
            <a:lvl2pPr indent="-228600" lvl="1" marL="914400" algn="l">
              <a:lnSpc>
                <a:spcPct val="94000"/>
              </a:lnSpc>
              <a:spcBef>
                <a:spcPts val="1500"/>
              </a:spcBef>
              <a:spcAft>
                <a:spcPts val="0"/>
              </a:spcAft>
              <a:buClr>
                <a:schemeClr val="dk2"/>
              </a:buClr>
              <a:buSzPts val="1400"/>
              <a:buNone/>
              <a:defRPr sz="1400"/>
            </a:lvl2pPr>
            <a:lvl3pPr indent="-228600" lvl="2" marL="1371600" algn="l">
              <a:lnSpc>
                <a:spcPct val="94000"/>
              </a:lnSpc>
              <a:spcBef>
                <a:spcPts val="500"/>
              </a:spcBef>
              <a:spcAft>
                <a:spcPts val="0"/>
              </a:spcAft>
              <a:buClr>
                <a:schemeClr val="dk2"/>
              </a:buClr>
              <a:buSzPts val="1200"/>
              <a:buNone/>
              <a:defRPr sz="1200"/>
            </a:lvl3pPr>
            <a:lvl4pPr indent="-228600" lvl="3" marL="1828800" algn="l">
              <a:lnSpc>
                <a:spcPct val="94000"/>
              </a:lnSpc>
              <a:spcBef>
                <a:spcPts val="500"/>
              </a:spcBef>
              <a:spcAft>
                <a:spcPts val="0"/>
              </a:spcAft>
              <a:buClr>
                <a:schemeClr val="dk2"/>
              </a:buClr>
              <a:buSzPts val="1000"/>
              <a:buNone/>
              <a:defRPr sz="1000"/>
            </a:lvl4pPr>
            <a:lvl5pPr indent="-228600" lvl="4" marL="2286000" algn="l">
              <a:lnSpc>
                <a:spcPct val="94000"/>
              </a:lnSpc>
              <a:spcBef>
                <a:spcPts val="500"/>
              </a:spcBef>
              <a:spcAft>
                <a:spcPts val="0"/>
              </a:spcAft>
              <a:buClr>
                <a:schemeClr val="dk2"/>
              </a:buClr>
              <a:buSzPts val="1000"/>
              <a:buNone/>
              <a:defRPr sz="1000"/>
            </a:lvl5pPr>
            <a:lvl6pPr indent="-228600" lvl="5" marL="2743200" algn="l">
              <a:lnSpc>
                <a:spcPct val="94000"/>
              </a:lnSpc>
              <a:spcBef>
                <a:spcPts val="500"/>
              </a:spcBef>
              <a:spcAft>
                <a:spcPts val="0"/>
              </a:spcAft>
              <a:buClr>
                <a:schemeClr val="dk2"/>
              </a:buClr>
              <a:buSzPts val="1000"/>
              <a:buNone/>
              <a:defRPr sz="1000"/>
            </a:lvl6pPr>
            <a:lvl7pPr indent="-228600" lvl="6" marL="3200400" algn="l">
              <a:lnSpc>
                <a:spcPct val="94000"/>
              </a:lnSpc>
              <a:spcBef>
                <a:spcPts val="500"/>
              </a:spcBef>
              <a:spcAft>
                <a:spcPts val="0"/>
              </a:spcAft>
              <a:buClr>
                <a:schemeClr val="dk2"/>
              </a:buClr>
              <a:buSzPts val="1000"/>
              <a:buNone/>
              <a:defRPr sz="1000"/>
            </a:lvl7pPr>
            <a:lvl8pPr indent="-228600" lvl="7" marL="3657600" algn="l">
              <a:lnSpc>
                <a:spcPct val="94000"/>
              </a:lnSpc>
              <a:spcBef>
                <a:spcPts val="500"/>
              </a:spcBef>
              <a:spcAft>
                <a:spcPts val="0"/>
              </a:spcAft>
              <a:buClr>
                <a:schemeClr val="dk2"/>
              </a:buClr>
              <a:buSzPts val="1000"/>
              <a:buNone/>
              <a:defRPr sz="1000"/>
            </a:lvl8pPr>
            <a:lvl9pPr indent="-228600" lvl="8" marL="4114800" algn="l">
              <a:lnSpc>
                <a:spcPct val="94000"/>
              </a:lnSpc>
              <a:spcBef>
                <a:spcPts val="500"/>
              </a:spcBef>
              <a:spcAft>
                <a:spcPts val="200"/>
              </a:spcAft>
              <a:buClr>
                <a:schemeClr val="dk2"/>
              </a:buClr>
              <a:buSzPts val="1000"/>
              <a:buNone/>
              <a:defRPr sz="1000"/>
            </a:lvl9pPr>
          </a:lstStyle>
          <a:p/>
        </p:txBody>
      </p:sp>
      <p:sp>
        <p:nvSpPr>
          <p:cNvPr id="77" name="Google Shape;77;p19"/>
          <p:cNvSpPr txBox="1"/>
          <p:nvPr>
            <p:ph idx="10" type="dt"/>
          </p:nvPr>
        </p:nvSpPr>
        <p:spPr>
          <a:xfrm>
            <a:off x="72390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9"/>
          <p:cNvSpPr txBox="1"/>
          <p:nvPr>
            <p:ph idx="11" type="ftr"/>
          </p:nvPr>
        </p:nvSpPr>
        <p:spPr>
          <a:xfrm>
            <a:off x="2205945" y="6453386"/>
            <a:ext cx="2373675"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9"/>
          <p:cNvSpPr txBox="1"/>
          <p:nvPr>
            <p:ph idx="12" type="sldNum"/>
          </p:nvPr>
        </p:nvSpPr>
        <p:spPr>
          <a:xfrm>
            <a:off x="9883140"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chemeClr val="dk2"/>
                </a:solidFill>
                <a:latin typeface="Libre Franklin"/>
                <a:ea typeface="Libre Franklin"/>
                <a:cs typeface="Libre Franklin"/>
                <a:sym typeface="Libre Franklin"/>
              </a:defRPr>
            </a:lvl1pPr>
            <a:lvl2pPr indent="0" lvl="1" marL="0" algn="r">
              <a:spcBef>
                <a:spcPts val="0"/>
              </a:spcBef>
              <a:buNone/>
              <a:defRPr sz="1200">
                <a:solidFill>
                  <a:schemeClr val="dk2"/>
                </a:solidFill>
                <a:latin typeface="Libre Franklin"/>
                <a:ea typeface="Libre Franklin"/>
                <a:cs typeface="Libre Franklin"/>
                <a:sym typeface="Libre Franklin"/>
              </a:defRPr>
            </a:lvl2pPr>
            <a:lvl3pPr indent="0" lvl="2" marL="0" algn="r">
              <a:spcBef>
                <a:spcPts val="0"/>
              </a:spcBef>
              <a:buNone/>
              <a:defRPr sz="1200">
                <a:solidFill>
                  <a:schemeClr val="dk2"/>
                </a:solidFill>
                <a:latin typeface="Libre Franklin"/>
                <a:ea typeface="Libre Franklin"/>
                <a:cs typeface="Libre Franklin"/>
                <a:sym typeface="Libre Franklin"/>
              </a:defRPr>
            </a:lvl3pPr>
            <a:lvl4pPr indent="0" lvl="3" marL="0" algn="r">
              <a:spcBef>
                <a:spcPts val="0"/>
              </a:spcBef>
              <a:buNone/>
              <a:defRPr sz="1200">
                <a:solidFill>
                  <a:schemeClr val="dk2"/>
                </a:solidFill>
                <a:latin typeface="Libre Franklin"/>
                <a:ea typeface="Libre Franklin"/>
                <a:cs typeface="Libre Franklin"/>
                <a:sym typeface="Libre Franklin"/>
              </a:defRPr>
            </a:lvl4pPr>
            <a:lvl5pPr indent="0" lvl="4" marL="0" algn="r">
              <a:spcBef>
                <a:spcPts val="0"/>
              </a:spcBef>
              <a:buNone/>
              <a:defRPr sz="1200">
                <a:solidFill>
                  <a:schemeClr val="dk2"/>
                </a:solidFill>
                <a:latin typeface="Libre Franklin"/>
                <a:ea typeface="Libre Franklin"/>
                <a:cs typeface="Libre Franklin"/>
                <a:sym typeface="Libre Franklin"/>
              </a:defRPr>
            </a:lvl5pPr>
            <a:lvl6pPr indent="0" lvl="5" marL="0" algn="r">
              <a:spcBef>
                <a:spcPts val="0"/>
              </a:spcBef>
              <a:buNone/>
              <a:defRPr sz="1200">
                <a:solidFill>
                  <a:schemeClr val="dk2"/>
                </a:solidFill>
                <a:latin typeface="Libre Franklin"/>
                <a:ea typeface="Libre Franklin"/>
                <a:cs typeface="Libre Franklin"/>
                <a:sym typeface="Libre Franklin"/>
              </a:defRPr>
            </a:lvl6pPr>
            <a:lvl7pPr indent="0" lvl="6" marL="0" algn="r">
              <a:spcBef>
                <a:spcPts val="0"/>
              </a:spcBef>
              <a:buNone/>
              <a:defRPr sz="1200">
                <a:solidFill>
                  <a:schemeClr val="dk2"/>
                </a:solidFill>
                <a:latin typeface="Libre Franklin"/>
                <a:ea typeface="Libre Franklin"/>
                <a:cs typeface="Libre Franklin"/>
                <a:sym typeface="Libre Franklin"/>
              </a:defRPr>
            </a:lvl7pPr>
            <a:lvl8pPr indent="0" lvl="7" marL="0" algn="r">
              <a:spcBef>
                <a:spcPts val="0"/>
              </a:spcBef>
              <a:buNone/>
              <a:defRPr sz="1200">
                <a:solidFill>
                  <a:schemeClr val="dk2"/>
                </a:solidFill>
                <a:latin typeface="Libre Franklin"/>
                <a:ea typeface="Libre Franklin"/>
                <a:cs typeface="Libre Franklin"/>
                <a:sym typeface="Libre Franklin"/>
              </a:defRPr>
            </a:lvl8pPr>
            <a:lvl9pPr indent="0" lvl="8" marL="0" algn="r">
              <a:spcBef>
                <a:spcPts val="0"/>
              </a:spcBef>
              <a:buNone/>
              <a:defRPr sz="1200">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s-AR"/>
              <a:t>‹#›</a:t>
            </a:fld>
            <a:endParaRPr/>
          </a:p>
        </p:txBody>
      </p:sp>
      <p:sp>
        <p:nvSpPr>
          <p:cNvPr id="80" name="Google Shape;80;p19" title="Divider Bar"/>
          <p:cNvSpPr/>
          <p:nvPr/>
        </p:nvSpPr>
        <p:spPr>
          <a:xfrm>
            <a:off x="5303520" y="376"/>
            <a:ext cx="2286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81" name="Shape 81"/>
        <p:cNvGrpSpPr/>
        <p:nvPr/>
      </p:nvGrpSpPr>
      <p:grpSpPr>
        <a:xfrm>
          <a:off x="0" y="0"/>
          <a:ext cx="0" cy="0"/>
          <a:chOff x="0" y="0"/>
          <a:chExt cx="0" cy="0"/>
        </a:xfrm>
      </p:grpSpPr>
      <p:sp>
        <p:nvSpPr>
          <p:cNvPr id="82" name="Google Shape;82;p20"/>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20"/>
          <p:cNvSpPr txBox="1"/>
          <p:nvPr>
            <p:ph idx="1" type="body"/>
          </p:nvPr>
        </p:nvSpPr>
        <p:spPr>
          <a:xfrm rot="5400000">
            <a:off x="4386263" y="-719137"/>
            <a:ext cx="3571875" cy="9601200"/>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000"/>
              </a:spcBef>
              <a:spcAft>
                <a:spcPts val="0"/>
              </a:spcAft>
              <a:buClr>
                <a:schemeClr val="dk2"/>
              </a:buClr>
              <a:buSzPts val="1800"/>
              <a:buChar char="■"/>
              <a:defRPr/>
            </a:lvl1pPr>
            <a:lvl2pPr indent="-342900" lvl="1" marL="914400" algn="l">
              <a:lnSpc>
                <a:spcPct val="94000"/>
              </a:lnSpc>
              <a:spcBef>
                <a:spcPts val="500"/>
              </a:spcBef>
              <a:spcAft>
                <a:spcPts val="0"/>
              </a:spcAft>
              <a:buClr>
                <a:schemeClr val="dk2"/>
              </a:buClr>
              <a:buSzPts val="1800"/>
              <a:buChar char="–"/>
              <a:defRPr/>
            </a:lvl2pPr>
            <a:lvl3pPr indent="-342900" lvl="2" marL="1371600" algn="l">
              <a:lnSpc>
                <a:spcPct val="94000"/>
              </a:lnSpc>
              <a:spcBef>
                <a:spcPts val="500"/>
              </a:spcBef>
              <a:spcAft>
                <a:spcPts val="0"/>
              </a:spcAft>
              <a:buClr>
                <a:schemeClr val="dk2"/>
              </a:buClr>
              <a:buSzPts val="1800"/>
              <a:buChar char="■"/>
              <a:defRPr/>
            </a:lvl3pPr>
            <a:lvl4pPr indent="-342900" lvl="3" marL="1828800" algn="l">
              <a:lnSpc>
                <a:spcPct val="94000"/>
              </a:lnSpc>
              <a:spcBef>
                <a:spcPts val="500"/>
              </a:spcBef>
              <a:spcAft>
                <a:spcPts val="0"/>
              </a:spcAft>
              <a:buClr>
                <a:schemeClr val="dk2"/>
              </a:buClr>
              <a:buSzPts val="1800"/>
              <a:buChar char="–"/>
              <a:defRPr/>
            </a:lvl4pPr>
            <a:lvl5pPr indent="-342900" lvl="4" marL="2286000" algn="l">
              <a:lnSpc>
                <a:spcPct val="94000"/>
              </a:lnSpc>
              <a:spcBef>
                <a:spcPts val="500"/>
              </a:spcBef>
              <a:spcAft>
                <a:spcPts val="0"/>
              </a:spcAft>
              <a:buClr>
                <a:schemeClr val="dk2"/>
              </a:buClr>
              <a:buSzPts val="180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84" name="Google Shape;84;p20"/>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0"/>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0"/>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87" name="Shape 87"/>
        <p:cNvGrpSpPr/>
        <p:nvPr/>
      </p:nvGrpSpPr>
      <p:grpSpPr>
        <a:xfrm>
          <a:off x="0" y="0"/>
          <a:ext cx="0" cy="0"/>
          <a:chOff x="0" y="0"/>
          <a:chExt cx="0" cy="0"/>
        </a:xfrm>
      </p:grpSpPr>
      <p:sp>
        <p:nvSpPr>
          <p:cNvPr id="88" name="Google Shape;88;p21"/>
          <p:cNvSpPr txBox="1"/>
          <p:nvPr>
            <p:ph type="title"/>
          </p:nvPr>
        </p:nvSpPr>
        <p:spPr>
          <a:xfrm rot="5400000">
            <a:off x="7757822" y="2462895"/>
            <a:ext cx="5243244" cy="1565766"/>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9" name="Google Shape;89;p21"/>
          <p:cNvSpPr txBox="1"/>
          <p:nvPr>
            <p:ph idx="1" type="body"/>
          </p:nvPr>
        </p:nvSpPr>
        <p:spPr>
          <a:xfrm rot="5400000">
            <a:off x="2839799" y="-844042"/>
            <a:ext cx="5243244" cy="8179641"/>
          </a:xfrm>
          <a:prstGeom prst="rect">
            <a:avLst/>
          </a:prstGeom>
          <a:noFill/>
          <a:ln>
            <a:noFill/>
          </a:ln>
        </p:spPr>
        <p:txBody>
          <a:bodyPr anchorCtr="0" anchor="t" bIns="45700" lIns="91425" spcFirstLastPara="1" rIns="91425" wrap="square" tIns="45700">
            <a:normAutofit/>
          </a:bodyPr>
          <a:lstStyle>
            <a:lvl1pPr indent="-342900" lvl="0" marL="457200" algn="l">
              <a:lnSpc>
                <a:spcPct val="94000"/>
              </a:lnSpc>
              <a:spcBef>
                <a:spcPts val="1000"/>
              </a:spcBef>
              <a:spcAft>
                <a:spcPts val="0"/>
              </a:spcAft>
              <a:buClr>
                <a:schemeClr val="dk2"/>
              </a:buClr>
              <a:buSzPts val="1800"/>
              <a:buChar char="■"/>
              <a:defRPr/>
            </a:lvl1pPr>
            <a:lvl2pPr indent="-342900" lvl="1" marL="914400" algn="l">
              <a:lnSpc>
                <a:spcPct val="94000"/>
              </a:lnSpc>
              <a:spcBef>
                <a:spcPts val="500"/>
              </a:spcBef>
              <a:spcAft>
                <a:spcPts val="0"/>
              </a:spcAft>
              <a:buClr>
                <a:schemeClr val="dk2"/>
              </a:buClr>
              <a:buSzPts val="1800"/>
              <a:buChar char="–"/>
              <a:defRPr/>
            </a:lvl2pPr>
            <a:lvl3pPr indent="-342900" lvl="2" marL="1371600" algn="l">
              <a:lnSpc>
                <a:spcPct val="94000"/>
              </a:lnSpc>
              <a:spcBef>
                <a:spcPts val="500"/>
              </a:spcBef>
              <a:spcAft>
                <a:spcPts val="0"/>
              </a:spcAft>
              <a:buClr>
                <a:schemeClr val="dk2"/>
              </a:buClr>
              <a:buSzPts val="1800"/>
              <a:buChar char="■"/>
              <a:defRPr/>
            </a:lvl3pPr>
            <a:lvl4pPr indent="-342900" lvl="3" marL="1828800" algn="l">
              <a:lnSpc>
                <a:spcPct val="94000"/>
              </a:lnSpc>
              <a:spcBef>
                <a:spcPts val="500"/>
              </a:spcBef>
              <a:spcAft>
                <a:spcPts val="0"/>
              </a:spcAft>
              <a:buClr>
                <a:schemeClr val="dk2"/>
              </a:buClr>
              <a:buSzPts val="1800"/>
              <a:buChar char="–"/>
              <a:defRPr/>
            </a:lvl4pPr>
            <a:lvl5pPr indent="-342900" lvl="4" marL="2286000" algn="l">
              <a:lnSpc>
                <a:spcPct val="94000"/>
              </a:lnSpc>
              <a:spcBef>
                <a:spcPts val="500"/>
              </a:spcBef>
              <a:spcAft>
                <a:spcPts val="0"/>
              </a:spcAft>
              <a:buClr>
                <a:schemeClr val="dk2"/>
              </a:buClr>
              <a:buSzPts val="180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90" name="Google Shape;90;p21"/>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21"/>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21"/>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marR="0" rtl="0" algn="l">
              <a:lnSpc>
                <a:spcPct val="89000"/>
              </a:lnSpc>
              <a:spcBef>
                <a:spcPts val="0"/>
              </a:spcBef>
              <a:spcAft>
                <a:spcPts val="0"/>
              </a:spcAft>
              <a:buClr>
                <a:schemeClr val="dk2"/>
              </a:buClr>
              <a:buSzPts val="4400"/>
              <a:buFont typeface="Libre Franklin"/>
              <a:buNone/>
              <a:defRPr b="0" i="0" sz="4400" u="none" cap="none" strike="noStrik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0"/>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4000"/>
              </a:lnSpc>
              <a:spcBef>
                <a:spcPts val="1000"/>
              </a:spcBef>
              <a:spcAft>
                <a:spcPts val="0"/>
              </a:spcAft>
              <a:buClr>
                <a:schemeClr val="dk2"/>
              </a:buClr>
              <a:buSzPts val="2000"/>
              <a:buFont typeface="Libre Franklin"/>
              <a:buChar char="■"/>
              <a:defRPr b="0" i="0" sz="2000" u="none" cap="none" strike="noStrike">
                <a:solidFill>
                  <a:schemeClr val="dk2"/>
                </a:solidFill>
                <a:latin typeface="Libre Franklin"/>
                <a:ea typeface="Libre Franklin"/>
                <a:cs typeface="Libre Franklin"/>
                <a:sym typeface="Libre Franklin"/>
              </a:defRPr>
            </a:lvl1pPr>
            <a:lvl2pPr indent="-355600" lvl="1" marL="914400" marR="0" rtl="0" algn="l">
              <a:lnSpc>
                <a:spcPct val="94000"/>
              </a:lnSpc>
              <a:spcBef>
                <a:spcPts val="500"/>
              </a:spcBef>
              <a:spcAft>
                <a:spcPts val="0"/>
              </a:spcAft>
              <a:buClr>
                <a:schemeClr val="dk2"/>
              </a:buClr>
              <a:buSzPts val="2000"/>
              <a:buFont typeface="Libre Franklin"/>
              <a:buChar char="–"/>
              <a:defRPr b="0" i="1" sz="2000" u="none" cap="none" strike="noStrike">
                <a:solidFill>
                  <a:schemeClr val="dk2"/>
                </a:solidFill>
                <a:latin typeface="Libre Franklin"/>
                <a:ea typeface="Libre Franklin"/>
                <a:cs typeface="Libre Franklin"/>
                <a:sym typeface="Libre Franklin"/>
              </a:defRPr>
            </a:lvl2pPr>
            <a:lvl3pPr indent="-342900" lvl="2" marL="1371600" marR="0" rtl="0" algn="l">
              <a:lnSpc>
                <a:spcPct val="94000"/>
              </a:lnSpc>
              <a:spcBef>
                <a:spcPts val="500"/>
              </a:spcBef>
              <a:spcAft>
                <a:spcPts val="0"/>
              </a:spcAft>
              <a:buClr>
                <a:schemeClr val="dk2"/>
              </a:buClr>
              <a:buSzPts val="1800"/>
              <a:buFont typeface="Libre Franklin"/>
              <a:buChar char="■"/>
              <a:defRPr b="0" i="0" sz="1800" u="none" cap="none" strike="noStrike">
                <a:solidFill>
                  <a:schemeClr val="dk2"/>
                </a:solidFill>
                <a:latin typeface="Libre Franklin"/>
                <a:ea typeface="Libre Franklin"/>
                <a:cs typeface="Libre Franklin"/>
                <a:sym typeface="Libre Franklin"/>
              </a:defRPr>
            </a:lvl3pPr>
            <a:lvl4pPr indent="-342900" lvl="3" marL="1828800" marR="0" rtl="0" algn="l">
              <a:lnSpc>
                <a:spcPct val="94000"/>
              </a:lnSpc>
              <a:spcBef>
                <a:spcPts val="500"/>
              </a:spcBef>
              <a:spcAft>
                <a:spcPts val="0"/>
              </a:spcAft>
              <a:buClr>
                <a:schemeClr val="dk2"/>
              </a:buClr>
              <a:buSzPts val="1800"/>
              <a:buFont typeface="Libre Franklin"/>
              <a:buChar char="–"/>
              <a:defRPr b="0" i="1" sz="1800" u="none" cap="none" strike="noStrike">
                <a:solidFill>
                  <a:schemeClr val="dk2"/>
                </a:solidFill>
                <a:latin typeface="Libre Franklin"/>
                <a:ea typeface="Libre Franklin"/>
                <a:cs typeface="Libre Franklin"/>
                <a:sym typeface="Libre Franklin"/>
              </a:defRPr>
            </a:lvl4pPr>
            <a:lvl5pPr indent="-330200" lvl="4" marL="2286000" marR="0" rtl="0" algn="l">
              <a:lnSpc>
                <a:spcPct val="94000"/>
              </a:lnSpc>
              <a:spcBef>
                <a:spcPts val="500"/>
              </a:spcBef>
              <a:spcAft>
                <a:spcPts val="0"/>
              </a:spcAft>
              <a:buClr>
                <a:schemeClr val="dk2"/>
              </a:buClr>
              <a:buSzPts val="1600"/>
              <a:buFont typeface="Libre Franklin"/>
              <a:buChar char="■"/>
              <a:defRPr b="0" i="0" sz="1600" u="none" cap="none" strike="noStrike">
                <a:solidFill>
                  <a:schemeClr val="dk2"/>
                </a:solidFill>
                <a:latin typeface="Libre Franklin"/>
                <a:ea typeface="Libre Franklin"/>
                <a:cs typeface="Libre Franklin"/>
                <a:sym typeface="Libre Franklin"/>
              </a:defRPr>
            </a:lvl5pPr>
            <a:lvl6pPr indent="-330200" lvl="5" marL="2743200" marR="0" rtl="0" algn="l">
              <a:lnSpc>
                <a:spcPct val="94000"/>
              </a:lnSpc>
              <a:spcBef>
                <a:spcPts val="500"/>
              </a:spcBef>
              <a:spcAft>
                <a:spcPts val="0"/>
              </a:spcAft>
              <a:buClr>
                <a:schemeClr val="dk2"/>
              </a:buClr>
              <a:buSzPts val="1600"/>
              <a:buFont typeface="Libre Franklin"/>
              <a:buChar char="–"/>
              <a:defRPr b="0" i="1" sz="1600" u="none" cap="none" strike="noStrike">
                <a:solidFill>
                  <a:schemeClr val="dk2"/>
                </a:solidFill>
                <a:latin typeface="Libre Franklin"/>
                <a:ea typeface="Libre Franklin"/>
                <a:cs typeface="Libre Franklin"/>
                <a:sym typeface="Libre Franklin"/>
              </a:defRPr>
            </a:lvl6pPr>
            <a:lvl7pPr indent="-317500" lvl="6" marL="3200400" marR="0" rtl="0" algn="l">
              <a:lnSpc>
                <a:spcPct val="94000"/>
              </a:lnSpc>
              <a:spcBef>
                <a:spcPts val="500"/>
              </a:spcBef>
              <a:spcAft>
                <a:spcPts val="0"/>
              </a:spcAft>
              <a:buClr>
                <a:schemeClr val="dk2"/>
              </a:buClr>
              <a:buSzPts val="1400"/>
              <a:buFont typeface="Libre Franklin"/>
              <a:buChar char="■"/>
              <a:defRPr b="0" i="0" sz="1400" u="none" cap="none" strike="noStrike">
                <a:solidFill>
                  <a:schemeClr val="dk2"/>
                </a:solidFill>
                <a:latin typeface="Libre Franklin"/>
                <a:ea typeface="Libre Franklin"/>
                <a:cs typeface="Libre Franklin"/>
                <a:sym typeface="Libre Franklin"/>
              </a:defRPr>
            </a:lvl7pPr>
            <a:lvl8pPr indent="-317500" lvl="7" marL="3657600" marR="0" rtl="0" algn="l">
              <a:lnSpc>
                <a:spcPct val="94000"/>
              </a:lnSpc>
              <a:spcBef>
                <a:spcPts val="500"/>
              </a:spcBef>
              <a:spcAft>
                <a:spcPts val="0"/>
              </a:spcAft>
              <a:buClr>
                <a:schemeClr val="dk2"/>
              </a:buClr>
              <a:buSzPts val="1400"/>
              <a:buFont typeface="Libre Franklin"/>
              <a:buChar char="–"/>
              <a:defRPr b="0" i="1" sz="1400" u="none" cap="none" strike="noStrike">
                <a:solidFill>
                  <a:schemeClr val="dk2"/>
                </a:solidFill>
                <a:latin typeface="Libre Franklin"/>
                <a:ea typeface="Libre Franklin"/>
                <a:cs typeface="Libre Franklin"/>
                <a:sym typeface="Libre Franklin"/>
              </a:defRPr>
            </a:lvl8pPr>
            <a:lvl9pPr indent="-317500" lvl="8" marL="4114800" marR="0" rtl="0" algn="l">
              <a:lnSpc>
                <a:spcPct val="94000"/>
              </a:lnSpc>
              <a:spcBef>
                <a:spcPts val="500"/>
              </a:spcBef>
              <a:spcAft>
                <a:spcPts val="200"/>
              </a:spcAft>
              <a:buClr>
                <a:schemeClr val="dk2"/>
              </a:buClr>
              <a:buSzPts val="1400"/>
              <a:buFont typeface="Libre Franklin"/>
              <a:buChar char="■"/>
              <a:defRPr b="0" i="0" sz="1400" u="none" cap="none" strike="noStrike">
                <a:solidFill>
                  <a:schemeClr val="dk2"/>
                </a:solidFill>
                <a:latin typeface="Libre Franklin"/>
                <a:ea typeface="Libre Franklin"/>
                <a:cs typeface="Libre Franklin"/>
                <a:sym typeface="Libre Franklin"/>
              </a:defRPr>
            </a:lvl9pPr>
          </a:lstStyle>
          <a:p/>
        </p:txBody>
      </p:sp>
      <p:sp>
        <p:nvSpPr>
          <p:cNvPr id="12" name="Google Shape;12;p10"/>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3" name="Google Shape;13;p10"/>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4" name="Google Shape;14;p10"/>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dk2"/>
                </a:solidFill>
                <a:latin typeface="Libre Franklin"/>
                <a:ea typeface="Libre Franklin"/>
                <a:cs typeface="Libre Franklin"/>
                <a:sym typeface="Libre Franklin"/>
              </a:defRPr>
            </a:lvl1pPr>
            <a:lvl2pPr indent="0" lvl="1" marL="0" marR="0" rtl="0" algn="r">
              <a:spcBef>
                <a:spcPts val="0"/>
              </a:spcBef>
              <a:buNone/>
              <a:defRPr b="0" i="0" sz="1200" u="none" cap="none" strike="noStrike">
                <a:solidFill>
                  <a:schemeClr val="dk2"/>
                </a:solidFill>
                <a:latin typeface="Libre Franklin"/>
                <a:ea typeface="Libre Franklin"/>
                <a:cs typeface="Libre Franklin"/>
                <a:sym typeface="Libre Franklin"/>
              </a:defRPr>
            </a:lvl2pPr>
            <a:lvl3pPr indent="0" lvl="2" marL="0" marR="0" rtl="0" algn="r">
              <a:spcBef>
                <a:spcPts val="0"/>
              </a:spcBef>
              <a:buNone/>
              <a:defRPr b="0" i="0" sz="1200" u="none" cap="none" strike="noStrike">
                <a:solidFill>
                  <a:schemeClr val="dk2"/>
                </a:solidFill>
                <a:latin typeface="Libre Franklin"/>
                <a:ea typeface="Libre Franklin"/>
                <a:cs typeface="Libre Franklin"/>
                <a:sym typeface="Libre Franklin"/>
              </a:defRPr>
            </a:lvl3pPr>
            <a:lvl4pPr indent="0" lvl="3" marL="0" marR="0" rtl="0" algn="r">
              <a:spcBef>
                <a:spcPts val="0"/>
              </a:spcBef>
              <a:buNone/>
              <a:defRPr b="0" i="0" sz="1200" u="none" cap="none" strike="noStrike">
                <a:solidFill>
                  <a:schemeClr val="dk2"/>
                </a:solidFill>
                <a:latin typeface="Libre Franklin"/>
                <a:ea typeface="Libre Franklin"/>
                <a:cs typeface="Libre Franklin"/>
                <a:sym typeface="Libre Franklin"/>
              </a:defRPr>
            </a:lvl4pPr>
            <a:lvl5pPr indent="0" lvl="4" marL="0" marR="0" rtl="0" algn="r">
              <a:spcBef>
                <a:spcPts val="0"/>
              </a:spcBef>
              <a:buNone/>
              <a:defRPr b="0" i="0" sz="1200" u="none" cap="none" strike="noStrike">
                <a:solidFill>
                  <a:schemeClr val="dk2"/>
                </a:solidFill>
                <a:latin typeface="Libre Franklin"/>
                <a:ea typeface="Libre Franklin"/>
                <a:cs typeface="Libre Franklin"/>
                <a:sym typeface="Libre Franklin"/>
              </a:defRPr>
            </a:lvl5pPr>
            <a:lvl6pPr indent="0" lvl="5" marL="0" marR="0" rtl="0" algn="r">
              <a:spcBef>
                <a:spcPts val="0"/>
              </a:spcBef>
              <a:buNone/>
              <a:defRPr b="0" i="0" sz="1200" u="none" cap="none" strike="noStrike">
                <a:solidFill>
                  <a:schemeClr val="dk2"/>
                </a:solidFill>
                <a:latin typeface="Libre Franklin"/>
                <a:ea typeface="Libre Franklin"/>
                <a:cs typeface="Libre Franklin"/>
                <a:sym typeface="Libre Franklin"/>
              </a:defRPr>
            </a:lvl6pPr>
            <a:lvl7pPr indent="0" lvl="6" marL="0" marR="0" rtl="0" algn="r">
              <a:spcBef>
                <a:spcPts val="0"/>
              </a:spcBef>
              <a:buNone/>
              <a:defRPr b="0" i="0" sz="1200" u="none" cap="none" strike="noStrike">
                <a:solidFill>
                  <a:schemeClr val="dk2"/>
                </a:solidFill>
                <a:latin typeface="Libre Franklin"/>
                <a:ea typeface="Libre Franklin"/>
                <a:cs typeface="Libre Franklin"/>
                <a:sym typeface="Libre Franklin"/>
              </a:defRPr>
            </a:lvl7pPr>
            <a:lvl8pPr indent="0" lvl="7" marL="0" marR="0" rtl="0" algn="r">
              <a:spcBef>
                <a:spcPts val="0"/>
              </a:spcBef>
              <a:buNone/>
              <a:defRPr b="0" i="0" sz="1200" u="none" cap="none" strike="noStrike">
                <a:solidFill>
                  <a:schemeClr val="dk2"/>
                </a:solidFill>
                <a:latin typeface="Libre Franklin"/>
                <a:ea typeface="Libre Franklin"/>
                <a:cs typeface="Libre Franklin"/>
                <a:sym typeface="Libre Franklin"/>
              </a:defRPr>
            </a:lvl8pPr>
            <a:lvl9pPr indent="0" lvl="8" marL="0" marR="0" rtl="0" algn="r">
              <a:spcBef>
                <a:spcPts val="0"/>
              </a:spcBef>
              <a:buNone/>
              <a:defRPr b="0" i="0" sz="1200" u="none" cap="none" strike="noStrike">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s-AR"/>
              <a:t>‹#›</a:t>
            </a:fld>
            <a:endParaRPr/>
          </a:p>
        </p:txBody>
      </p:sp>
      <p:sp>
        <p:nvSpPr>
          <p:cNvPr id="15" name="Google Shape;15;p10" title="Side bar"/>
          <p:cNvSpPr/>
          <p:nvPr/>
        </p:nvSpPr>
        <p:spPr>
          <a:xfrm>
            <a:off x="478095" y="376"/>
            <a:ext cx="2286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368">
          <p15:clr>
            <a:srgbClr val="F26B43"/>
          </p15:clr>
        </p15:guide>
        <p15:guide id="2" orient="horz" pos="1440">
          <p15:clr>
            <a:srgbClr val="F26B43"/>
          </p15:clr>
        </p15:guide>
        <p15:guide id="3" orient="horz" pos="3696">
          <p15:clr>
            <a:srgbClr val="F26B43"/>
          </p15:clr>
        </p15:guide>
        <p15:guide id="4" orient="horz" pos="432">
          <p15:clr>
            <a:srgbClr val="F26B43"/>
          </p15:clr>
        </p15:guide>
        <p15:guide id="5" orient="horz" pos="1512">
          <p15:clr>
            <a:srgbClr val="F26B43"/>
          </p15:clr>
        </p15:guide>
        <p15:guide id="6" pos="6912">
          <p15:clr>
            <a:srgbClr val="F26B43"/>
          </p15:clr>
        </p15:guide>
        <p15:guide id="7" pos="936">
          <p15:clr>
            <a:srgbClr val="F26B43"/>
          </p15:clr>
        </p15:guide>
        <p15:guide id="8"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
          <p:cNvSpPr txBox="1"/>
          <p:nvPr>
            <p:ph type="ctrTitle"/>
          </p:nvPr>
        </p:nvSpPr>
        <p:spPr>
          <a:xfrm>
            <a:off x="1915128" y="1788454"/>
            <a:ext cx="8361229" cy="2098226"/>
          </a:xfrm>
          <a:prstGeom prst="rect">
            <a:avLst/>
          </a:prstGeom>
          <a:noFill/>
          <a:ln>
            <a:noFill/>
          </a:ln>
        </p:spPr>
        <p:txBody>
          <a:bodyPr anchorCtr="0" anchor="b" bIns="45700" lIns="91425" spcFirstLastPara="1" rIns="91425" wrap="square" tIns="45700">
            <a:noAutofit/>
          </a:bodyPr>
          <a:lstStyle/>
          <a:p>
            <a:pPr indent="0" lvl="0" marL="0" rtl="0" algn="ctr">
              <a:lnSpc>
                <a:spcPct val="89000"/>
              </a:lnSpc>
              <a:spcBef>
                <a:spcPts val="0"/>
              </a:spcBef>
              <a:spcAft>
                <a:spcPts val="0"/>
              </a:spcAft>
              <a:buClr>
                <a:schemeClr val="dk2"/>
              </a:buClr>
              <a:buSzPts val="7200"/>
              <a:buFont typeface="Libre Franklin"/>
              <a:buNone/>
            </a:pPr>
            <a:r>
              <a:rPr lang="es-AR"/>
              <a:t>PRONTO PAGO LABORAL</a:t>
            </a:r>
            <a:endParaRPr/>
          </a:p>
        </p:txBody>
      </p:sp>
      <p:sp>
        <p:nvSpPr>
          <p:cNvPr id="98" name="Google Shape;98;p1"/>
          <p:cNvSpPr txBox="1"/>
          <p:nvPr>
            <p:ph idx="1" type="subTitle"/>
          </p:nvPr>
        </p:nvSpPr>
        <p:spPr>
          <a:xfrm>
            <a:off x="2679906" y="3956279"/>
            <a:ext cx="6831673" cy="1086237"/>
          </a:xfrm>
          <a:prstGeom prst="rect">
            <a:avLst/>
          </a:prstGeom>
          <a:noFill/>
          <a:ln>
            <a:noFill/>
          </a:ln>
        </p:spPr>
        <p:txBody>
          <a:bodyPr anchorCtr="0" anchor="t" bIns="45700" lIns="91425" spcFirstLastPara="1" rIns="91425" wrap="square" tIns="45700">
            <a:normAutofit/>
          </a:bodyPr>
          <a:lstStyle/>
          <a:p>
            <a:pPr indent="0" lvl="0" marL="0" rtl="0" algn="ctr">
              <a:lnSpc>
                <a:spcPct val="112000"/>
              </a:lnSpc>
              <a:spcBef>
                <a:spcPts val="0"/>
              </a:spcBef>
              <a:spcAft>
                <a:spcPts val="0"/>
              </a:spcAft>
              <a:buClr>
                <a:schemeClr val="dk2"/>
              </a:buClr>
              <a:buSzPts val="2300"/>
              <a:buNone/>
            </a:pPr>
            <a:r>
              <a:rPr lang="es-AR"/>
              <a:t>Articulo 16 2do. Parrafo Ley 24522</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s-AR"/>
              <a:t>PRONTO PAGO LABORAL – Articulo bajo analisis</a:t>
            </a:r>
            <a:endParaRPr/>
          </a:p>
        </p:txBody>
      </p:sp>
      <p:sp>
        <p:nvSpPr>
          <p:cNvPr id="104" name="Google Shape;104;p2"/>
          <p:cNvSpPr txBox="1"/>
          <p:nvPr>
            <p:ph idx="1" type="body"/>
          </p:nvPr>
        </p:nvSpPr>
        <p:spPr>
          <a:xfrm>
            <a:off x="1371600" y="1904999"/>
            <a:ext cx="9601200" cy="4550229"/>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lnSpc>
                <a:spcPct val="109000"/>
              </a:lnSpc>
              <a:spcBef>
                <a:spcPts val="0"/>
              </a:spcBef>
              <a:spcAft>
                <a:spcPts val="0"/>
              </a:spcAft>
              <a:buClr>
                <a:schemeClr val="dk2"/>
              </a:buClr>
              <a:buSzPct val="100000"/>
              <a:buNone/>
            </a:pPr>
            <a:r>
              <a:rPr b="1" i="1" lang="es-AR" sz="3600">
                <a:latin typeface="Libre Franklin"/>
                <a:ea typeface="Libre Franklin"/>
                <a:cs typeface="Libre Franklin"/>
                <a:sym typeface="Libre Franklin"/>
              </a:rPr>
              <a:t>Pronto pago de créditos laborales</a:t>
            </a:r>
            <a:r>
              <a:rPr lang="es-AR" sz="3600">
                <a:latin typeface="Libre Franklin"/>
                <a:ea typeface="Libre Franklin"/>
                <a:cs typeface="Libre Franklin"/>
                <a:sym typeface="Libre Franklin"/>
              </a:rPr>
              <a:t>. Dentro del plazo de diez (10) días de emitido el informe que establece el artículo 14 inciso 11), el juez del concurso autorizará el pago de las remuneraciones debidas al trabajador, las indemnizaciones por accidentes de trabajo o enfermedades laborales y las previstas en los artículos 132 bis, 212, 232, 233 y 245 a 254, 178, 180 y 182 del Régimen de Contrato de Trabajo aprobado por la ley 20.744; las indemnizaciones previstas en la ley 25.877, en los artículos 1º y 2º de la ley 25.323; en los artículos 8º, 9º, 10, 11 y 15 de la ley 24.013; en el artículo 44 y 45 de la ley 25.345; en el artículo 52 de la ley 23.551; y las previstas en los estatutos especiales, convenios colectivos o contratos individuales, que gocen de privilegio general o especial y que surjan del informe mencionado en el inciso 11 del artículo 14.</a:t>
            </a:r>
            <a:endParaRPr/>
          </a:p>
          <a:p>
            <a:pPr indent="0" lvl="0" marL="0" rtl="0" algn="l">
              <a:lnSpc>
                <a:spcPct val="109000"/>
              </a:lnSpc>
              <a:spcBef>
                <a:spcPts val="200"/>
              </a:spcBef>
              <a:spcAft>
                <a:spcPts val="0"/>
              </a:spcAft>
              <a:buClr>
                <a:schemeClr val="dk2"/>
              </a:buClr>
              <a:buSzPct val="100000"/>
              <a:buNone/>
            </a:pPr>
            <a:r>
              <a:t/>
            </a:r>
            <a:endParaRPr sz="3600">
              <a:latin typeface="Libre Franklin"/>
              <a:ea typeface="Libre Franklin"/>
              <a:cs typeface="Libre Franklin"/>
              <a:sym typeface="Libre Franklin"/>
            </a:endParaRPr>
          </a:p>
          <a:p>
            <a:pPr indent="0" lvl="0" marL="0" rtl="0" algn="l">
              <a:lnSpc>
                <a:spcPct val="109000"/>
              </a:lnSpc>
              <a:spcBef>
                <a:spcPts val="200"/>
              </a:spcBef>
              <a:spcAft>
                <a:spcPts val="0"/>
              </a:spcAft>
              <a:buClr>
                <a:schemeClr val="dk2"/>
              </a:buClr>
              <a:buSzPct val="100000"/>
              <a:buNone/>
            </a:pPr>
            <a:r>
              <a:rPr lang="es-AR" sz="3600">
                <a:latin typeface="Libre Franklin"/>
                <a:ea typeface="Libre Franklin"/>
                <a:cs typeface="Libre Franklin"/>
                <a:sym typeface="Libre Franklin"/>
              </a:rPr>
              <a:t>Para que proceda el pronto pago de crédito no incluido en el listado que establece el artículo 14 inciso 11), no es necesaria la verificación del crédito en el concurso ni sentencia en juicio laboral previo.</a:t>
            </a:r>
            <a:endParaRPr/>
          </a:p>
          <a:p>
            <a:pPr indent="0" lvl="0" marL="0" rtl="0" algn="l">
              <a:lnSpc>
                <a:spcPct val="109000"/>
              </a:lnSpc>
              <a:spcBef>
                <a:spcPts val="200"/>
              </a:spcBef>
              <a:spcAft>
                <a:spcPts val="0"/>
              </a:spcAft>
              <a:buClr>
                <a:schemeClr val="dk2"/>
              </a:buClr>
              <a:buSzPct val="100000"/>
              <a:buNone/>
            </a:pPr>
            <a:r>
              <a:t/>
            </a:r>
            <a:endParaRPr sz="3600">
              <a:latin typeface="Libre Franklin"/>
              <a:ea typeface="Libre Franklin"/>
              <a:cs typeface="Libre Franklin"/>
              <a:sym typeface="Libre Franklin"/>
            </a:endParaRPr>
          </a:p>
          <a:p>
            <a:pPr indent="0" lvl="0" marL="0" rtl="0" algn="l">
              <a:lnSpc>
                <a:spcPct val="109000"/>
              </a:lnSpc>
              <a:spcBef>
                <a:spcPts val="200"/>
              </a:spcBef>
              <a:spcAft>
                <a:spcPts val="0"/>
              </a:spcAft>
              <a:buClr>
                <a:schemeClr val="dk2"/>
              </a:buClr>
              <a:buSzPct val="100000"/>
              <a:buNone/>
            </a:pPr>
            <a:r>
              <a:rPr lang="es-AR" sz="3600">
                <a:latin typeface="Libre Franklin"/>
                <a:ea typeface="Libre Franklin"/>
                <a:cs typeface="Libre Franklin"/>
                <a:sym typeface="Libre Franklin"/>
              </a:rPr>
              <a:t>Previa vista al síndico y al concursado, el juez podrá denegar total o parcialmente el pedido de pronto pago mediante resolución fundada, sólo cuando existiere duda sobre su origen o legitimidad, se encontraren controvertidos o existiere sospecha de connivencia entre el peticionario y el concursado.</a:t>
            </a:r>
            <a:endParaRPr/>
          </a:p>
          <a:p>
            <a:pPr indent="0" lvl="0" marL="0" rtl="0" algn="l">
              <a:lnSpc>
                <a:spcPct val="109000"/>
              </a:lnSpc>
              <a:spcBef>
                <a:spcPts val="200"/>
              </a:spcBef>
              <a:spcAft>
                <a:spcPts val="0"/>
              </a:spcAft>
              <a:buClr>
                <a:schemeClr val="dk2"/>
              </a:buClr>
              <a:buSzPct val="100000"/>
              <a:buNone/>
            </a:pPr>
            <a:r>
              <a:t/>
            </a:r>
            <a:endParaRPr sz="3600">
              <a:latin typeface="Libre Franklin"/>
              <a:ea typeface="Libre Franklin"/>
              <a:cs typeface="Libre Franklin"/>
              <a:sym typeface="Libre Franklin"/>
            </a:endParaRPr>
          </a:p>
          <a:p>
            <a:pPr indent="0" lvl="0" marL="0" rtl="0" algn="l">
              <a:lnSpc>
                <a:spcPct val="109000"/>
              </a:lnSpc>
              <a:spcBef>
                <a:spcPts val="200"/>
              </a:spcBef>
              <a:spcAft>
                <a:spcPts val="0"/>
              </a:spcAft>
              <a:buClr>
                <a:schemeClr val="dk2"/>
              </a:buClr>
              <a:buSzPct val="100000"/>
              <a:buNone/>
            </a:pPr>
            <a:r>
              <a:rPr lang="es-AR" sz="3600">
                <a:latin typeface="Libre Franklin"/>
                <a:ea typeface="Libre Franklin"/>
                <a:cs typeface="Libre Franklin"/>
                <a:sym typeface="Libre Franklin"/>
              </a:rPr>
              <a:t>En todos los casos la decisión será apelable.</a:t>
            </a:r>
            <a:endParaRPr/>
          </a:p>
          <a:p>
            <a:pPr indent="0" lvl="0" marL="0" rtl="0" algn="l">
              <a:lnSpc>
                <a:spcPct val="109000"/>
              </a:lnSpc>
              <a:spcBef>
                <a:spcPts val="200"/>
              </a:spcBef>
              <a:spcAft>
                <a:spcPts val="0"/>
              </a:spcAft>
              <a:buClr>
                <a:schemeClr val="dk2"/>
              </a:buClr>
              <a:buSzPct val="100000"/>
              <a:buNone/>
            </a:pPr>
            <a:r>
              <a:t/>
            </a:r>
            <a:endParaRPr sz="3600">
              <a:latin typeface="Libre Franklin"/>
              <a:ea typeface="Libre Franklin"/>
              <a:cs typeface="Libre Franklin"/>
              <a:sym typeface="Libre Franklin"/>
            </a:endParaRPr>
          </a:p>
          <a:p>
            <a:pPr indent="0" lvl="0" marL="0" rtl="0" algn="l">
              <a:lnSpc>
                <a:spcPct val="109000"/>
              </a:lnSpc>
              <a:spcBef>
                <a:spcPts val="200"/>
              </a:spcBef>
              <a:spcAft>
                <a:spcPts val="0"/>
              </a:spcAft>
              <a:buClr>
                <a:schemeClr val="dk2"/>
              </a:buClr>
              <a:buSzPct val="100000"/>
              <a:buNone/>
            </a:pPr>
            <a:r>
              <a:rPr lang="es-AR" sz="3600">
                <a:latin typeface="Libre Franklin"/>
                <a:ea typeface="Libre Franklin"/>
                <a:cs typeface="Libre Franklin"/>
                <a:sym typeface="Libre Franklin"/>
              </a:rPr>
              <a:t>La resolución judicial que admite el pronto pago tendrá efectos de cosa juzgada material e importará la verificación del crédito en el pasivo concursal.</a:t>
            </a:r>
            <a:endParaRPr/>
          </a:p>
          <a:p>
            <a:pPr indent="0" lvl="0" marL="0" rtl="0" algn="l">
              <a:lnSpc>
                <a:spcPct val="109000"/>
              </a:lnSpc>
              <a:spcBef>
                <a:spcPts val="200"/>
              </a:spcBef>
              <a:spcAft>
                <a:spcPts val="0"/>
              </a:spcAft>
              <a:buClr>
                <a:schemeClr val="dk2"/>
              </a:buClr>
              <a:buSzPct val="100000"/>
              <a:buNone/>
            </a:pPr>
            <a:r>
              <a:t/>
            </a:r>
            <a:endParaRPr sz="3600">
              <a:latin typeface="Libre Franklin"/>
              <a:ea typeface="Libre Franklin"/>
              <a:cs typeface="Libre Franklin"/>
              <a:sym typeface="Libre Franklin"/>
            </a:endParaRPr>
          </a:p>
          <a:p>
            <a:pPr indent="0" lvl="0" marL="0" rtl="0" algn="l">
              <a:lnSpc>
                <a:spcPct val="109000"/>
              </a:lnSpc>
              <a:spcBef>
                <a:spcPts val="200"/>
              </a:spcBef>
              <a:spcAft>
                <a:spcPts val="0"/>
              </a:spcAft>
              <a:buClr>
                <a:schemeClr val="dk2"/>
              </a:buClr>
              <a:buSzPct val="100000"/>
              <a:buNone/>
            </a:pPr>
            <a:r>
              <a:rPr lang="es-AR" sz="3600">
                <a:latin typeface="Libre Franklin"/>
                <a:ea typeface="Libre Franklin"/>
                <a:cs typeface="Libre Franklin"/>
                <a:sym typeface="Libre Franklin"/>
              </a:rPr>
              <a:t>La que lo deniegue, habilitará al acreedor para iniciar o continuar el juicio de conocimiento laboral ante el juez natural.</a:t>
            </a:r>
            <a:endParaRPr/>
          </a:p>
          <a:p>
            <a:pPr indent="0" lvl="0" marL="0" rtl="0" algn="l">
              <a:lnSpc>
                <a:spcPct val="109000"/>
              </a:lnSpc>
              <a:spcBef>
                <a:spcPts val="200"/>
              </a:spcBef>
              <a:spcAft>
                <a:spcPts val="0"/>
              </a:spcAft>
              <a:buClr>
                <a:schemeClr val="dk2"/>
              </a:buClr>
              <a:buSzPct val="100000"/>
              <a:buNone/>
            </a:pPr>
            <a:r>
              <a:t/>
            </a:r>
            <a:endParaRPr sz="3600">
              <a:latin typeface="Libre Franklin"/>
              <a:ea typeface="Libre Franklin"/>
              <a:cs typeface="Libre Franklin"/>
              <a:sym typeface="Libre Franklin"/>
            </a:endParaRPr>
          </a:p>
          <a:p>
            <a:pPr indent="0" lvl="0" marL="0" rtl="0" algn="l">
              <a:lnSpc>
                <a:spcPct val="109000"/>
              </a:lnSpc>
              <a:spcBef>
                <a:spcPts val="200"/>
              </a:spcBef>
              <a:spcAft>
                <a:spcPts val="0"/>
              </a:spcAft>
              <a:buClr>
                <a:schemeClr val="dk2"/>
              </a:buClr>
              <a:buSzPct val="100000"/>
              <a:buNone/>
            </a:pPr>
            <a:r>
              <a:rPr lang="es-AR" sz="3600">
                <a:latin typeface="Libre Franklin"/>
                <a:ea typeface="Libre Franklin"/>
                <a:cs typeface="Libre Franklin"/>
                <a:sym typeface="Libre Franklin"/>
              </a:rPr>
              <a:t>No se impondrán costas al trabajador en la solicitud de pronto pago, excepto en el caso de connivencia, temeridad o malicia.</a:t>
            </a:r>
            <a:endParaRPr/>
          </a:p>
          <a:p>
            <a:pPr indent="0" lvl="0" marL="0" rtl="0" algn="l">
              <a:lnSpc>
                <a:spcPct val="109000"/>
              </a:lnSpc>
              <a:spcBef>
                <a:spcPts val="200"/>
              </a:spcBef>
              <a:spcAft>
                <a:spcPts val="0"/>
              </a:spcAft>
              <a:buClr>
                <a:schemeClr val="dk2"/>
              </a:buClr>
              <a:buSzPct val="100000"/>
              <a:buNone/>
            </a:pPr>
            <a:r>
              <a:t/>
            </a:r>
            <a:endParaRPr sz="3600">
              <a:latin typeface="Libre Franklin"/>
              <a:ea typeface="Libre Franklin"/>
              <a:cs typeface="Libre Franklin"/>
              <a:sym typeface="Libre Franklin"/>
            </a:endParaRPr>
          </a:p>
          <a:p>
            <a:pPr indent="0" lvl="0" marL="0" rtl="0" algn="l">
              <a:lnSpc>
                <a:spcPct val="109000"/>
              </a:lnSpc>
              <a:spcBef>
                <a:spcPts val="200"/>
              </a:spcBef>
              <a:spcAft>
                <a:spcPts val="0"/>
              </a:spcAft>
              <a:buClr>
                <a:schemeClr val="dk2"/>
              </a:buClr>
              <a:buSzPct val="100000"/>
              <a:buNone/>
            </a:pPr>
            <a:r>
              <a:rPr lang="es-AR" sz="3600">
                <a:latin typeface="Libre Franklin"/>
                <a:ea typeface="Libre Franklin"/>
                <a:cs typeface="Libre Franklin"/>
                <a:sym typeface="Libre Franklin"/>
              </a:rPr>
              <a:t>Los créditos serán abonados en su totalidad, si existieran fondos líquidos disponibles. En caso contrario y hasta que se detecte la existencia de los mismos por parte del síndico se deberá afectar el tres por ciento (3%) mensual del ingreso bruto de la concursada.</a:t>
            </a:r>
            <a:endParaRPr/>
          </a:p>
          <a:p>
            <a:pPr indent="0" lvl="0" marL="0" rtl="0" algn="l">
              <a:lnSpc>
                <a:spcPct val="109000"/>
              </a:lnSpc>
              <a:spcBef>
                <a:spcPts val="200"/>
              </a:spcBef>
              <a:spcAft>
                <a:spcPts val="0"/>
              </a:spcAft>
              <a:buClr>
                <a:schemeClr val="dk2"/>
              </a:buClr>
              <a:buSzPct val="100000"/>
              <a:buNone/>
            </a:pPr>
            <a:r>
              <a:t/>
            </a:r>
            <a:endParaRPr sz="3600">
              <a:latin typeface="Libre Franklin"/>
              <a:ea typeface="Libre Franklin"/>
              <a:cs typeface="Libre Franklin"/>
              <a:sym typeface="Libre Franklin"/>
            </a:endParaRPr>
          </a:p>
          <a:p>
            <a:pPr indent="0" lvl="0" marL="0" rtl="0" algn="l">
              <a:lnSpc>
                <a:spcPct val="109000"/>
              </a:lnSpc>
              <a:spcBef>
                <a:spcPts val="200"/>
              </a:spcBef>
              <a:spcAft>
                <a:spcPts val="0"/>
              </a:spcAft>
              <a:buClr>
                <a:schemeClr val="dk2"/>
              </a:buClr>
              <a:buSzPct val="100000"/>
              <a:buNone/>
            </a:pPr>
            <a:r>
              <a:rPr lang="es-AR" sz="3600">
                <a:latin typeface="Libre Franklin"/>
                <a:ea typeface="Libre Franklin"/>
                <a:cs typeface="Libre Franklin"/>
                <a:sym typeface="Libre Franklin"/>
              </a:rPr>
              <a:t>El síndico efectuará un plan de pago proporcional a los créditos y sus privilegios, no pudiendo exceder cada pago individual en cada distribución un monto equivalente a cuatro (4) salarios mínimos vitales y móviles.</a:t>
            </a:r>
            <a:endParaRPr/>
          </a:p>
          <a:p>
            <a:pPr indent="0" lvl="0" marL="0" rtl="0" algn="l">
              <a:lnSpc>
                <a:spcPct val="109000"/>
              </a:lnSpc>
              <a:spcBef>
                <a:spcPts val="200"/>
              </a:spcBef>
              <a:spcAft>
                <a:spcPts val="0"/>
              </a:spcAft>
              <a:buClr>
                <a:schemeClr val="dk2"/>
              </a:buClr>
              <a:buSzPct val="100000"/>
              <a:buNone/>
            </a:pPr>
            <a:r>
              <a:t/>
            </a:r>
            <a:endParaRPr sz="3600">
              <a:latin typeface="Libre Franklin"/>
              <a:ea typeface="Libre Franklin"/>
              <a:cs typeface="Libre Franklin"/>
              <a:sym typeface="Libre Franklin"/>
            </a:endParaRPr>
          </a:p>
          <a:p>
            <a:pPr indent="0" lvl="0" marL="0" rtl="0" algn="l">
              <a:lnSpc>
                <a:spcPct val="109000"/>
              </a:lnSpc>
              <a:spcBef>
                <a:spcPts val="200"/>
              </a:spcBef>
              <a:spcAft>
                <a:spcPts val="0"/>
              </a:spcAft>
              <a:buClr>
                <a:schemeClr val="dk2"/>
              </a:buClr>
              <a:buSzPct val="100000"/>
              <a:buNone/>
            </a:pPr>
            <a:r>
              <a:rPr lang="es-AR" sz="3600">
                <a:latin typeface="Libre Franklin"/>
                <a:ea typeface="Libre Franklin"/>
                <a:cs typeface="Libre Franklin"/>
                <a:sym typeface="Libre Franklin"/>
              </a:rPr>
              <a:t>Excepcionalmente el juez podrá autorizar, dentro del régimen de pronto pago, el pago de aquellos créditos amparados por el beneficio y que, por su naturaleza o circunstancias particulares de sus titulares, deban ser afectados a cubrir contingencias de salud, alimentarias u otras que no admitieran demoras.</a:t>
            </a:r>
            <a:endParaRPr/>
          </a:p>
          <a:p>
            <a:pPr indent="0" lvl="0" marL="0" rtl="0" algn="l">
              <a:lnSpc>
                <a:spcPct val="109000"/>
              </a:lnSpc>
              <a:spcBef>
                <a:spcPts val="200"/>
              </a:spcBef>
              <a:spcAft>
                <a:spcPts val="0"/>
              </a:spcAft>
              <a:buClr>
                <a:schemeClr val="dk2"/>
              </a:buClr>
              <a:buSzPct val="100000"/>
              <a:buNone/>
            </a:pPr>
            <a:r>
              <a:t/>
            </a:r>
            <a:endParaRPr sz="3600">
              <a:latin typeface="Libre Franklin"/>
              <a:ea typeface="Libre Franklin"/>
              <a:cs typeface="Libre Franklin"/>
              <a:sym typeface="Libre Franklin"/>
            </a:endParaRPr>
          </a:p>
          <a:p>
            <a:pPr indent="0" lvl="0" marL="0" rtl="0" algn="l">
              <a:lnSpc>
                <a:spcPct val="109000"/>
              </a:lnSpc>
              <a:spcBef>
                <a:spcPts val="200"/>
              </a:spcBef>
              <a:spcAft>
                <a:spcPts val="0"/>
              </a:spcAft>
              <a:buClr>
                <a:schemeClr val="dk2"/>
              </a:buClr>
              <a:buSzPct val="100000"/>
              <a:buNone/>
            </a:pPr>
            <a:r>
              <a:rPr lang="es-AR" sz="3600">
                <a:latin typeface="Libre Franklin"/>
                <a:ea typeface="Libre Franklin"/>
                <a:cs typeface="Libre Franklin"/>
                <a:sym typeface="Libre Franklin"/>
              </a:rPr>
              <a:t>En el control e informe mensual, que la sindicatura deberá realizar, incluirá las modificaciones necesarias, si existen fondos líquidos disponibles, a los efectos de abonar la totalidad de los prontos pagos o modificar el plan presentado</a:t>
            </a:r>
            <a:r>
              <a:rPr lang="es-AR" sz="3200">
                <a:latin typeface="Libre Franklin"/>
                <a:ea typeface="Libre Franklin"/>
                <a:cs typeface="Libre Franklin"/>
                <a:sym typeface="Libre Franklin"/>
              </a:rPr>
              <a:t>.</a:t>
            </a:r>
            <a:endParaRPr/>
          </a:p>
          <a:p>
            <a:pPr indent="-352298" lvl="0" marL="384048" rtl="0" algn="l">
              <a:lnSpc>
                <a:spcPct val="94000"/>
              </a:lnSpc>
              <a:spcBef>
                <a:spcPts val="1200"/>
              </a:spcBef>
              <a:spcAft>
                <a:spcPts val="0"/>
              </a:spcAft>
              <a:buClr>
                <a:schemeClr val="dk2"/>
              </a:buClr>
              <a:buSzPct val="100000"/>
              <a:buNone/>
            </a:pPr>
            <a:r>
              <a:t/>
            </a:r>
            <a:endParaRPr/>
          </a:p>
        </p:txBody>
      </p:sp>
      <p:sp>
        <p:nvSpPr>
          <p:cNvPr id="105" name="Google Shape;105;p2"/>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Derecho Crediticio Bursatil e insolvencia</a:t>
            </a:r>
            <a:endParaRPr/>
          </a:p>
        </p:txBody>
      </p:sp>
      <p:sp>
        <p:nvSpPr>
          <p:cNvPr id="106" name="Google Shape;106;p2"/>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3"/>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s-AR"/>
              <a:t>PRONTO PAGO LABORAL</a:t>
            </a:r>
            <a:endParaRPr/>
          </a:p>
        </p:txBody>
      </p:sp>
      <p:sp>
        <p:nvSpPr>
          <p:cNvPr id="112" name="Google Shape;112;p3"/>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p>
            <a:pPr indent="-384048" lvl="0" marL="384048" rtl="0" algn="l">
              <a:lnSpc>
                <a:spcPct val="94000"/>
              </a:lnSpc>
              <a:spcBef>
                <a:spcPts val="0"/>
              </a:spcBef>
              <a:spcAft>
                <a:spcPts val="0"/>
              </a:spcAft>
              <a:buClr>
                <a:schemeClr val="dk2"/>
              </a:buClr>
              <a:buSzPts val="2000"/>
              <a:buChar char="■"/>
            </a:pPr>
            <a:r>
              <a:rPr lang="es-AR"/>
              <a:t>Distintas Alternativas</a:t>
            </a:r>
            <a:endParaRPr/>
          </a:p>
          <a:p>
            <a:pPr indent="-384048" lvl="1" marL="914400" rtl="0" algn="l">
              <a:lnSpc>
                <a:spcPct val="94000"/>
              </a:lnSpc>
              <a:spcBef>
                <a:spcPts val="700"/>
              </a:spcBef>
              <a:spcAft>
                <a:spcPts val="0"/>
              </a:spcAft>
              <a:buClr>
                <a:schemeClr val="dk2"/>
              </a:buClr>
              <a:buSzPts val="2000"/>
              <a:buChar char="–"/>
            </a:pPr>
            <a:r>
              <a:rPr lang="es-AR"/>
              <a:t>Pronto Pago Automatico.</a:t>
            </a:r>
            <a:endParaRPr/>
          </a:p>
          <a:p>
            <a:pPr indent="-384047" lvl="2" marL="1371600" rtl="0" algn="l">
              <a:lnSpc>
                <a:spcPct val="94000"/>
              </a:lnSpc>
              <a:spcBef>
                <a:spcPts val="700"/>
              </a:spcBef>
              <a:spcAft>
                <a:spcPts val="0"/>
              </a:spcAft>
              <a:buClr>
                <a:schemeClr val="dk2"/>
              </a:buClr>
              <a:buSzPts val="1800"/>
              <a:buChar char="■"/>
            </a:pPr>
            <a:r>
              <a:rPr lang="es-AR"/>
              <a:t>Para ello es preciso</a:t>
            </a:r>
            <a:endParaRPr/>
          </a:p>
          <a:p>
            <a:pPr indent="-384047" lvl="3" marL="1828800" rtl="0" algn="l">
              <a:lnSpc>
                <a:spcPct val="94000"/>
              </a:lnSpc>
              <a:spcBef>
                <a:spcPts val="700"/>
              </a:spcBef>
              <a:spcAft>
                <a:spcPts val="0"/>
              </a:spcAft>
              <a:buClr>
                <a:schemeClr val="dk2"/>
              </a:buClr>
              <a:buSzPts val="1800"/>
              <a:buFont typeface="Libre Franklin"/>
              <a:buAutoNum type="alphaLcPeriod"/>
            </a:pPr>
            <a:r>
              <a:rPr lang="es-AR"/>
              <a:t>Que sea uno de los enumerados en el parrafo 2 del artículo</a:t>
            </a:r>
            <a:endParaRPr/>
          </a:p>
          <a:p>
            <a:pPr indent="-384047" lvl="3" marL="1828800" rtl="0" algn="l">
              <a:lnSpc>
                <a:spcPct val="94000"/>
              </a:lnSpc>
              <a:spcBef>
                <a:spcPts val="700"/>
              </a:spcBef>
              <a:spcAft>
                <a:spcPts val="0"/>
              </a:spcAft>
              <a:buClr>
                <a:schemeClr val="dk2"/>
              </a:buClr>
              <a:buSzPts val="1800"/>
              <a:buFont typeface="Libre Franklin"/>
              <a:buAutoNum type="alphaLcPeriod"/>
            </a:pPr>
            <a:r>
              <a:rPr lang="es-AR"/>
              <a:t>Goce de privilegio general o especial</a:t>
            </a:r>
            <a:endParaRPr/>
          </a:p>
          <a:p>
            <a:pPr indent="-384047" lvl="3" marL="1828800" rtl="0" algn="l">
              <a:lnSpc>
                <a:spcPct val="94000"/>
              </a:lnSpc>
              <a:spcBef>
                <a:spcPts val="700"/>
              </a:spcBef>
              <a:spcAft>
                <a:spcPts val="0"/>
              </a:spcAft>
              <a:buClr>
                <a:schemeClr val="dk2"/>
              </a:buClr>
              <a:buSzPts val="1800"/>
              <a:buFont typeface="Libre Franklin"/>
              <a:buAutoNum type="alphaLcPeriod"/>
            </a:pPr>
            <a:r>
              <a:rPr lang="es-AR"/>
              <a:t>Esté incluido en la lista aportada por el síndico conforme al artículo 14 inciso 11</a:t>
            </a:r>
            <a:endParaRPr/>
          </a:p>
          <a:p>
            <a:pPr indent="-384047" lvl="3" marL="1828800" rtl="0" algn="l">
              <a:lnSpc>
                <a:spcPct val="94000"/>
              </a:lnSpc>
              <a:spcBef>
                <a:spcPts val="700"/>
              </a:spcBef>
              <a:spcAft>
                <a:spcPts val="0"/>
              </a:spcAft>
              <a:buClr>
                <a:schemeClr val="dk2"/>
              </a:buClr>
              <a:buSzPts val="1800"/>
              <a:buFont typeface="Libre Franklin"/>
              <a:buAutoNum type="alphaLcPeriod"/>
            </a:pPr>
            <a:r>
              <a:rPr lang="es-AR"/>
              <a:t>El juez haya autorizado el pago de dichos créditos</a:t>
            </a:r>
            <a:endParaRPr/>
          </a:p>
          <a:p>
            <a:pPr indent="-257048" lvl="0" marL="384048" rtl="0" algn="l">
              <a:lnSpc>
                <a:spcPct val="94000"/>
              </a:lnSpc>
              <a:spcBef>
                <a:spcPts val="1200"/>
              </a:spcBef>
              <a:spcAft>
                <a:spcPts val="0"/>
              </a:spcAft>
              <a:buClr>
                <a:schemeClr val="dk2"/>
              </a:buClr>
              <a:buSzPts val="2000"/>
              <a:buNone/>
            </a:pPr>
            <a:r>
              <a:t/>
            </a:r>
            <a:endParaRPr/>
          </a:p>
        </p:txBody>
      </p:sp>
      <p:sp>
        <p:nvSpPr>
          <p:cNvPr id="113" name="Google Shape;113;p3"/>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Derecho Crediticio Bursatil e insolvencia</a:t>
            </a:r>
            <a:endParaRPr/>
          </a:p>
        </p:txBody>
      </p:sp>
      <p:sp>
        <p:nvSpPr>
          <p:cNvPr id="114" name="Google Shape;114;p3"/>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s-AR"/>
              <a:t>PRONTO PAGO LABORAL</a:t>
            </a:r>
            <a:endParaRPr/>
          </a:p>
        </p:txBody>
      </p:sp>
      <p:sp>
        <p:nvSpPr>
          <p:cNvPr id="120" name="Google Shape;120;p4"/>
          <p:cNvSpPr txBox="1"/>
          <p:nvPr>
            <p:ph idx="1" type="body"/>
          </p:nvPr>
        </p:nvSpPr>
        <p:spPr>
          <a:xfrm>
            <a:off x="1371600" y="1502229"/>
            <a:ext cx="9601200" cy="4365171"/>
          </a:xfrm>
          <a:prstGeom prst="rect">
            <a:avLst/>
          </a:prstGeom>
          <a:noFill/>
          <a:ln>
            <a:noFill/>
          </a:ln>
        </p:spPr>
        <p:txBody>
          <a:bodyPr anchorCtr="0" anchor="t" bIns="45700" lIns="91425" spcFirstLastPara="1" rIns="91425" wrap="square" tIns="45700">
            <a:normAutofit/>
          </a:bodyPr>
          <a:lstStyle/>
          <a:p>
            <a:pPr indent="-384048" lvl="1" marL="914400" rtl="0" algn="l">
              <a:lnSpc>
                <a:spcPct val="94000"/>
              </a:lnSpc>
              <a:spcBef>
                <a:spcPts val="0"/>
              </a:spcBef>
              <a:spcAft>
                <a:spcPts val="0"/>
              </a:spcAft>
              <a:buClr>
                <a:schemeClr val="dk2"/>
              </a:buClr>
              <a:buSzPts val="2000"/>
              <a:buFont typeface="Noto Sans Symbols"/>
              <a:buChar char="▪"/>
            </a:pPr>
            <a:r>
              <a:rPr lang="es-AR"/>
              <a:t>Distintas Alternativas</a:t>
            </a:r>
            <a:endParaRPr/>
          </a:p>
          <a:p>
            <a:pPr indent="-384048" lvl="1" marL="914400" rtl="0" algn="l">
              <a:lnSpc>
                <a:spcPct val="94000"/>
              </a:lnSpc>
              <a:spcBef>
                <a:spcPts val="700"/>
              </a:spcBef>
              <a:spcAft>
                <a:spcPts val="0"/>
              </a:spcAft>
              <a:buClr>
                <a:schemeClr val="dk2"/>
              </a:buClr>
              <a:buSzPts val="2000"/>
              <a:buChar char="–"/>
            </a:pPr>
            <a:r>
              <a:rPr lang="es-AR"/>
              <a:t>Pronto Pago a instancia de parte interesada</a:t>
            </a:r>
            <a:endParaRPr/>
          </a:p>
          <a:p>
            <a:pPr indent="-384047" lvl="3" marL="1828800" rtl="0" algn="l">
              <a:lnSpc>
                <a:spcPct val="94000"/>
              </a:lnSpc>
              <a:spcBef>
                <a:spcPts val="700"/>
              </a:spcBef>
              <a:spcAft>
                <a:spcPts val="0"/>
              </a:spcAft>
              <a:buClr>
                <a:schemeClr val="dk2"/>
              </a:buClr>
              <a:buSzPts val="1800"/>
              <a:buChar char="–"/>
            </a:pPr>
            <a:r>
              <a:rPr lang="es-AR"/>
              <a:t>Cuando el crédito reune los requisitos a y b del punto anterior pero no está incluido en la lista del síndico o el juez no autoriza el pago, el acreedor debe solicitarlo por escrito en el concurso </a:t>
            </a:r>
            <a:endParaRPr/>
          </a:p>
          <a:p>
            <a:pPr indent="-384047" lvl="3" marL="1828800" rtl="0" algn="l">
              <a:lnSpc>
                <a:spcPct val="94000"/>
              </a:lnSpc>
              <a:spcBef>
                <a:spcPts val="700"/>
              </a:spcBef>
              <a:spcAft>
                <a:spcPts val="0"/>
              </a:spcAft>
              <a:buClr>
                <a:schemeClr val="dk2"/>
              </a:buClr>
              <a:buSzPts val="1800"/>
              <a:buChar char="–"/>
            </a:pPr>
            <a:r>
              <a:rPr lang="es-AR"/>
              <a:t>Caracteristicas</a:t>
            </a:r>
            <a:endParaRPr/>
          </a:p>
          <a:p>
            <a:pPr indent="-384047" lvl="3" marL="1828800" rtl="0" algn="l">
              <a:lnSpc>
                <a:spcPct val="94000"/>
              </a:lnSpc>
              <a:spcBef>
                <a:spcPts val="700"/>
              </a:spcBef>
              <a:spcAft>
                <a:spcPts val="0"/>
              </a:spcAft>
              <a:buClr>
                <a:schemeClr val="dk2"/>
              </a:buClr>
              <a:buSzPts val="1800"/>
              <a:buChar char="–"/>
            </a:pPr>
            <a:r>
              <a:rPr lang="es-AR"/>
              <a:t>Juez Resuelve</a:t>
            </a:r>
            <a:endParaRPr/>
          </a:p>
          <a:p>
            <a:pPr indent="0" lvl="3" marL="1444752" rtl="0" algn="l">
              <a:lnSpc>
                <a:spcPct val="94000"/>
              </a:lnSpc>
              <a:spcBef>
                <a:spcPts val="700"/>
              </a:spcBef>
              <a:spcAft>
                <a:spcPts val="0"/>
              </a:spcAft>
              <a:buClr>
                <a:schemeClr val="dk2"/>
              </a:buClr>
              <a:buSzPts val="1800"/>
              <a:buNone/>
            </a:pPr>
            <a:r>
              <a:t/>
            </a:r>
            <a:endParaRPr/>
          </a:p>
        </p:txBody>
      </p:sp>
      <p:sp>
        <p:nvSpPr>
          <p:cNvPr id="121" name="Google Shape;121;p4"/>
          <p:cNvSpPr txBox="1"/>
          <p:nvPr/>
        </p:nvSpPr>
        <p:spPr>
          <a:xfrm>
            <a:off x="7448550" y="3260275"/>
            <a:ext cx="3802500" cy="1477500"/>
          </a:xfrm>
          <a:prstGeom prst="rect">
            <a:avLst/>
          </a:prstGeom>
          <a:gradFill>
            <a:gsLst>
              <a:gs pos="0">
                <a:srgbClr val="CAD9E1"/>
              </a:gs>
              <a:gs pos="50000">
                <a:srgbClr val="B4C9D6"/>
              </a:gs>
              <a:gs pos="100000">
                <a:srgbClr val="A4C0D1"/>
              </a:gs>
            </a:gsLst>
            <a:lin ang="5400000" scaled="0"/>
          </a:gradFill>
          <a:ln cap="flat" cmpd="sng" w="95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b="0" i="0" lang="es-AR" sz="1800" u="none" cap="none" strike="noStrike">
                <a:solidFill>
                  <a:schemeClr val="dk1"/>
                </a:solidFill>
                <a:latin typeface="Libre Franklin"/>
                <a:ea typeface="Libre Franklin"/>
                <a:cs typeface="Libre Franklin"/>
                <a:sym typeface="Libre Franklin"/>
              </a:rPr>
              <a:t>Sustanciacion minima</a:t>
            </a:r>
            <a:endParaRPr/>
          </a:p>
          <a:p>
            <a:pPr indent="-285750" lvl="1" marL="742950" marR="0" rtl="0" algn="l">
              <a:spcBef>
                <a:spcPts val="0"/>
              </a:spcBef>
              <a:spcAft>
                <a:spcPts val="0"/>
              </a:spcAft>
              <a:buClr>
                <a:schemeClr val="dk1"/>
              </a:buClr>
              <a:buSzPts val="1800"/>
              <a:buFont typeface="Arial"/>
              <a:buChar char="•"/>
            </a:pPr>
            <a:r>
              <a:rPr b="0" i="0" lang="es-AR" sz="1800" u="none" cap="none" strike="noStrike">
                <a:solidFill>
                  <a:schemeClr val="dk1"/>
                </a:solidFill>
                <a:latin typeface="Libre Franklin"/>
                <a:ea typeface="Libre Franklin"/>
                <a:cs typeface="Libre Franklin"/>
                <a:sym typeface="Libre Franklin"/>
              </a:rPr>
              <a:t>No llega a ser incidente</a:t>
            </a:r>
            <a:endParaRPr/>
          </a:p>
          <a:p>
            <a:pPr indent="-285750" lvl="1" marL="742950" marR="0" rtl="0" algn="l">
              <a:spcBef>
                <a:spcPts val="0"/>
              </a:spcBef>
              <a:spcAft>
                <a:spcPts val="0"/>
              </a:spcAft>
              <a:buClr>
                <a:schemeClr val="dk1"/>
              </a:buClr>
              <a:buSzPts val="1800"/>
              <a:buFont typeface="Arial"/>
              <a:buChar char="•"/>
            </a:pPr>
            <a:r>
              <a:rPr b="0" i="0" lang="es-AR" sz="1800" u="none" cap="none" strike="noStrike">
                <a:solidFill>
                  <a:schemeClr val="dk1"/>
                </a:solidFill>
                <a:latin typeface="Libre Franklin"/>
                <a:ea typeface="Libre Franklin"/>
                <a:cs typeface="Libre Franklin"/>
                <a:sym typeface="Libre Franklin"/>
              </a:rPr>
              <a:t>Solo vista al sindico y al concursado</a:t>
            </a:r>
            <a:endParaRPr/>
          </a:p>
          <a:p>
            <a:pPr indent="0" lvl="0" marL="0" marR="0" rtl="0" algn="l">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cxnSp>
        <p:nvCxnSpPr>
          <p:cNvPr id="122" name="Google Shape;122;p4"/>
          <p:cNvCxnSpPr/>
          <p:nvPr/>
        </p:nvCxnSpPr>
        <p:spPr>
          <a:xfrm>
            <a:off x="5001985" y="3260272"/>
            <a:ext cx="2188029" cy="0"/>
          </a:xfrm>
          <a:prstGeom prst="straightConnector1">
            <a:avLst/>
          </a:prstGeom>
          <a:noFill/>
          <a:ln cap="flat" cmpd="sng" w="34925">
            <a:solidFill>
              <a:schemeClr val="accent5"/>
            </a:solidFill>
            <a:prstDash val="solid"/>
            <a:round/>
            <a:headEnd len="sm" w="sm" type="none"/>
            <a:tailEnd len="med" w="med" type="triangle"/>
          </a:ln>
        </p:spPr>
      </p:cxnSp>
      <p:sp>
        <p:nvSpPr>
          <p:cNvPr id="123" name="Google Shape;123;p4"/>
          <p:cNvSpPr txBox="1"/>
          <p:nvPr/>
        </p:nvSpPr>
        <p:spPr>
          <a:xfrm>
            <a:off x="5246523" y="3500150"/>
            <a:ext cx="1008000" cy="369300"/>
          </a:xfrm>
          <a:prstGeom prst="rect">
            <a:avLst/>
          </a:prstGeom>
          <a:gradFill>
            <a:gsLst>
              <a:gs pos="0">
                <a:srgbClr val="CAD9E1"/>
              </a:gs>
              <a:gs pos="50000">
                <a:srgbClr val="B4C9D6"/>
              </a:gs>
              <a:gs pos="100000">
                <a:srgbClr val="A4C0D1"/>
              </a:gs>
            </a:gsLst>
            <a:lin ang="5400000" scaled="0"/>
          </a:gradFill>
          <a:ln cap="flat" cmpd="sng" w="95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Libre Franklin"/>
                <a:ea typeface="Libre Franklin"/>
                <a:cs typeface="Libre Franklin"/>
                <a:sym typeface="Libre Franklin"/>
              </a:rPr>
              <a:t>Acepta</a:t>
            </a:r>
            <a:endParaRPr/>
          </a:p>
        </p:txBody>
      </p:sp>
      <p:sp>
        <p:nvSpPr>
          <p:cNvPr id="124" name="Google Shape;124;p4"/>
          <p:cNvSpPr txBox="1"/>
          <p:nvPr/>
        </p:nvSpPr>
        <p:spPr>
          <a:xfrm>
            <a:off x="3516073" y="4280800"/>
            <a:ext cx="1227300" cy="369300"/>
          </a:xfrm>
          <a:prstGeom prst="rect">
            <a:avLst/>
          </a:prstGeom>
          <a:gradFill>
            <a:gsLst>
              <a:gs pos="0">
                <a:srgbClr val="F5D6DB"/>
              </a:gs>
              <a:gs pos="50000">
                <a:srgbClr val="EEBEC5"/>
              </a:gs>
              <a:gs pos="100000">
                <a:srgbClr val="EEB0BA"/>
              </a:gs>
            </a:gsLst>
            <a:lin ang="5400000" scaled="0"/>
          </a:gradFill>
          <a:ln cap="flat" cmpd="sng" w="9525">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Libre Franklin"/>
                <a:ea typeface="Libre Franklin"/>
                <a:cs typeface="Libre Franklin"/>
                <a:sym typeface="Libre Franklin"/>
              </a:rPr>
              <a:t>Rechaza</a:t>
            </a:r>
            <a:endParaRPr/>
          </a:p>
        </p:txBody>
      </p:sp>
      <p:cxnSp>
        <p:nvCxnSpPr>
          <p:cNvPr id="125" name="Google Shape;125;p4"/>
          <p:cNvCxnSpPr/>
          <p:nvPr/>
        </p:nvCxnSpPr>
        <p:spPr>
          <a:xfrm>
            <a:off x="4743451" y="3668486"/>
            <a:ext cx="361949" cy="0"/>
          </a:xfrm>
          <a:prstGeom prst="straightConnector1">
            <a:avLst/>
          </a:prstGeom>
          <a:noFill/>
          <a:ln cap="flat" cmpd="sng" w="34925">
            <a:solidFill>
              <a:schemeClr val="accent5"/>
            </a:solidFill>
            <a:prstDash val="solid"/>
            <a:round/>
            <a:headEnd len="sm" w="sm" type="none"/>
            <a:tailEnd len="med" w="med" type="triangle"/>
          </a:ln>
        </p:spPr>
      </p:cxnSp>
      <p:cxnSp>
        <p:nvCxnSpPr>
          <p:cNvPr id="126" name="Google Shape;126;p4"/>
          <p:cNvCxnSpPr/>
          <p:nvPr/>
        </p:nvCxnSpPr>
        <p:spPr>
          <a:xfrm>
            <a:off x="4052493" y="3838343"/>
            <a:ext cx="0" cy="442500"/>
          </a:xfrm>
          <a:prstGeom prst="straightConnector1">
            <a:avLst/>
          </a:prstGeom>
          <a:noFill/>
          <a:ln cap="flat" cmpd="sng" w="34925">
            <a:solidFill>
              <a:schemeClr val="accent6"/>
            </a:solidFill>
            <a:prstDash val="solid"/>
            <a:round/>
            <a:headEnd len="sm" w="sm" type="none"/>
            <a:tailEnd len="med" w="med" type="triangle"/>
          </a:ln>
        </p:spPr>
      </p:cxnSp>
      <p:sp>
        <p:nvSpPr>
          <p:cNvPr id="127" name="Google Shape;127;p4"/>
          <p:cNvSpPr txBox="1"/>
          <p:nvPr/>
        </p:nvSpPr>
        <p:spPr>
          <a:xfrm>
            <a:off x="5105401" y="4849654"/>
            <a:ext cx="5608800" cy="1754700"/>
          </a:xfrm>
          <a:prstGeom prst="rect">
            <a:avLst/>
          </a:prstGeom>
          <a:gradFill>
            <a:gsLst>
              <a:gs pos="0">
                <a:srgbClr val="F5D6DB"/>
              </a:gs>
              <a:gs pos="50000">
                <a:srgbClr val="EEBEC5"/>
              </a:gs>
              <a:gs pos="100000">
                <a:srgbClr val="EEB0BA"/>
              </a:gs>
            </a:gsLst>
            <a:lin ang="5400000" scaled="0"/>
          </a:gradFill>
          <a:ln cap="flat" cmpd="sng" w="9525">
            <a:solidFill>
              <a:schemeClr val="accent6"/>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Libre Franklin"/>
                <a:ea typeface="Libre Franklin"/>
                <a:cs typeface="Libre Franklin"/>
                <a:sym typeface="Libre Franklin"/>
              </a:rPr>
              <a:t>Causales</a:t>
            </a:r>
            <a:endParaRPr/>
          </a:p>
          <a:p>
            <a:pPr indent="-285750" lvl="0" marL="285750" marR="0" rtl="0" algn="l">
              <a:spcBef>
                <a:spcPts val="0"/>
              </a:spcBef>
              <a:spcAft>
                <a:spcPts val="0"/>
              </a:spcAft>
              <a:buClr>
                <a:schemeClr val="dk1"/>
              </a:buClr>
              <a:buSzPts val="1800"/>
              <a:buFont typeface="Arial"/>
              <a:buChar char="•"/>
            </a:pPr>
            <a:r>
              <a:rPr lang="es-AR" sz="1800">
                <a:solidFill>
                  <a:schemeClr val="dk1"/>
                </a:solidFill>
                <a:latin typeface="Libre Franklin"/>
                <a:ea typeface="Libre Franklin"/>
                <a:cs typeface="Libre Franklin"/>
                <a:sym typeface="Libre Franklin"/>
              </a:rPr>
              <a:t>Constancias de los libros no reflejan el crédito</a:t>
            </a:r>
            <a:endParaRPr/>
          </a:p>
          <a:p>
            <a:pPr indent="-285750" lvl="0" marL="285750" marR="0" rtl="0" algn="l">
              <a:spcBef>
                <a:spcPts val="0"/>
              </a:spcBef>
              <a:spcAft>
                <a:spcPts val="0"/>
              </a:spcAft>
              <a:buClr>
                <a:schemeClr val="dk1"/>
              </a:buClr>
              <a:buSzPts val="1800"/>
              <a:buFont typeface="Arial"/>
              <a:buChar char="•"/>
            </a:pPr>
            <a:r>
              <a:rPr lang="es-AR" sz="1800">
                <a:solidFill>
                  <a:schemeClr val="dk1"/>
                </a:solidFill>
                <a:latin typeface="Libre Franklin"/>
                <a:ea typeface="Libre Franklin"/>
                <a:cs typeface="Libre Franklin"/>
                <a:sym typeface="Libre Franklin"/>
              </a:rPr>
              <a:t>Origen o legitimidad dudosos</a:t>
            </a:r>
            <a:endParaRPr/>
          </a:p>
          <a:p>
            <a:pPr indent="-285750" lvl="0" marL="285750" marR="0" rtl="0" algn="l">
              <a:spcBef>
                <a:spcPts val="0"/>
              </a:spcBef>
              <a:spcAft>
                <a:spcPts val="0"/>
              </a:spcAft>
              <a:buClr>
                <a:schemeClr val="dk1"/>
              </a:buClr>
              <a:buSzPts val="1800"/>
              <a:buFont typeface="Arial"/>
              <a:buChar char="•"/>
            </a:pPr>
            <a:r>
              <a:rPr lang="es-AR" sz="1800">
                <a:solidFill>
                  <a:schemeClr val="dk1"/>
                </a:solidFill>
                <a:latin typeface="Libre Franklin"/>
                <a:ea typeface="Libre Franklin"/>
                <a:cs typeface="Libre Franklin"/>
                <a:sym typeface="Libre Franklin"/>
              </a:rPr>
              <a:t>Crédito controvertido</a:t>
            </a:r>
            <a:endParaRPr/>
          </a:p>
          <a:p>
            <a:pPr indent="-285750" lvl="0" marL="285750" marR="0" rtl="0" algn="l">
              <a:spcBef>
                <a:spcPts val="0"/>
              </a:spcBef>
              <a:spcAft>
                <a:spcPts val="0"/>
              </a:spcAft>
              <a:buClr>
                <a:schemeClr val="dk1"/>
              </a:buClr>
              <a:buSzPts val="1800"/>
              <a:buFont typeface="Arial"/>
              <a:buChar char="•"/>
            </a:pPr>
            <a:r>
              <a:rPr lang="es-AR" sz="1800">
                <a:solidFill>
                  <a:schemeClr val="dk1"/>
                </a:solidFill>
                <a:latin typeface="Libre Franklin"/>
                <a:ea typeface="Libre Franklin"/>
                <a:cs typeface="Libre Franklin"/>
                <a:sym typeface="Libre Franklin"/>
              </a:rPr>
              <a:t>Sospecha de connivencia entre el concursado y el peticionario</a:t>
            </a:r>
            <a:endParaRPr/>
          </a:p>
        </p:txBody>
      </p:sp>
      <p:cxnSp>
        <p:nvCxnSpPr>
          <p:cNvPr id="128" name="Google Shape;128;p4"/>
          <p:cNvCxnSpPr/>
          <p:nvPr/>
        </p:nvCxnSpPr>
        <p:spPr>
          <a:xfrm>
            <a:off x="3766457" y="4650123"/>
            <a:ext cx="1056000" cy="631800"/>
          </a:xfrm>
          <a:prstGeom prst="bentConnector3">
            <a:avLst>
              <a:gd fmla="val 50000" name="adj1"/>
            </a:avLst>
          </a:prstGeom>
          <a:noFill/>
          <a:ln cap="flat" cmpd="sng" w="19050">
            <a:solidFill>
              <a:schemeClr val="accent6"/>
            </a:solidFill>
            <a:prstDash val="solid"/>
            <a:round/>
            <a:headEnd len="sm" w="sm" type="none"/>
            <a:tailEnd len="med" w="med" type="triangle"/>
          </a:ln>
        </p:spPr>
      </p:cxnSp>
      <p:sp>
        <p:nvSpPr>
          <p:cNvPr id="129" name="Google Shape;129;p4"/>
          <p:cNvSpPr txBox="1"/>
          <p:nvPr/>
        </p:nvSpPr>
        <p:spPr>
          <a:xfrm>
            <a:off x="1212401" y="5244150"/>
            <a:ext cx="2554200" cy="1246800"/>
          </a:xfrm>
          <a:prstGeom prst="rect">
            <a:avLst/>
          </a:prstGeom>
          <a:blipFill rotWithShape="1">
            <a:blip r:embed="rId3">
              <a:alphaModFix/>
            </a:blip>
            <a:tile algn="tl" flip="none" tx="0" sx="100000" ty="0" sy="100000"/>
          </a:blip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s-AR" sz="2500">
                <a:solidFill>
                  <a:schemeClr val="dk1"/>
                </a:solidFill>
                <a:latin typeface="Libre Franklin"/>
                <a:ea typeface="Libre Franklin"/>
                <a:cs typeface="Libre Franklin"/>
                <a:sym typeface="Libre Franklin"/>
              </a:rPr>
              <a:t>LA RESOLUCION ES APELABLE</a:t>
            </a:r>
            <a:endParaRPr/>
          </a:p>
        </p:txBody>
      </p:sp>
      <p:sp>
        <p:nvSpPr>
          <p:cNvPr id="130" name="Google Shape;130;p4"/>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Derecho Crediticio Bursatil e insolvencia</a:t>
            </a:r>
            <a:endParaRPr/>
          </a:p>
        </p:txBody>
      </p:sp>
      <p:sp>
        <p:nvSpPr>
          <p:cNvPr id="131" name="Google Shape;131;p4"/>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5"/>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s-AR"/>
              <a:t>PRONTO PAGO LABORAL</a:t>
            </a:r>
            <a:endParaRPr/>
          </a:p>
        </p:txBody>
      </p:sp>
      <p:sp>
        <p:nvSpPr>
          <p:cNvPr id="137" name="Google Shape;137;p5"/>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p>
            <a:pPr indent="-384048" lvl="1" marL="914400" rtl="0" algn="l">
              <a:lnSpc>
                <a:spcPct val="94000"/>
              </a:lnSpc>
              <a:spcBef>
                <a:spcPts val="0"/>
              </a:spcBef>
              <a:spcAft>
                <a:spcPts val="0"/>
              </a:spcAft>
              <a:buClr>
                <a:schemeClr val="dk2"/>
              </a:buClr>
              <a:buSzPts val="2000"/>
              <a:buFont typeface="Noto Sans Symbols"/>
              <a:buChar char="▪"/>
            </a:pPr>
            <a:r>
              <a:rPr lang="es-AR"/>
              <a:t>Distintas Alternativas</a:t>
            </a:r>
            <a:endParaRPr/>
          </a:p>
          <a:p>
            <a:pPr indent="-384048" lvl="1" marL="914400" rtl="0" algn="l">
              <a:lnSpc>
                <a:spcPct val="94000"/>
              </a:lnSpc>
              <a:spcBef>
                <a:spcPts val="700"/>
              </a:spcBef>
              <a:spcAft>
                <a:spcPts val="0"/>
              </a:spcAft>
              <a:buClr>
                <a:schemeClr val="dk2"/>
              </a:buClr>
              <a:buSzPts val="2000"/>
              <a:buChar char="–"/>
            </a:pPr>
            <a:r>
              <a:rPr lang="es-AR"/>
              <a:t>Verificacion tempestiva del Credito</a:t>
            </a:r>
            <a:endParaRPr/>
          </a:p>
          <a:p>
            <a:pPr indent="-384047" lvl="2" marL="1371600" rtl="0" algn="l">
              <a:lnSpc>
                <a:spcPct val="94000"/>
              </a:lnSpc>
              <a:spcBef>
                <a:spcPts val="700"/>
              </a:spcBef>
              <a:spcAft>
                <a:spcPts val="0"/>
              </a:spcAft>
              <a:buClr>
                <a:schemeClr val="dk2"/>
              </a:buClr>
              <a:buSzPts val="1800"/>
              <a:buChar char="■"/>
            </a:pPr>
            <a:r>
              <a:rPr lang="es-AR"/>
              <a:t>Si bien no es una carga legal no existe impedimento para que transite el proceso de verificación del artículo 32.</a:t>
            </a:r>
            <a:endParaRPr/>
          </a:p>
          <a:p>
            <a:pPr indent="-384048" lvl="1" marL="914400" rtl="0" algn="l">
              <a:lnSpc>
                <a:spcPct val="94000"/>
              </a:lnSpc>
              <a:spcBef>
                <a:spcPts val="700"/>
              </a:spcBef>
              <a:spcAft>
                <a:spcPts val="0"/>
              </a:spcAft>
              <a:buClr>
                <a:schemeClr val="dk2"/>
              </a:buClr>
              <a:buSzPts val="2000"/>
              <a:buChar char="–"/>
            </a:pPr>
            <a:r>
              <a:rPr lang="es-AR"/>
              <a:t>Verificacion tardia del credito</a:t>
            </a:r>
            <a:endParaRPr/>
          </a:p>
          <a:p>
            <a:pPr indent="-384047" lvl="2" marL="1371600" rtl="0" algn="l">
              <a:lnSpc>
                <a:spcPct val="94000"/>
              </a:lnSpc>
              <a:spcBef>
                <a:spcPts val="700"/>
              </a:spcBef>
              <a:spcAft>
                <a:spcPts val="0"/>
              </a:spcAft>
              <a:buClr>
                <a:schemeClr val="dk2"/>
              </a:buClr>
              <a:buSzPts val="1800"/>
              <a:buChar char="■"/>
            </a:pPr>
            <a:r>
              <a:rPr lang="es-AR"/>
              <a:t>Como cualquier otro acreedor que ha perdido la oportunidad de verificar su crédito en el concurso, puede recurrir a la verificación tardía en los términos del artículo 56.</a:t>
            </a:r>
            <a:endParaRPr/>
          </a:p>
          <a:p>
            <a:pPr indent="0" lvl="0" marL="0" rtl="0" algn="l">
              <a:lnSpc>
                <a:spcPct val="94000"/>
              </a:lnSpc>
              <a:spcBef>
                <a:spcPts val="1200"/>
              </a:spcBef>
              <a:spcAft>
                <a:spcPts val="0"/>
              </a:spcAft>
              <a:buClr>
                <a:schemeClr val="dk2"/>
              </a:buClr>
              <a:buSzPts val="2000"/>
              <a:buNone/>
            </a:pPr>
            <a:r>
              <a:t/>
            </a:r>
            <a:endParaRPr/>
          </a:p>
        </p:txBody>
      </p:sp>
      <p:sp>
        <p:nvSpPr>
          <p:cNvPr id="138" name="Google Shape;138;p5"/>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Derecho Crediticio Bursatil e insolvencia</a:t>
            </a:r>
            <a:endParaRPr/>
          </a:p>
        </p:txBody>
      </p:sp>
      <p:sp>
        <p:nvSpPr>
          <p:cNvPr id="139" name="Google Shape;139;p5"/>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6"/>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s-AR"/>
              <a:t>PRONTO PAGO LABORAL</a:t>
            </a:r>
            <a:endParaRPr/>
          </a:p>
        </p:txBody>
      </p:sp>
      <p:sp>
        <p:nvSpPr>
          <p:cNvPr id="145" name="Google Shape;145;p6"/>
          <p:cNvSpPr txBox="1"/>
          <p:nvPr>
            <p:ph idx="1" type="body"/>
          </p:nvPr>
        </p:nvSpPr>
        <p:spPr>
          <a:xfrm>
            <a:off x="1371600" y="1583872"/>
            <a:ext cx="9601200" cy="3102429"/>
          </a:xfrm>
          <a:prstGeom prst="rect">
            <a:avLst/>
          </a:prstGeom>
          <a:noFill/>
          <a:ln>
            <a:noFill/>
          </a:ln>
        </p:spPr>
        <p:txBody>
          <a:bodyPr anchorCtr="0" anchor="t" bIns="45700" lIns="91425" spcFirstLastPara="1" rIns="91425" wrap="square" tIns="45700">
            <a:normAutofit/>
          </a:bodyPr>
          <a:lstStyle/>
          <a:p>
            <a:pPr indent="-257048" lvl="0" marL="384048" rtl="0" algn="l">
              <a:lnSpc>
                <a:spcPct val="94000"/>
              </a:lnSpc>
              <a:spcBef>
                <a:spcPts val="0"/>
              </a:spcBef>
              <a:spcAft>
                <a:spcPts val="0"/>
              </a:spcAft>
              <a:buClr>
                <a:schemeClr val="dk2"/>
              </a:buClr>
              <a:buSzPts val="2000"/>
              <a:buNone/>
            </a:pPr>
            <a:r>
              <a:t/>
            </a:r>
            <a:endParaRPr/>
          </a:p>
          <a:p>
            <a:pPr indent="-384048" lvl="0" marL="384048" rtl="0" algn="l">
              <a:lnSpc>
                <a:spcPct val="94000"/>
              </a:lnSpc>
              <a:spcBef>
                <a:spcPts val="1200"/>
              </a:spcBef>
              <a:spcAft>
                <a:spcPts val="0"/>
              </a:spcAft>
              <a:buClr>
                <a:schemeClr val="dk2"/>
              </a:buClr>
              <a:buSzPts val="2000"/>
              <a:buChar char="■"/>
            </a:pPr>
            <a:r>
              <a:rPr lang="es-AR"/>
              <a:t>Distintas Alternativas</a:t>
            </a:r>
            <a:endParaRPr/>
          </a:p>
          <a:p>
            <a:pPr indent="-384048" lvl="1" marL="914400" rtl="0" algn="l">
              <a:lnSpc>
                <a:spcPct val="94000"/>
              </a:lnSpc>
              <a:spcBef>
                <a:spcPts val="700"/>
              </a:spcBef>
              <a:spcAft>
                <a:spcPts val="0"/>
              </a:spcAft>
              <a:buClr>
                <a:schemeClr val="dk2"/>
              </a:buClr>
              <a:buSzPts val="2000"/>
              <a:buChar char="–"/>
            </a:pPr>
            <a:r>
              <a:rPr lang="es-AR"/>
              <a:t>Juicio de conocimiento ante el fuero laboral</a:t>
            </a:r>
            <a:endParaRPr/>
          </a:p>
          <a:p>
            <a:pPr indent="-384047" lvl="2" marL="1371600" rtl="0" algn="l">
              <a:lnSpc>
                <a:spcPct val="94000"/>
              </a:lnSpc>
              <a:spcBef>
                <a:spcPts val="700"/>
              </a:spcBef>
              <a:spcAft>
                <a:spcPts val="0"/>
              </a:spcAft>
              <a:buClr>
                <a:schemeClr val="dk2"/>
              </a:buClr>
              <a:buSzPts val="1800"/>
              <a:buChar char="■"/>
            </a:pPr>
            <a:r>
              <a:rPr lang="es-AR"/>
              <a:t>Regulada por el artículo 21 de la ley 24522.</a:t>
            </a:r>
            <a:endParaRPr/>
          </a:p>
          <a:p>
            <a:pPr indent="-384047" lvl="2" marL="1371600" rtl="0" algn="l">
              <a:lnSpc>
                <a:spcPct val="94000"/>
              </a:lnSpc>
              <a:spcBef>
                <a:spcPts val="700"/>
              </a:spcBef>
              <a:spcAft>
                <a:spcPts val="0"/>
              </a:spcAft>
              <a:buClr>
                <a:schemeClr val="dk2"/>
              </a:buClr>
              <a:buSzPts val="1800"/>
              <a:buChar char="■"/>
            </a:pPr>
            <a:r>
              <a:rPr lang="es-AR"/>
              <a:t>Proceso de conocimiento</a:t>
            </a:r>
            <a:endParaRPr/>
          </a:p>
          <a:p>
            <a:pPr indent="-384047" lvl="2" marL="1371600" rtl="0" algn="l">
              <a:lnSpc>
                <a:spcPct val="94000"/>
              </a:lnSpc>
              <a:spcBef>
                <a:spcPts val="700"/>
              </a:spcBef>
              <a:spcAft>
                <a:spcPts val="0"/>
              </a:spcAft>
              <a:buClr>
                <a:schemeClr val="dk2"/>
              </a:buClr>
              <a:buSzPts val="1800"/>
              <a:buChar char="■"/>
            </a:pPr>
            <a:r>
              <a:rPr lang="es-AR"/>
              <a:t>Es ineludible en algunos casos, por ejemplo credito desistimado por el juez</a:t>
            </a:r>
            <a:endParaRPr/>
          </a:p>
          <a:p>
            <a:pPr indent="-384047" lvl="2" marL="1371600" rtl="0" algn="l">
              <a:lnSpc>
                <a:spcPct val="94000"/>
              </a:lnSpc>
              <a:spcBef>
                <a:spcPts val="700"/>
              </a:spcBef>
              <a:spcAft>
                <a:spcPts val="0"/>
              </a:spcAft>
              <a:buClr>
                <a:schemeClr val="dk2"/>
              </a:buClr>
              <a:buSzPts val="1800"/>
              <a:buChar char="■"/>
            </a:pPr>
            <a:r>
              <a:rPr lang="es-AR"/>
              <a:t>Es opcional en otros casos. Ejemplos</a:t>
            </a:r>
            <a:endParaRPr/>
          </a:p>
          <a:p>
            <a:pPr indent="-384047" lvl="3" marL="1828800" rtl="0" algn="l">
              <a:lnSpc>
                <a:spcPct val="94000"/>
              </a:lnSpc>
              <a:spcBef>
                <a:spcPts val="700"/>
              </a:spcBef>
              <a:spcAft>
                <a:spcPts val="0"/>
              </a:spcAft>
              <a:buClr>
                <a:schemeClr val="dk2"/>
              </a:buClr>
              <a:buSzPts val="1800"/>
              <a:buChar char="–"/>
            </a:pPr>
            <a:r>
              <a:rPr lang="es-AR"/>
              <a:t>Juez desestima el pronto pago</a:t>
            </a:r>
            <a:endParaRPr/>
          </a:p>
          <a:p>
            <a:pPr indent="0" lvl="3" marL="1444752" rtl="0" algn="l">
              <a:lnSpc>
                <a:spcPct val="94000"/>
              </a:lnSpc>
              <a:spcBef>
                <a:spcPts val="700"/>
              </a:spcBef>
              <a:spcAft>
                <a:spcPts val="0"/>
              </a:spcAft>
              <a:buClr>
                <a:schemeClr val="dk2"/>
              </a:buClr>
              <a:buSzPts val="1800"/>
              <a:buNone/>
            </a:pPr>
            <a:r>
              <a:t/>
            </a:r>
            <a:endParaRPr/>
          </a:p>
          <a:p>
            <a:pPr indent="-257048" lvl="0" marL="384048" rtl="0" algn="l">
              <a:lnSpc>
                <a:spcPct val="94000"/>
              </a:lnSpc>
              <a:spcBef>
                <a:spcPts val="1200"/>
              </a:spcBef>
              <a:spcAft>
                <a:spcPts val="0"/>
              </a:spcAft>
              <a:buClr>
                <a:schemeClr val="dk2"/>
              </a:buClr>
              <a:buSzPts val="2000"/>
              <a:buNone/>
            </a:pPr>
            <a:r>
              <a:t/>
            </a:r>
            <a:endParaRPr/>
          </a:p>
        </p:txBody>
      </p:sp>
      <p:sp>
        <p:nvSpPr>
          <p:cNvPr id="146" name="Google Shape;146;p6"/>
          <p:cNvSpPr txBox="1"/>
          <p:nvPr/>
        </p:nvSpPr>
        <p:spPr>
          <a:xfrm>
            <a:off x="1371600" y="5094514"/>
            <a:ext cx="9601200" cy="646331"/>
          </a:xfrm>
          <a:prstGeom prst="rect">
            <a:avLst/>
          </a:prstGeom>
          <a:gradFill>
            <a:gsLst>
              <a:gs pos="0">
                <a:srgbClr val="E9C67D"/>
              </a:gs>
              <a:gs pos="50000">
                <a:srgbClr val="EBC262"/>
              </a:gs>
              <a:gs pos="100000">
                <a:srgbClr val="D7AD4E"/>
              </a:gs>
            </a:gsLst>
            <a:lin ang="5400000" scaled="0"/>
          </a:gradFill>
          <a:ln cap="flat" cmpd="sng" w="9525">
            <a:solidFill>
              <a:schemeClr val="accen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Libre Franklin"/>
                <a:ea typeface="Libre Franklin"/>
                <a:cs typeface="Libre Franklin"/>
                <a:sym typeface="Libre Franklin"/>
              </a:rPr>
              <a:t>En caso de tener sentencia favorable, de acuerdo al articulo 56, dentro de los 6 meses posteriores a que adquiera </a:t>
            </a:r>
            <a:r>
              <a:rPr b="1" i="1" lang="es-AR" sz="1800">
                <a:solidFill>
                  <a:schemeClr val="lt1"/>
                </a:solidFill>
                <a:latin typeface="Libre Franklin"/>
                <a:ea typeface="Libre Franklin"/>
                <a:cs typeface="Libre Franklin"/>
                <a:sym typeface="Libre Franklin"/>
              </a:rPr>
              <a:t>FIRMEZA</a:t>
            </a:r>
            <a:r>
              <a:rPr lang="es-AR" sz="1800">
                <a:solidFill>
                  <a:schemeClr val="lt1"/>
                </a:solidFill>
                <a:latin typeface="Libre Franklin"/>
                <a:ea typeface="Libre Franklin"/>
                <a:cs typeface="Libre Franklin"/>
                <a:sym typeface="Libre Franklin"/>
              </a:rPr>
              <a:t>, debe verificarse en el concurso</a:t>
            </a:r>
            <a:endParaRPr/>
          </a:p>
        </p:txBody>
      </p:sp>
      <p:sp>
        <p:nvSpPr>
          <p:cNvPr id="147" name="Google Shape;147;p6"/>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Derecho Crediticio Bursatil e insolvencia</a:t>
            </a:r>
            <a:endParaRPr/>
          </a:p>
        </p:txBody>
      </p:sp>
      <p:sp>
        <p:nvSpPr>
          <p:cNvPr id="148" name="Google Shape;148;p6"/>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7"/>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s-AR"/>
              <a:t>PRONTO PAGO AUTOMATICO</a:t>
            </a:r>
            <a:endParaRPr/>
          </a:p>
        </p:txBody>
      </p:sp>
      <p:sp>
        <p:nvSpPr>
          <p:cNvPr id="154" name="Google Shape;154;p7"/>
          <p:cNvSpPr txBox="1"/>
          <p:nvPr>
            <p:ph idx="1" type="body"/>
          </p:nvPr>
        </p:nvSpPr>
        <p:spPr>
          <a:xfrm>
            <a:off x="1371600" y="2286000"/>
            <a:ext cx="9601200" cy="2231571"/>
          </a:xfrm>
          <a:prstGeom prst="rect">
            <a:avLst/>
          </a:prstGeom>
          <a:noFill/>
          <a:ln>
            <a:noFill/>
          </a:ln>
        </p:spPr>
        <p:txBody>
          <a:bodyPr anchorCtr="0" anchor="t" bIns="45700" lIns="91425" spcFirstLastPara="1" rIns="91425" wrap="square" tIns="45700">
            <a:normAutofit/>
          </a:bodyPr>
          <a:lstStyle/>
          <a:p>
            <a:pPr indent="-384048" lvl="1" marL="914400" rtl="0" algn="l">
              <a:lnSpc>
                <a:spcPct val="94000"/>
              </a:lnSpc>
              <a:spcBef>
                <a:spcPts val="0"/>
              </a:spcBef>
              <a:spcAft>
                <a:spcPts val="0"/>
              </a:spcAft>
              <a:buClr>
                <a:schemeClr val="dk2"/>
              </a:buClr>
              <a:buSzPts val="2000"/>
              <a:buFont typeface="Noto Sans Symbols"/>
              <a:buChar char="▪"/>
            </a:pPr>
            <a:r>
              <a:rPr lang="es-AR"/>
              <a:t>Los créditos laborales reconocidos deben pagarse </a:t>
            </a:r>
            <a:r>
              <a:rPr b="1" lang="es-AR" u="sng"/>
              <a:t>en su totalidad </a:t>
            </a:r>
            <a:r>
              <a:rPr lang="es-AR"/>
              <a:t>con los fondos liquidos existentes</a:t>
            </a:r>
            <a:endParaRPr/>
          </a:p>
          <a:p>
            <a:pPr indent="-384048" lvl="1" marL="914400" rtl="0" algn="l">
              <a:lnSpc>
                <a:spcPct val="94000"/>
              </a:lnSpc>
              <a:spcBef>
                <a:spcPts val="700"/>
              </a:spcBef>
              <a:spcAft>
                <a:spcPts val="0"/>
              </a:spcAft>
              <a:buClr>
                <a:schemeClr val="dk2"/>
              </a:buClr>
              <a:buSzPts val="2000"/>
              <a:buFont typeface="Noto Sans Symbols"/>
              <a:buChar char="▪"/>
            </a:pPr>
            <a:r>
              <a:rPr lang="es-AR"/>
              <a:t>Sujeto a doble condicion </a:t>
            </a:r>
            <a:endParaRPr/>
          </a:p>
          <a:p>
            <a:pPr indent="-384047" lvl="2" marL="1371600" rtl="0" algn="l">
              <a:lnSpc>
                <a:spcPct val="94000"/>
              </a:lnSpc>
              <a:spcBef>
                <a:spcPts val="700"/>
              </a:spcBef>
              <a:spcAft>
                <a:spcPts val="0"/>
              </a:spcAft>
              <a:buClr>
                <a:schemeClr val="dk2"/>
              </a:buClr>
              <a:buSzPts val="1800"/>
              <a:buFont typeface="Noto Sans Symbols"/>
              <a:buChar char="▪"/>
            </a:pPr>
            <a:r>
              <a:rPr lang="es-AR"/>
              <a:t>Existencia de fondos liquidos</a:t>
            </a:r>
            <a:endParaRPr/>
          </a:p>
          <a:p>
            <a:pPr indent="-384047" lvl="2" marL="1371600" rtl="0" algn="l">
              <a:lnSpc>
                <a:spcPct val="94000"/>
              </a:lnSpc>
              <a:spcBef>
                <a:spcPts val="700"/>
              </a:spcBef>
              <a:spcAft>
                <a:spcPts val="0"/>
              </a:spcAft>
              <a:buClr>
                <a:schemeClr val="dk2"/>
              </a:buClr>
              <a:buSzPts val="1800"/>
              <a:buFont typeface="Noto Sans Symbols"/>
              <a:buChar char="▪"/>
            </a:pPr>
            <a:r>
              <a:rPr lang="es-AR"/>
              <a:t>Suficiencia de los fondos para afrontar el pago total de los créditos laborales pendientes.</a:t>
            </a:r>
            <a:endParaRPr/>
          </a:p>
          <a:p>
            <a:pPr indent="-269747" lvl="2" marL="1371600" rtl="0" algn="l">
              <a:lnSpc>
                <a:spcPct val="94000"/>
              </a:lnSpc>
              <a:spcBef>
                <a:spcPts val="700"/>
              </a:spcBef>
              <a:spcAft>
                <a:spcPts val="0"/>
              </a:spcAft>
              <a:buClr>
                <a:schemeClr val="dk2"/>
              </a:buClr>
              <a:buSzPts val="1800"/>
              <a:buFont typeface="Noto Sans Symbols"/>
              <a:buNone/>
            </a:pPr>
            <a:r>
              <a:t/>
            </a:r>
            <a:endParaRPr/>
          </a:p>
          <a:p>
            <a:pPr indent="-257048" lvl="0" marL="384048" rtl="0" algn="l">
              <a:lnSpc>
                <a:spcPct val="94000"/>
              </a:lnSpc>
              <a:spcBef>
                <a:spcPts val="1200"/>
              </a:spcBef>
              <a:spcAft>
                <a:spcPts val="0"/>
              </a:spcAft>
              <a:buClr>
                <a:schemeClr val="dk2"/>
              </a:buClr>
              <a:buSzPts val="2000"/>
              <a:buNone/>
            </a:pPr>
            <a:r>
              <a:t/>
            </a:r>
            <a:endParaRPr/>
          </a:p>
        </p:txBody>
      </p:sp>
      <p:sp>
        <p:nvSpPr>
          <p:cNvPr id="155" name="Google Shape;155;p7"/>
          <p:cNvSpPr txBox="1"/>
          <p:nvPr/>
        </p:nvSpPr>
        <p:spPr>
          <a:xfrm>
            <a:off x="1948543" y="4648200"/>
            <a:ext cx="6847114" cy="369332"/>
          </a:xfrm>
          <a:prstGeom prst="rect">
            <a:avLst/>
          </a:prstGeom>
          <a:gradFill>
            <a:gsLst>
              <a:gs pos="0">
                <a:srgbClr val="CAD9E1"/>
              </a:gs>
              <a:gs pos="50000">
                <a:srgbClr val="B4C9D6"/>
              </a:gs>
              <a:gs pos="100000">
                <a:srgbClr val="A4C0D1"/>
              </a:gs>
            </a:gsLst>
            <a:lin ang="5400000" scaled="0"/>
          </a:gradFill>
          <a:ln cap="flat" cmpd="sng" w="95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Libre Franklin"/>
                <a:ea typeface="Libre Franklin"/>
                <a:cs typeface="Libre Franklin"/>
                <a:sym typeface="Libre Franklin"/>
              </a:rPr>
              <a:t>¿Si el concursado niega existencia o alega insuficiencia de fondos?</a:t>
            </a:r>
            <a:endParaRPr/>
          </a:p>
        </p:txBody>
      </p:sp>
      <p:sp>
        <p:nvSpPr>
          <p:cNvPr id="156" name="Google Shape;156;p7"/>
          <p:cNvSpPr txBox="1"/>
          <p:nvPr/>
        </p:nvSpPr>
        <p:spPr>
          <a:xfrm>
            <a:off x="2960914" y="5148161"/>
            <a:ext cx="520337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Libre Franklin"/>
                <a:ea typeface="Libre Franklin"/>
                <a:cs typeface="Libre Franklin"/>
                <a:sym typeface="Libre Franklin"/>
              </a:rPr>
              <a:t>Juez ordena que </a:t>
            </a:r>
            <a:r>
              <a:rPr i="1" lang="es-AR" sz="1800" u="sng">
                <a:solidFill>
                  <a:schemeClr val="dk1"/>
                </a:solidFill>
                <a:latin typeface="Libre Franklin"/>
                <a:ea typeface="Libre Franklin"/>
                <a:cs typeface="Libre Franklin"/>
                <a:sym typeface="Libre Franklin"/>
              </a:rPr>
              <a:t>sindico</a:t>
            </a:r>
            <a:r>
              <a:rPr lang="es-AR" sz="1800">
                <a:solidFill>
                  <a:schemeClr val="dk1"/>
                </a:solidFill>
                <a:latin typeface="Libre Franklin"/>
                <a:ea typeface="Libre Franklin"/>
                <a:cs typeface="Libre Franklin"/>
                <a:sym typeface="Libre Franklin"/>
              </a:rPr>
              <a:t> ratifique o rectifique</a:t>
            </a:r>
            <a:endParaRPr/>
          </a:p>
        </p:txBody>
      </p:sp>
      <p:sp>
        <p:nvSpPr>
          <p:cNvPr id="157" name="Google Shape;157;p7"/>
          <p:cNvSpPr txBox="1"/>
          <p:nvPr/>
        </p:nvSpPr>
        <p:spPr>
          <a:xfrm>
            <a:off x="4887686" y="5617029"/>
            <a:ext cx="2198914" cy="923330"/>
          </a:xfrm>
          <a:prstGeom prst="rect">
            <a:avLst/>
          </a:prstGeom>
          <a:solidFill>
            <a:schemeClr val="lt1"/>
          </a:solidFill>
          <a:ln cap="flat" cmpd="sng" w="349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Libre Franklin"/>
                <a:ea typeface="Libre Franklin"/>
                <a:cs typeface="Libre Franklin"/>
                <a:sym typeface="Libre Franklin"/>
              </a:rPr>
              <a:t>Si concluye que los fondos existen y son suficientes </a:t>
            </a:r>
            <a:endParaRPr/>
          </a:p>
        </p:txBody>
      </p:sp>
      <p:sp>
        <p:nvSpPr>
          <p:cNvPr id="158" name="Google Shape;158;p7"/>
          <p:cNvSpPr txBox="1"/>
          <p:nvPr/>
        </p:nvSpPr>
        <p:spPr>
          <a:xfrm>
            <a:off x="8436429" y="5644437"/>
            <a:ext cx="2645228" cy="646331"/>
          </a:xfrm>
          <a:prstGeom prst="rect">
            <a:avLst/>
          </a:prstGeom>
          <a:gradFill>
            <a:gsLst>
              <a:gs pos="0">
                <a:srgbClr val="CAD9E1"/>
              </a:gs>
              <a:gs pos="50000">
                <a:srgbClr val="B4C9D6"/>
              </a:gs>
              <a:gs pos="100000">
                <a:srgbClr val="A4C0D1"/>
              </a:gs>
            </a:gsLst>
            <a:lin ang="5400000" scaled="0"/>
          </a:gradFill>
          <a:ln cap="flat" cmpd="sng" w="95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Libre Franklin"/>
                <a:ea typeface="Libre Franklin"/>
                <a:cs typeface="Libre Franklin"/>
                <a:sym typeface="Libre Franklin"/>
              </a:rPr>
              <a:t>La pretension de pago deviene ejecutoria</a:t>
            </a:r>
            <a:endParaRPr/>
          </a:p>
        </p:txBody>
      </p:sp>
      <p:cxnSp>
        <p:nvCxnSpPr>
          <p:cNvPr id="159" name="Google Shape;159;p7"/>
          <p:cNvCxnSpPr/>
          <p:nvPr/>
        </p:nvCxnSpPr>
        <p:spPr>
          <a:xfrm>
            <a:off x="2242457" y="5148161"/>
            <a:ext cx="544200" cy="261900"/>
          </a:xfrm>
          <a:prstGeom prst="bentConnector3">
            <a:avLst>
              <a:gd fmla="val 50000" name="adj1"/>
            </a:avLst>
          </a:prstGeom>
          <a:noFill/>
          <a:ln cap="flat" cmpd="sng" w="34925">
            <a:solidFill>
              <a:schemeClr val="accent5"/>
            </a:solidFill>
            <a:prstDash val="solid"/>
            <a:round/>
            <a:headEnd len="sm" w="sm" type="none"/>
            <a:tailEnd len="med" w="med" type="triangle"/>
          </a:ln>
        </p:spPr>
      </p:cxnSp>
      <p:sp>
        <p:nvSpPr>
          <p:cNvPr id="160" name="Google Shape;160;p7"/>
          <p:cNvSpPr/>
          <p:nvPr/>
        </p:nvSpPr>
        <p:spPr>
          <a:xfrm>
            <a:off x="7249886" y="5856514"/>
            <a:ext cx="914400" cy="222179"/>
          </a:xfrm>
          <a:prstGeom prst="stripedRightArrow">
            <a:avLst>
              <a:gd fmla="val 50000" name="adj1"/>
              <a:gd fmla="val 50000" name="adj2"/>
            </a:avLst>
          </a:prstGeom>
          <a:solidFill>
            <a:srgbClr val="0070C0"/>
          </a:solidFill>
          <a:ln cap="flat" cmpd="sng" w="34925">
            <a:solidFill>
              <a:srgbClr val="66666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61" name="Google Shape;161;p7"/>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Derecho Crediticio Bursatil e insolvencia</a:t>
            </a:r>
            <a:endParaRPr/>
          </a:p>
        </p:txBody>
      </p:sp>
      <p:sp>
        <p:nvSpPr>
          <p:cNvPr id="162" name="Google Shape;162;p7"/>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8"/>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s-AR"/>
              <a:t>PRONTO PAGO AUTOMATICO</a:t>
            </a:r>
            <a:endParaRPr/>
          </a:p>
        </p:txBody>
      </p:sp>
      <p:sp>
        <p:nvSpPr>
          <p:cNvPr id="168" name="Google Shape;168;p8"/>
          <p:cNvSpPr txBox="1"/>
          <p:nvPr>
            <p:ph idx="1" type="body"/>
          </p:nvPr>
        </p:nvSpPr>
        <p:spPr>
          <a:xfrm>
            <a:off x="1371600" y="2286000"/>
            <a:ext cx="9601200" cy="718457"/>
          </a:xfrm>
          <a:prstGeom prst="rect">
            <a:avLst/>
          </a:prstGeom>
          <a:solidFill>
            <a:schemeClr val="accent5">
              <a:alpha val="49803"/>
            </a:schemeClr>
          </a:solidFill>
          <a:ln>
            <a:noFill/>
          </a:ln>
        </p:spPr>
        <p:txBody>
          <a:bodyPr anchorCtr="0" anchor="t" bIns="45700" lIns="91425" spcFirstLastPara="1" rIns="91425" wrap="square" tIns="45700">
            <a:normAutofit/>
          </a:bodyPr>
          <a:lstStyle/>
          <a:p>
            <a:pPr indent="0" lvl="0" marL="0" rtl="0" algn="l">
              <a:lnSpc>
                <a:spcPct val="94000"/>
              </a:lnSpc>
              <a:spcBef>
                <a:spcPts val="0"/>
              </a:spcBef>
              <a:spcAft>
                <a:spcPts val="0"/>
              </a:spcAft>
              <a:buClr>
                <a:schemeClr val="lt1"/>
              </a:buClr>
              <a:buSzPts val="2000"/>
              <a:buNone/>
            </a:pPr>
            <a:r>
              <a:rPr lang="es-AR">
                <a:solidFill>
                  <a:schemeClr val="lt1"/>
                </a:solidFill>
                <a:latin typeface="Libre Franklin"/>
                <a:ea typeface="Libre Franklin"/>
                <a:cs typeface="Libre Franklin"/>
                <a:sym typeface="Libre Franklin"/>
              </a:rPr>
              <a:t>¿Si los fondos son insuficientes para cubrir la totalidad de los créditos pendientes de pago?</a:t>
            </a:r>
            <a:endParaRPr/>
          </a:p>
        </p:txBody>
      </p:sp>
      <p:sp>
        <p:nvSpPr>
          <p:cNvPr id="169" name="Google Shape;169;p8"/>
          <p:cNvSpPr txBox="1"/>
          <p:nvPr/>
        </p:nvSpPr>
        <p:spPr>
          <a:xfrm>
            <a:off x="1676400" y="3244334"/>
            <a:ext cx="5148942" cy="369332"/>
          </a:xfrm>
          <a:prstGeom prst="rect">
            <a:avLst/>
          </a:prstGeom>
          <a:solidFill>
            <a:schemeClr val="accent5"/>
          </a:solidFill>
          <a:ln cap="flat" cmpd="sng" w="19050">
            <a:solidFill>
              <a:schemeClr val="lt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Libre Franklin"/>
                <a:ea typeface="Libre Franklin"/>
                <a:cs typeface="Libre Franklin"/>
                <a:sym typeface="Libre Franklin"/>
              </a:rPr>
              <a:t>El Sindico debe realizar un proyecto de distribución</a:t>
            </a:r>
            <a:endParaRPr/>
          </a:p>
        </p:txBody>
      </p:sp>
      <p:sp>
        <p:nvSpPr>
          <p:cNvPr id="170" name="Google Shape;170;p8"/>
          <p:cNvSpPr txBox="1"/>
          <p:nvPr/>
        </p:nvSpPr>
        <p:spPr>
          <a:xfrm>
            <a:off x="5312229" y="3907971"/>
            <a:ext cx="277585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Libre Franklin"/>
                <a:ea typeface="Libre Franklin"/>
                <a:cs typeface="Libre Franklin"/>
                <a:sym typeface="Libre Franklin"/>
              </a:rPr>
              <a:t>Prorrateando los fondos tomando en consideración </a:t>
            </a:r>
            <a:endParaRPr/>
          </a:p>
        </p:txBody>
      </p:sp>
      <p:sp>
        <p:nvSpPr>
          <p:cNvPr id="171" name="Google Shape;171;p8"/>
          <p:cNvSpPr txBox="1"/>
          <p:nvPr/>
        </p:nvSpPr>
        <p:spPr>
          <a:xfrm>
            <a:off x="8730342" y="3539030"/>
            <a:ext cx="11647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Libre Franklin"/>
                <a:ea typeface="Libre Franklin"/>
                <a:cs typeface="Libre Franklin"/>
                <a:sym typeface="Libre Franklin"/>
              </a:rPr>
              <a:t>cuantía</a:t>
            </a:r>
            <a:endParaRPr/>
          </a:p>
        </p:txBody>
      </p:sp>
      <p:sp>
        <p:nvSpPr>
          <p:cNvPr id="172" name="Google Shape;172;p8"/>
          <p:cNvSpPr txBox="1"/>
          <p:nvPr/>
        </p:nvSpPr>
        <p:spPr>
          <a:xfrm>
            <a:off x="8730342" y="4554302"/>
            <a:ext cx="11647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Libre Franklin"/>
                <a:ea typeface="Libre Franklin"/>
                <a:cs typeface="Libre Franklin"/>
                <a:sym typeface="Libre Franklin"/>
              </a:rPr>
              <a:t>privilegios</a:t>
            </a:r>
            <a:endParaRPr/>
          </a:p>
        </p:txBody>
      </p:sp>
      <p:sp>
        <p:nvSpPr>
          <p:cNvPr id="173" name="Google Shape;173;p8"/>
          <p:cNvSpPr/>
          <p:nvPr/>
        </p:nvSpPr>
        <p:spPr>
          <a:xfrm>
            <a:off x="8088086" y="3521137"/>
            <a:ext cx="359228" cy="479363"/>
          </a:xfrm>
          <a:prstGeom prst="rightArrow">
            <a:avLst>
              <a:gd fmla="val 50000" name="adj1"/>
              <a:gd fmla="val 50000" name="adj2"/>
            </a:avLst>
          </a:prstGeom>
          <a:gradFill>
            <a:gsLst>
              <a:gs pos="0">
                <a:srgbClr val="87ABC2"/>
              </a:gs>
              <a:gs pos="50000">
                <a:srgbClr val="72A2BE"/>
              </a:gs>
              <a:gs pos="100000">
                <a:srgbClr val="618FAC"/>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174" name="Google Shape;174;p8"/>
          <p:cNvSpPr/>
          <p:nvPr/>
        </p:nvSpPr>
        <p:spPr>
          <a:xfrm>
            <a:off x="8088086" y="4554302"/>
            <a:ext cx="359228" cy="479363"/>
          </a:xfrm>
          <a:prstGeom prst="rightArrow">
            <a:avLst>
              <a:gd fmla="val 50000" name="adj1"/>
              <a:gd fmla="val 50000" name="adj2"/>
            </a:avLst>
          </a:prstGeom>
          <a:gradFill>
            <a:gsLst>
              <a:gs pos="0">
                <a:srgbClr val="87ABC2"/>
              </a:gs>
              <a:gs pos="50000">
                <a:srgbClr val="72A2BE"/>
              </a:gs>
              <a:gs pos="100000">
                <a:srgbClr val="618FAC"/>
              </a:gs>
            </a:gsLst>
            <a:lin ang="5400000" scaled="0"/>
          </a:gradFill>
          <a:ln cap="flat" cmpd="sng" w="95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cxnSp>
        <p:nvCxnSpPr>
          <p:cNvPr id="175" name="Google Shape;175;p8"/>
          <p:cNvCxnSpPr/>
          <p:nvPr/>
        </p:nvCxnSpPr>
        <p:spPr>
          <a:xfrm>
            <a:off x="3940629" y="3760818"/>
            <a:ext cx="1143000" cy="470318"/>
          </a:xfrm>
          <a:prstGeom prst="straightConnector1">
            <a:avLst/>
          </a:prstGeom>
          <a:noFill/>
          <a:ln cap="flat" cmpd="sng" w="19050">
            <a:solidFill>
              <a:schemeClr val="accent5"/>
            </a:solidFill>
            <a:prstDash val="solid"/>
            <a:round/>
            <a:headEnd len="sm" w="sm" type="none"/>
            <a:tailEnd len="med" w="med" type="triangle"/>
          </a:ln>
        </p:spPr>
      </p:cxnSp>
      <p:sp>
        <p:nvSpPr>
          <p:cNvPr id="176" name="Google Shape;176;p8"/>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Derecho Crediticio Bursatil e insolvencia</a:t>
            </a:r>
            <a:endParaRPr/>
          </a:p>
        </p:txBody>
      </p:sp>
      <p:sp>
        <p:nvSpPr>
          <p:cNvPr id="177" name="Google Shape;177;p8"/>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9"/>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4400"/>
              <a:buFont typeface="Libre Franklin"/>
              <a:buNone/>
            </a:pPr>
            <a:r>
              <a:rPr lang="es-AR"/>
              <a:t>PRONTO PAGO LABORAL</a:t>
            </a:r>
            <a:endParaRPr/>
          </a:p>
        </p:txBody>
      </p:sp>
      <p:sp>
        <p:nvSpPr>
          <p:cNvPr id="183" name="Google Shape;183;p9"/>
          <p:cNvSpPr txBox="1"/>
          <p:nvPr>
            <p:ph idx="1" type="body"/>
          </p:nvPr>
        </p:nvSpPr>
        <p:spPr>
          <a:xfrm>
            <a:off x="1371600" y="1787978"/>
            <a:ext cx="9601200" cy="957943"/>
          </a:xfrm>
          <a:prstGeom prst="rect">
            <a:avLst/>
          </a:prstGeom>
          <a:noFill/>
          <a:ln>
            <a:noFill/>
          </a:ln>
        </p:spPr>
        <p:txBody>
          <a:bodyPr anchorCtr="0" anchor="t" bIns="45700" lIns="91425" spcFirstLastPara="1" rIns="91425" wrap="square" tIns="45700">
            <a:normAutofit/>
          </a:bodyPr>
          <a:lstStyle/>
          <a:p>
            <a:pPr indent="0" lvl="0" marL="0" rtl="0" algn="ctr">
              <a:lnSpc>
                <a:spcPct val="94000"/>
              </a:lnSpc>
              <a:spcBef>
                <a:spcPts val="0"/>
              </a:spcBef>
              <a:spcAft>
                <a:spcPts val="0"/>
              </a:spcAft>
              <a:buClr>
                <a:schemeClr val="dk2"/>
              </a:buClr>
              <a:buSzPts val="2000"/>
              <a:buNone/>
            </a:pPr>
            <a:r>
              <a:rPr lang="es-AR"/>
              <a:t>Hasta tanto se compruebe que existen fondos liquidos suficientes para otra distribucion total o parcial, se debera ir formando un fondo para satisfacer los creditos laborales de pronto pago </a:t>
            </a:r>
            <a:endParaRPr/>
          </a:p>
        </p:txBody>
      </p:sp>
      <p:sp>
        <p:nvSpPr>
          <p:cNvPr id="184" name="Google Shape;184;p9"/>
          <p:cNvSpPr txBox="1"/>
          <p:nvPr/>
        </p:nvSpPr>
        <p:spPr>
          <a:xfrm>
            <a:off x="1524000" y="3568232"/>
            <a:ext cx="3592286" cy="369332"/>
          </a:xfrm>
          <a:prstGeom prst="rect">
            <a:avLst/>
          </a:prstGeom>
          <a:solidFill>
            <a:schemeClr val="lt1"/>
          </a:solidFill>
          <a:ln cap="flat" cmpd="sng" w="349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Libre Franklin"/>
                <a:ea typeface="Libre Franklin"/>
                <a:cs typeface="Libre Franklin"/>
                <a:sym typeface="Libre Franklin"/>
              </a:rPr>
              <a:t>Procedimiento indicado por la ley</a:t>
            </a:r>
            <a:endParaRPr/>
          </a:p>
        </p:txBody>
      </p:sp>
      <p:sp>
        <p:nvSpPr>
          <p:cNvPr id="185" name="Google Shape;185;p9"/>
          <p:cNvSpPr txBox="1"/>
          <p:nvPr/>
        </p:nvSpPr>
        <p:spPr>
          <a:xfrm>
            <a:off x="6096000" y="2950712"/>
            <a:ext cx="5124992" cy="646331"/>
          </a:xfrm>
          <a:prstGeom prst="rect">
            <a:avLst/>
          </a:prstGeom>
          <a:gradFill>
            <a:gsLst>
              <a:gs pos="0">
                <a:srgbClr val="87ABC2"/>
              </a:gs>
              <a:gs pos="50000">
                <a:srgbClr val="72A2BE"/>
              </a:gs>
              <a:gs pos="100000">
                <a:srgbClr val="618FAC"/>
              </a:gs>
            </a:gsLst>
            <a:lin ang="5400000" scaled="0"/>
          </a:gradFill>
          <a:ln cap="flat" cmpd="sng" w="95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Libre Franklin"/>
                <a:ea typeface="Libre Franklin"/>
                <a:cs typeface="Libre Franklin"/>
                <a:sym typeface="Libre Franklin"/>
              </a:rPr>
              <a:t>Afectacion del 3 % del ingreso mensual de la concursada</a:t>
            </a:r>
            <a:endParaRPr/>
          </a:p>
        </p:txBody>
      </p:sp>
      <p:sp>
        <p:nvSpPr>
          <p:cNvPr id="186" name="Google Shape;186;p9"/>
          <p:cNvSpPr txBox="1"/>
          <p:nvPr/>
        </p:nvSpPr>
        <p:spPr>
          <a:xfrm>
            <a:off x="6095999" y="3972076"/>
            <a:ext cx="5124993" cy="646331"/>
          </a:xfrm>
          <a:prstGeom prst="rect">
            <a:avLst/>
          </a:prstGeom>
          <a:gradFill>
            <a:gsLst>
              <a:gs pos="0">
                <a:srgbClr val="87ABC2"/>
              </a:gs>
              <a:gs pos="50000">
                <a:srgbClr val="72A2BE"/>
              </a:gs>
              <a:gs pos="100000">
                <a:srgbClr val="618FAC"/>
              </a:gs>
            </a:gsLst>
            <a:lin ang="5400000" scaled="0"/>
          </a:gradFill>
          <a:ln cap="flat" cmpd="sng" w="95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Libre Franklin"/>
                <a:ea typeface="Libre Franklin"/>
                <a:cs typeface="Libre Franklin"/>
                <a:sym typeface="Libre Franklin"/>
              </a:rPr>
              <a:t>Sindico deberá efectuar un plan de pago proporcional a los créditos y sus privilegios</a:t>
            </a:r>
            <a:endParaRPr/>
          </a:p>
        </p:txBody>
      </p:sp>
      <p:sp>
        <p:nvSpPr>
          <p:cNvPr id="187" name="Google Shape;187;p9"/>
          <p:cNvSpPr txBox="1"/>
          <p:nvPr/>
        </p:nvSpPr>
        <p:spPr>
          <a:xfrm>
            <a:off x="1524000" y="5591010"/>
            <a:ext cx="3592286" cy="369332"/>
          </a:xfrm>
          <a:prstGeom prst="rect">
            <a:avLst/>
          </a:prstGeom>
          <a:solidFill>
            <a:schemeClr val="lt1"/>
          </a:solidFill>
          <a:ln cap="flat" cmpd="sng" w="349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dk1"/>
                </a:solidFill>
                <a:latin typeface="Libre Franklin"/>
                <a:ea typeface="Libre Franklin"/>
                <a:cs typeface="Libre Franklin"/>
                <a:sym typeface="Libre Franklin"/>
              </a:rPr>
              <a:t>En cada distribución </a:t>
            </a:r>
            <a:endParaRPr/>
          </a:p>
        </p:txBody>
      </p:sp>
      <p:sp>
        <p:nvSpPr>
          <p:cNvPr id="188" name="Google Shape;188;p9"/>
          <p:cNvSpPr txBox="1"/>
          <p:nvPr/>
        </p:nvSpPr>
        <p:spPr>
          <a:xfrm>
            <a:off x="6050278" y="5012109"/>
            <a:ext cx="5170714" cy="369332"/>
          </a:xfrm>
          <a:prstGeom prst="rect">
            <a:avLst/>
          </a:prstGeom>
          <a:gradFill>
            <a:gsLst>
              <a:gs pos="0">
                <a:srgbClr val="87ABC2"/>
              </a:gs>
              <a:gs pos="50000">
                <a:srgbClr val="72A2BE"/>
              </a:gs>
              <a:gs pos="100000">
                <a:srgbClr val="618FAC"/>
              </a:gs>
            </a:gsLst>
            <a:lin ang="5400000" scaled="0"/>
          </a:gradFill>
          <a:ln cap="flat" cmpd="sng" w="95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Libre Franklin"/>
                <a:ea typeface="Libre Franklin"/>
                <a:cs typeface="Libre Franklin"/>
                <a:sym typeface="Libre Franklin"/>
              </a:rPr>
              <a:t>Ningún pago individual podrá superar 4 SMVM</a:t>
            </a:r>
            <a:endParaRPr/>
          </a:p>
        </p:txBody>
      </p:sp>
      <p:sp>
        <p:nvSpPr>
          <p:cNvPr id="189" name="Google Shape;189;p9"/>
          <p:cNvSpPr/>
          <p:nvPr/>
        </p:nvSpPr>
        <p:spPr>
          <a:xfrm>
            <a:off x="5638800" y="2919950"/>
            <a:ext cx="45719" cy="1727467"/>
          </a:xfrm>
          <a:prstGeom prst="leftBracket">
            <a:avLst>
              <a:gd fmla="val 8333" name="adj"/>
            </a:avLst>
          </a:prstGeom>
          <a:noFill/>
          <a:ln cap="flat" cmpd="sng" w="349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90" name="Google Shape;190;p9"/>
          <p:cNvSpPr txBox="1"/>
          <p:nvPr/>
        </p:nvSpPr>
        <p:spPr>
          <a:xfrm>
            <a:off x="6050278" y="5435618"/>
            <a:ext cx="5170714" cy="646331"/>
          </a:xfrm>
          <a:prstGeom prst="rect">
            <a:avLst/>
          </a:prstGeom>
          <a:gradFill>
            <a:gsLst>
              <a:gs pos="0">
                <a:srgbClr val="87ABC2"/>
              </a:gs>
              <a:gs pos="50000">
                <a:srgbClr val="72A2BE"/>
              </a:gs>
              <a:gs pos="100000">
                <a:srgbClr val="618FAC"/>
              </a:gs>
            </a:gsLst>
            <a:lin ang="5400000" scaled="0"/>
          </a:gradFill>
          <a:ln cap="flat" cmpd="sng" w="95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Libre Franklin"/>
                <a:ea typeface="Libre Franklin"/>
                <a:cs typeface="Libre Franklin"/>
                <a:sym typeface="Libre Franklin"/>
              </a:rPr>
              <a:t>El plan de pago se ajustará periódicamente – Informe articulo 14 inciso 12</a:t>
            </a:r>
            <a:endParaRPr/>
          </a:p>
        </p:txBody>
      </p:sp>
      <p:sp>
        <p:nvSpPr>
          <p:cNvPr id="191" name="Google Shape;191;p9"/>
          <p:cNvSpPr txBox="1"/>
          <p:nvPr/>
        </p:nvSpPr>
        <p:spPr>
          <a:xfrm>
            <a:off x="6050278" y="6176880"/>
            <a:ext cx="5170714" cy="369332"/>
          </a:xfrm>
          <a:prstGeom prst="rect">
            <a:avLst/>
          </a:prstGeom>
          <a:gradFill>
            <a:gsLst>
              <a:gs pos="0">
                <a:srgbClr val="87ABC2"/>
              </a:gs>
              <a:gs pos="50000">
                <a:srgbClr val="72A2BE"/>
              </a:gs>
              <a:gs pos="100000">
                <a:srgbClr val="618FAC"/>
              </a:gs>
            </a:gsLst>
            <a:lin ang="5400000" scaled="0"/>
          </a:gradFill>
          <a:ln cap="flat" cmpd="sng" w="9525">
            <a:solidFill>
              <a:schemeClr val="accent5"/>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s-AR" sz="1800">
                <a:solidFill>
                  <a:schemeClr val="lt1"/>
                </a:solidFill>
                <a:latin typeface="Libre Franklin"/>
                <a:ea typeface="Libre Franklin"/>
                <a:cs typeface="Libre Franklin"/>
                <a:sym typeface="Libre Franklin"/>
              </a:rPr>
              <a:t>Periodicidad mensual</a:t>
            </a:r>
            <a:endParaRPr/>
          </a:p>
        </p:txBody>
      </p:sp>
      <p:sp>
        <p:nvSpPr>
          <p:cNvPr id="192" name="Google Shape;192;p9"/>
          <p:cNvSpPr/>
          <p:nvPr/>
        </p:nvSpPr>
        <p:spPr>
          <a:xfrm>
            <a:off x="5661659" y="4911942"/>
            <a:ext cx="45719" cy="1727467"/>
          </a:xfrm>
          <a:prstGeom prst="leftBracket">
            <a:avLst>
              <a:gd fmla="val 8333" name="adj"/>
            </a:avLst>
          </a:prstGeom>
          <a:noFill/>
          <a:ln cap="flat" cmpd="sng" w="34925">
            <a:solidFill>
              <a:schemeClr val="accent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Libre Franklin"/>
              <a:ea typeface="Libre Franklin"/>
              <a:cs typeface="Libre Franklin"/>
              <a:sym typeface="Libre Franklin"/>
            </a:endParaRPr>
          </a:p>
        </p:txBody>
      </p:sp>
      <p:sp>
        <p:nvSpPr>
          <p:cNvPr id="193" name="Google Shape;193;p9"/>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s-AR"/>
              <a:t>Derecho Crediticio Bursatil e insolvencia</a:t>
            </a:r>
            <a:endParaRPr/>
          </a:p>
        </p:txBody>
      </p:sp>
      <p:sp>
        <p:nvSpPr>
          <p:cNvPr id="194" name="Google Shape;194;p9"/>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c41bc0acda_0_0"/>
          <p:cNvSpPr txBox="1"/>
          <p:nvPr>
            <p:ph type="title"/>
          </p:nvPr>
        </p:nvSpPr>
        <p:spPr>
          <a:xfrm>
            <a:off x="1371600" y="685800"/>
            <a:ext cx="9601200" cy="14859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None/>
            </a:pPr>
            <a:r>
              <a:rPr lang="es-AR"/>
              <a:t>PRORRATA DISTRIBUIR 10</a:t>
            </a:r>
            <a:endParaRPr/>
          </a:p>
        </p:txBody>
      </p:sp>
      <p:sp>
        <p:nvSpPr>
          <p:cNvPr id="201" name="Google Shape;201;g3c41bc0acda_0_0"/>
          <p:cNvSpPr txBox="1"/>
          <p:nvPr>
            <p:ph idx="1" type="body"/>
          </p:nvPr>
        </p:nvSpPr>
        <p:spPr>
          <a:xfrm>
            <a:off x="1371600" y="2286000"/>
            <a:ext cx="9601200" cy="35814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s-AR"/>
              <a:t>A		70		70%	7</a:t>
            </a:r>
            <a:endParaRPr/>
          </a:p>
          <a:p>
            <a:pPr indent="0" lvl="0" marL="0" rtl="0" algn="l">
              <a:spcBef>
                <a:spcPts val="1000"/>
              </a:spcBef>
              <a:spcAft>
                <a:spcPts val="0"/>
              </a:spcAft>
              <a:buNone/>
            </a:pPr>
            <a:r>
              <a:rPr lang="es-AR"/>
              <a:t>B		20		20%	2</a:t>
            </a:r>
            <a:endParaRPr/>
          </a:p>
          <a:p>
            <a:pPr indent="0" lvl="0" marL="0" rtl="0" algn="l">
              <a:spcBef>
                <a:spcPts val="1000"/>
              </a:spcBef>
              <a:spcAft>
                <a:spcPts val="0"/>
              </a:spcAft>
              <a:buNone/>
            </a:pPr>
            <a:r>
              <a:rPr lang="es-AR"/>
              <a:t>C		10		10%	1</a:t>
            </a:r>
            <a:endParaRPr/>
          </a:p>
          <a:p>
            <a:pPr indent="0" lvl="0" marL="0" rtl="0" algn="l">
              <a:spcBef>
                <a:spcPts val="1000"/>
              </a:spcBef>
              <a:spcAft>
                <a:spcPts val="200"/>
              </a:spcAft>
              <a:buNone/>
            </a:pPr>
            <a:r>
              <a:rPr lang="es-AR"/>
              <a:t>TOTAL 	100			10</a:t>
            </a:r>
            <a:endParaRPr/>
          </a:p>
        </p:txBody>
      </p:sp>
      <p:sp>
        <p:nvSpPr>
          <p:cNvPr id="202" name="Google Shape;202;g3c41bc0acda_0_0"/>
          <p:cNvSpPr txBox="1"/>
          <p:nvPr>
            <p:ph idx="12" type="sldNum"/>
          </p:nvPr>
        </p:nvSpPr>
        <p:spPr>
          <a:xfrm>
            <a:off x="9472736" y="6453386"/>
            <a:ext cx="1596300" cy="4047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s-AR"/>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Recorte">
  <a:themeElements>
    <a:clrScheme name="Crop">
      <a:dk1>
        <a:srgbClr val="000000"/>
      </a:dk1>
      <a:lt1>
        <a:srgbClr val="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2020-03-29T06:08:14Z</dcterms:created>
  <dc:creator>Microsoft Office User</dc:creator>
</cp:coreProperties>
</file>