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6858000" cx="12188825"/>
  <p:notesSz cx="7010400" cy="9296400"/>
  <p:embeddedFontLst>
    <p:embeddedFont>
      <p:font typeface="Gill Sans"/>
      <p:regular r:id="rId40"/>
      <p:bold r:id="rId41"/>
    </p:embeddedFont>
    <p:embeddedFont>
      <p:font typeface="Century Gothic"/>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39">
          <p15:clr>
            <a:srgbClr val="A4A3A4"/>
          </p15:clr>
        </p15:guide>
        <p15:guide id="2" orient="horz" pos="2160">
          <p15:clr>
            <a:srgbClr val="A4A3A4"/>
          </p15:clr>
        </p15:guide>
      </p15:sldGuideLst>
    </p:ext>
    <p:ext uri="{2D200454-40CA-4A62-9FC3-DE9A4176ACB9}">
      <p15:notesGuideLst>
        <p15:guide id="1" orient="horz" pos="2928">
          <p15:clr>
            <a:srgbClr val="A4A3A4"/>
          </p15:clr>
        </p15:guide>
        <p15:guide id="2" pos="2208">
          <p15:clr>
            <a:srgbClr val="A4A3A4"/>
          </p15:clr>
        </p15:guide>
      </p15:notesGuideLst>
    </p:ext>
    <p:ext uri="GoogleSlidesCustomDataVersion2">
      <go:slidesCustomData xmlns:go="http://customooxmlschemas.google.com/" r:id="rId46" roundtripDataSignature="AMtx7mglUy0EQxqWboXdDdhOUk1M/Tj2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39"/>
        <p:guide pos="2160" orient="horz"/>
      </p:guideLst>
    </p:cSldViewPr>
  </p:slideViewPr>
  <p:notesViewPr>
    <p:cSldViewPr snapToGrid="0">
      <p:cViewPr varScale="1">
        <p:scale>
          <a:sx n="100" d="100"/>
          <a:sy n="100" d="100"/>
        </p:scale>
        <p:origin x="0" y="0"/>
      </p:cViewPr>
      <p:guideLst>
        <p:guide pos="2928" orient="horz"/>
        <p:guide pos="2208"/>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font" Target="fonts/GillSans-regular.fntdata"/><Relationship Id="rId20" Type="http://schemas.openxmlformats.org/officeDocument/2006/relationships/slide" Target="slides/slide15.xml"/><Relationship Id="rId42" Type="http://schemas.openxmlformats.org/officeDocument/2006/relationships/font" Target="fonts/CenturyGothic-regular.fntdata"/><Relationship Id="rId41" Type="http://schemas.openxmlformats.org/officeDocument/2006/relationships/font" Target="fonts/GillSans-bold.fntdata"/><Relationship Id="rId22" Type="http://schemas.openxmlformats.org/officeDocument/2006/relationships/slide" Target="slides/slide17.xml"/><Relationship Id="rId44" Type="http://schemas.openxmlformats.org/officeDocument/2006/relationships/font" Target="fonts/CenturyGothic-italic.fntdata"/><Relationship Id="rId21" Type="http://schemas.openxmlformats.org/officeDocument/2006/relationships/slide" Target="slides/slide16.xml"/><Relationship Id="rId43" Type="http://schemas.openxmlformats.org/officeDocument/2006/relationships/font" Target="fonts/CenturyGothic-bold.fntdata"/><Relationship Id="rId24" Type="http://schemas.openxmlformats.org/officeDocument/2006/relationships/slide" Target="slides/slide19.xml"/><Relationship Id="rId46" Type="http://customschemas.google.com/relationships/presentationmetadata" Target="metadata"/><Relationship Id="rId23" Type="http://schemas.openxmlformats.org/officeDocument/2006/relationships/slide" Target="slides/slide18.xml"/><Relationship Id="rId45" Type="http://schemas.openxmlformats.org/officeDocument/2006/relationships/font" Target="fonts/CenturyGothic-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7840" cy="464820"/>
          </a:xfrm>
          <a:prstGeom prst="rect">
            <a:avLst/>
          </a:prstGeom>
          <a:noFill/>
          <a:ln>
            <a:noFill/>
          </a:ln>
        </p:spPr>
        <p:txBody>
          <a:bodyPr anchorCtr="0" anchor="t" bIns="46575" lIns="93175" spcFirstLastPara="1" rIns="93175" wrap="square" tIns="46575">
            <a:noAutofit/>
          </a:bodyPr>
          <a:lstStyle>
            <a:lvl1pPr lvl="0" marR="0" rtl="0" algn="l">
              <a:spcBef>
                <a:spcPts val="0"/>
              </a:spcBef>
              <a:spcAft>
                <a:spcPts val="0"/>
              </a:spcAft>
              <a:buSzPts val="1400"/>
              <a:buNone/>
              <a:defRPr b="0" i="0" sz="1200" u="none" cap="none" strike="noStrike">
                <a:solidFill>
                  <a:schemeClr val="dk2"/>
                </a:solidFill>
                <a:latin typeface="Century Gothic"/>
                <a:ea typeface="Century Gothic"/>
                <a:cs typeface="Century Gothic"/>
                <a:sym typeface="Century Gothic"/>
              </a:defRPr>
            </a:lvl1pPr>
            <a:lvl2pPr lvl="1"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9pPr>
          </a:lstStyle>
          <a:p/>
        </p:txBody>
      </p:sp>
      <p:sp>
        <p:nvSpPr>
          <p:cNvPr id="4" name="Google Shape;4;n"/>
          <p:cNvSpPr txBox="1"/>
          <p:nvPr>
            <p:ph idx="10" type="dt"/>
          </p:nvPr>
        </p:nvSpPr>
        <p:spPr>
          <a:xfrm>
            <a:off x="3970938" y="0"/>
            <a:ext cx="3037840" cy="464820"/>
          </a:xfrm>
          <a:prstGeom prst="rect">
            <a:avLst/>
          </a:prstGeom>
          <a:noFill/>
          <a:ln>
            <a:noFill/>
          </a:ln>
        </p:spPr>
        <p:txBody>
          <a:bodyPr anchorCtr="0" anchor="t" bIns="46575" lIns="93175" spcFirstLastPara="1" rIns="93175" wrap="square" tIns="46575">
            <a:noAutofit/>
          </a:bodyPr>
          <a:lstStyle>
            <a:lvl1pPr lvl="0" marR="0" rtl="0" algn="r">
              <a:spcBef>
                <a:spcPts val="0"/>
              </a:spcBef>
              <a:spcAft>
                <a:spcPts val="0"/>
              </a:spcAft>
              <a:buSzPts val="1400"/>
              <a:buNone/>
              <a:defRPr b="0" i="0" sz="1200" u="none" cap="none" strike="noStrike">
                <a:solidFill>
                  <a:schemeClr val="dk2"/>
                </a:solidFill>
                <a:latin typeface="Century Gothic"/>
                <a:ea typeface="Century Gothic"/>
                <a:cs typeface="Century Gothic"/>
                <a:sym typeface="Century Gothic"/>
              </a:defRPr>
            </a:lvl1pPr>
            <a:lvl2pPr lvl="1"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9pPr>
          </a:lstStyle>
          <a:p/>
        </p:txBody>
      </p:sp>
      <p:sp>
        <p:nvSpPr>
          <p:cNvPr id="5" name="Google Shape;5;n"/>
          <p:cNvSpPr/>
          <p:nvPr>
            <p:ph idx="3"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lvl1pPr indent="-228600" lvl="0" marL="457200" marR="0" rtl="0" algn="l">
              <a:spcBef>
                <a:spcPts val="0"/>
              </a:spcBef>
              <a:spcAft>
                <a:spcPts val="0"/>
              </a:spcAft>
              <a:buSzPts val="1400"/>
              <a:buNone/>
              <a:defRPr b="0" i="0" sz="1600" u="none" cap="none" strike="noStrike">
                <a:solidFill>
                  <a:schemeClr val="dk2"/>
                </a:solidFill>
                <a:latin typeface="Century Gothic"/>
                <a:ea typeface="Century Gothic"/>
                <a:cs typeface="Century Gothic"/>
                <a:sym typeface="Century Gothic"/>
              </a:defRPr>
            </a:lvl1pPr>
            <a:lvl2pPr indent="-228600" lvl="1" marL="914400" marR="0" rtl="0" algn="l">
              <a:spcBef>
                <a:spcPts val="0"/>
              </a:spcBef>
              <a:spcAft>
                <a:spcPts val="0"/>
              </a:spcAft>
              <a:buSzPts val="1400"/>
              <a:buNone/>
              <a:defRPr b="0" i="0" sz="1600" u="none" cap="none" strike="noStrike">
                <a:solidFill>
                  <a:schemeClr val="dk2"/>
                </a:solidFill>
                <a:latin typeface="Century Gothic"/>
                <a:ea typeface="Century Gothic"/>
                <a:cs typeface="Century Gothic"/>
                <a:sym typeface="Century Gothic"/>
              </a:defRPr>
            </a:lvl2pPr>
            <a:lvl3pPr indent="-228600" lvl="2" marL="1371600" marR="0" rtl="0" algn="l">
              <a:spcBef>
                <a:spcPts val="0"/>
              </a:spcBef>
              <a:spcAft>
                <a:spcPts val="0"/>
              </a:spcAft>
              <a:buSzPts val="1400"/>
              <a:buNone/>
              <a:defRPr b="0" i="0" sz="1600" u="none" cap="none" strike="noStrike">
                <a:solidFill>
                  <a:schemeClr val="dk2"/>
                </a:solidFill>
                <a:latin typeface="Century Gothic"/>
                <a:ea typeface="Century Gothic"/>
                <a:cs typeface="Century Gothic"/>
                <a:sym typeface="Century Gothic"/>
              </a:defRPr>
            </a:lvl3pPr>
            <a:lvl4pPr indent="-228600" lvl="3" marL="1828800" marR="0" rtl="0" algn="l">
              <a:spcBef>
                <a:spcPts val="0"/>
              </a:spcBef>
              <a:spcAft>
                <a:spcPts val="0"/>
              </a:spcAft>
              <a:buSzPts val="1400"/>
              <a:buNone/>
              <a:defRPr b="0" i="0" sz="1600" u="none" cap="none" strike="noStrike">
                <a:solidFill>
                  <a:schemeClr val="dk2"/>
                </a:solidFill>
                <a:latin typeface="Century Gothic"/>
                <a:ea typeface="Century Gothic"/>
                <a:cs typeface="Century Gothic"/>
                <a:sym typeface="Century Gothic"/>
              </a:defRPr>
            </a:lvl4pPr>
            <a:lvl5pPr indent="-228600" lvl="4" marL="2286000" marR="0" rtl="0" algn="l">
              <a:spcBef>
                <a:spcPts val="0"/>
              </a:spcBef>
              <a:spcAft>
                <a:spcPts val="0"/>
              </a:spcAft>
              <a:buSzPts val="1400"/>
              <a:buNone/>
              <a:defRPr b="0" i="0" sz="1600" u="none" cap="none" strike="noStrike">
                <a:solidFill>
                  <a:schemeClr val="dk2"/>
                </a:solidFill>
                <a:latin typeface="Century Gothic"/>
                <a:ea typeface="Century Gothic"/>
                <a:cs typeface="Century Gothic"/>
                <a:sym typeface="Century Gothic"/>
              </a:defRPr>
            </a:lvl5pPr>
            <a:lvl6pPr indent="-228600" lvl="5" marL="2743200" marR="0" rtl="0" algn="l">
              <a:spcBef>
                <a:spcPts val="0"/>
              </a:spcBef>
              <a:spcAft>
                <a:spcPts val="0"/>
              </a:spcAft>
              <a:buSzPts val="1400"/>
              <a:buNone/>
              <a:defRPr b="0" i="0" sz="1600" u="none" cap="none" strike="noStrike">
                <a:solidFill>
                  <a:schemeClr val="dk1"/>
                </a:solidFill>
                <a:latin typeface="Century Gothic"/>
                <a:ea typeface="Century Gothic"/>
                <a:cs typeface="Century Gothic"/>
                <a:sym typeface="Century Gothic"/>
              </a:defRPr>
            </a:lvl6pPr>
            <a:lvl7pPr indent="-228600" lvl="6" marL="3200400" marR="0" rtl="0" algn="l">
              <a:spcBef>
                <a:spcPts val="0"/>
              </a:spcBef>
              <a:spcAft>
                <a:spcPts val="0"/>
              </a:spcAft>
              <a:buSzPts val="1400"/>
              <a:buNone/>
              <a:defRPr b="0" i="0" sz="1600" u="none" cap="none" strike="noStrike">
                <a:solidFill>
                  <a:schemeClr val="dk1"/>
                </a:solidFill>
                <a:latin typeface="Century Gothic"/>
                <a:ea typeface="Century Gothic"/>
                <a:cs typeface="Century Gothic"/>
                <a:sym typeface="Century Gothic"/>
              </a:defRPr>
            </a:lvl7pPr>
            <a:lvl8pPr indent="-228600" lvl="7" marL="3657600" marR="0" rtl="0" algn="l">
              <a:spcBef>
                <a:spcPts val="0"/>
              </a:spcBef>
              <a:spcAft>
                <a:spcPts val="0"/>
              </a:spcAft>
              <a:buSzPts val="1400"/>
              <a:buNone/>
              <a:defRPr b="0" i="0" sz="1600" u="none" cap="none" strike="noStrike">
                <a:solidFill>
                  <a:schemeClr val="dk1"/>
                </a:solidFill>
                <a:latin typeface="Century Gothic"/>
                <a:ea typeface="Century Gothic"/>
                <a:cs typeface="Century Gothic"/>
                <a:sym typeface="Century Gothic"/>
              </a:defRPr>
            </a:lvl8pPr>
            <a:lvl9pPr indent="-228600" lvl="8" marL="4114800" marR="0" rtl="0" algn="l">
              <a:spcBef>
                <a:spcPts val="0"/>
              </a:spcBef>
              <a:spcAft>
                <a:spcPts val="0"/>
              </a:spcAft>
              <a:buSzPts val="1400"/>
              <a:buNone/>
              <a:defRPr b="0" i="0" sz="1600" u="none" cap="none" strike="noStrike">
                <a:solidFill>
                  <a:schemeClr val="dk1"/>
                </a:solidFill>
                <a:latin typeface="Century Gothic"/>
                <a:ea typeface="Century Gothic"/>
                <a:cs typeface="Century Gothic"/>
                <a:sym typeface="Century Gothic"/>
              </a:defRPr>
            </a:lvl9pPr>
          </a:lstStyle>
          <a:p/>
        </p:txBody>
      </p:sp>
      <p:sp>
        <p:nvSpPr>
          <p:cNvPr id="7" name="Google Shape;7;n"/>
          <p:cNvSpPr txBox="1"/>
          <p:nvPr>
            <p:ph idx="11" type="ftr"/>
          </p:nvPr>
        </p:nvSpPr>
        <p:spPr>
          <a:xfrm>
            <a:off x="0" y="8829967"/>
            <a:ext cx="3037840" cy="464820"/>
          </a:xfrm>
          <a:prstGeom prst="rect">
            <a:avLst/>
          </a:prstGeom>
          <a:noFill/>
          <a:ln>
            <a:noFill/>
          </a:ln>
        </p:spPr>
        <p:txBody>
          <a:bodyPr anchorCtr="0" anchor="b" bIns="46575" lIns="93175" spcFirstLastPara="1" rIns="93175" wrap="square" tIns="46575">
            <a:noAutofit/>
          </a:bodyPr>
          <a:lstStyle>
            <a:lvl1pPr lvl="0" marR="0" rtl="0" algn="l">
              <a:spcBef>
                <a:spcPts val="0"/>
              </a:spcBef>
              <a:spcAft>
                <a:spcPts val="0"/>
              </a:spcAft>
              <a:buSzPts val="1400"/>
              <a:buNone/>
              <a:defRPr b="0" i="0" sz="1200" u="none" cap="none" strike="noStrike">
                <a:solidFill>
                  <a:schemeClr val="dk2"/>
                </a:solidFill>
                <a:latin typeface="Century Gothic"/>
                <a:ea typeface="Century Gothic"/>
                <a:cs typeface="Century Gothic"/>
                <a:sym typeface="Century Gothic"/>
              </a:defRPr>
            </a:lvl1pPr>
            <a:lvl2pPr lvl="1"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9pPr>
          </a:lstStyle>
          <a:p/>
        </p:txBody>
      </p:sp>
      <p:sp>
        <p:nvSpPr>
          <p:cNvPr id="8" name="Google Shape;8;n"/>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2"/>
                </a:solidFill>
                <a:latin typeface="Century Gothic"/>
                <a:ea typeface="Century Gothic"/>
                <a:cs typeface="Century Gothic"/>
                <a:sym typeface="Century Gothic"/>
              </a:rPr>
              <a:t>‹#›</a:t>
            </a:fld>
            <a:endParaRPr b="0" i="0" sz="1200" u="none" cap="none" strike="noStrike">
              <a:solidFill>
                <a:schemeClr val="dk2"/>
              </a:solidFill>
              <a:latin typeface="Century Gothic"/>
              <a:ea typeface="Century Gothic"/>
              <a:cs typeface="Century Gothic"/>
              <a:sym typeface="Century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01" name="Google Shape;101;p4: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07" name="Google Shape;107;p5: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13" name="Google Shape;113;p6: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19" name="Google Shape;119;p7: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26" name="Google Shape;126;p8: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32" name="Google Shape;132;p9: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38" name="Google Shape;138;p10: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1: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44" name="Google Shape;144;p11: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2: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50" name="Google Shape;150;p12: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3: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56" name="Google Shape;156;p13: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4: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62" name="Google Shape;162;p14: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5: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68" name="Google Shape;168;p15: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6: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74" name="Google Shape;174;p16: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7: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80" name="Google Shape;180;p17: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8: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86" name="Google Shape;186;p18: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9: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92" name="Google Shape;192;p19: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0: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198" name="Google Shape;198;p20: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1: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04" name="Google Shape;204;p21: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2: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10" name="Google Shape;210;p22: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3: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16" name="Google Shape;216;p23: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d8d1f97848_0_0:notes"/>
          <p:cNvSpPr/>
          <p:nvPr>
            <p:ph idx="2" type="sldImg"/>
          </p:nvPr>
        </p:nvSpPr>
        <p:spPr>
          <a:xfrm>
            <a:off x="407988" y="696913"/>
            <a:ext cx="6194400" cy="34863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d8d1f97848_0_0:notes"/>
          <p:cNvSpPr txBox="1"/>
          <p:nvPr>
            <p:ph idx="1" type="body"/>
          </p:nvPr>
        </p:nvSpPr>
        <p:spPr>
          <a:xfrm>
            <a:off x="701040" y="4415790"/>
            <a:ext cx="5608200" cy="418350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23" name="Google Shape;223;g3d8d1f97848_0_0:notes"/>
          <p:cNvSpPr txBox="1"/>
          <p:nvPr>
            <p:ph idx="12" type="sldNum"/>
          </p:nvPr>
        </p:nvSpPr>
        <p:spPr>
          <a:xfrm>
            <a:off x="3970938" y="8829967"/>
            <a:ext cx="3037800" cy="464700"/>
          </a:xfrm>
          <a:prstGeom prst="rect">
            <a:avLst/>
          </a:prstGeom>
        </p:spPr>
        <p:txBody>
          <a:bodyPr anchorCtr="0" anchor="b" bIns="46575" lIns="93175" spcFirstLastPara="1" rIns="93175" wrap="square" tIns="46575">
            <a:noAutofit/>
          </a:bodyPr>
          <a:lstStyle/>
          <a:p>
            <a:pPr indent="0" lvl="0" marL="0" rtl="0" algn="r">
              <a:spcBef>
                <a:spcPts val="0"/>
              </a:spcBef>
              <a:spcAft>
                <a:spcPts val="0"/>
              </a:spcAft>
              <a:buClr>
                <a:srgbClr val="000000"/>
              </a:buClr>
              <a:buFont typeface="Arial"/>
              <a:buNone/>
            </a:pPr>
            <a:fld id="{00000000-1234-1234-1234-123412341234}" type="slidenum">
              <a:rPr lang="es-E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4: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29" name="Google Shape;229;p24: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5: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35" name="Google Shape;235;p25: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6: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41" name="Google Shape;241;p26: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7: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47" name="Google Shape;247;p27: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8: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53" name="Google Shape;253;p28: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9: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59" name="Google Shape;259;p29: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30: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65" name="Google Shape;265;p30: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1: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71" name="Google Shape;271;p31: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2: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77" name="Google Shape;277;p32: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33:notes"/>
          <p:cNvSpPr txBox="1"/>
          <p:nvPr>
            <p:ph idx="1" type="body"/>
          </p:nvPr>
        </p:nvSpPr>
        <p:spPr>
          <a:xfrm>
            <a:off x="701040" y="4415790"/>
            <a:ext cx="5608320" cy="418338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283" name="Google Shape;283;p33:notes"/>
          <p:cNvSpPr/>
          <p:nvPr>
            <p:ph idx="2" type="sldImg"/>
          </p:nvPr>
        </p:nvSpPr>
        <p:spPr>
          <a:xfrm>
            <a:off x="407988" y="696913"/>
            <a:ext cx="6194425"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showMasterSp="0" type="title">
  <p:cSld name="TITLE">
    <p:bg>
      <p:bgPr>
        <a:blipFill>
          <a:blip r:embed="rId2">
            <a:alphaModFix/>
          </a:blip>
          <a:stretch>
            <a:fillRect/>
          </a:stretch>
        </a:blipFill>
      </p:bgPr>
    </p:bg>
    <p:spTree>
      <p:nvGrpSpPr>
        <p:cNvPr id="16" name="Shape 16"/>
        <p:cNvGrpSpPr/>
        <p:nvPr/>
      </p:nvGrpSpPr>
      <p:grpSpPr>
        <a:xfrm>
          <a:off x="0" y="0"/>
          <a:ext cx="0" cy="0"/>
          <a:chOff x="0" y="0"/>
          <a:chExt cx="0" cy="0"/>
        </a:xfrm>
      </p:grpSpPr>
      <p:sp>
        <p:nvSpPr>
          <p:cNvPr id="17" name="Google Shape;17;p35"/>
          <p:cNvSpPr txBox="1"/>
          <p:nvPr>
            <p:ph type="ctrTitle"/>
          </p:nvPr>
        </p:nvSpPr>
        <p:spPr>
          <a:xfrm>
            <a:off x="4672383" y="1498601"/>
            <a:ext cx="7008574" cy="3298825"/>
          </a:xfrm>
          <a:prstGeom prst="rect">
            <a:avLst/>
          </a:prstGeom>
          <a:noFill/>
          <a:ln>
            <a:noFill/>
          </a:ln>
        </p:spPr>
        <p:txBody>
          <a:bodyPr anchorCtr="0" anchor="b" bIns="60925" lIns="121875" spcFirstLastPara="1" rIns="121875" wrap="square" tIns="60925">
            <a:normAutofit/>
          </a:bodyPr>
          <a:lstStyle>
            <a:lvl1pPr lvl="0" algn="l">
              <a:lnSpc>
                <a:spcPct val="90000"/>
              </a:lnSpc>
              <a:spcBef>
                <a:spcPts val="0"/>
              </a:spcBef>
              <a:spcAft>
                <a:spcPts val="0"/>
              </a:spcAft>
              <a:buClr>
                <a:schemeClr val="dk1"/>
              </a:buClr>
              <a:buSzPts val="5400"/>
              <a:buFont typeface="Century Gothic"/>
              <a:buNone/>
              <a:defRPr sz="5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5"/>
          <p:cNvSpPr txBox="1"/>
          <p:nvPr>
            <p:ph idx="1" type="subTitle"/>
          </p:nvPr>
        </p:nvSpPr>
        <p:spPr>
          <a:xfrm>
            <a:off x="4672383" y="4927600"/>
            <a:ext cx="7008574" cy="1244600"/>
          </a:xfrm>
          <a:prstGeom prst="rect">
            <a:avLst/>
          </a:prstGeom>
          <a:noFill/>
          <a:ln>
            <a:noFill/>
          </a:ln>
        </p:spPr>
        <p:txBody>
          <a:bodyPr anchorCtr="0" anchor="t" bIns="60925" lIns="121875" spcFirstLastPara="1" rIns="121875" wrap="square" tIns="60925">
            <a:normAutofit/>
          </a:bodyPr>
          <a:lstStyle>
            <a:lvl1pPr lvl="0" algn="l">
              <a:lnSpc>
                <a:spcPct val="95000"/>
              </a:lnSpc>
              <a:spcBef>
                <a:spcPts val="0"/>
              </a:spcBef>
              <a:spcAft>
                <a:spcPts val="0"/>
              </a:spcAft>
              <a:buClr>
                <a:schemeClr val="dk1"/>
              </a:buClr>
              <a:buSzPts val="2800"/>
              <a:buNone/>
              <a:defRPr b="0" sz="2800">
                <a:solidFill>
                  <a:schemeClr val="dk1"/>
                </a:solidFill>
              </a:defRPr>
            </a:lvl1pPr>
            <a:lvl2pPr lvl="1" algn="ctr">
              <a:lnSpc>
                <a:spcPct val="95000"/>
              </a:lnSpc>
              <a:spcBef>
                <a:spcPts val="1066"/>
              </a:spcBef>
              <a:spcAft>
                <a:spcPts val="0"/>
              </a:spcAft>
              <a:buClr>
                <a:srgbClr val="8E94AB"/>
              </a:buClr>
              <a:buSzPts val="2000"/>
              <a:buNone/>
              <a:defRPr>
                <a:solidFill>
                  <a:srgbClr val="8E94AB"/>
                </a:solidFill>
              </a:defRPr>
            </a:lvl2pPr>
            <a:lvl3pPr lvl="2" algn="ctr">
              <a:lnSpc>
                <a:spcPct val="95000"/>
              </a:lnSpc>
              <a:spcBef>
                <a:spcPts val="1066"/>
              </a:spcBef>
              <a:spcAft>
                <a:spcPts val="0"/>
              </a:spcAft>
              <a:buClr>
                <a:srgbClr val="8E94AB"/>
              </a:buClr>
              <a:buSzPts val="1800"/>
              <a:buNone/>
              <a:defRPr>
                <a:solidFill>
                  <a:srgbClr val="8E94AB"/>
                </a:solidFill>
              </a:defRPr>
            </a:lvl3pPr>
            <a:lvl4pPr lvl="3" algn="ctr">
              <a:lnSpc>
                <a:spcPct val="95000"/>
              </a:lnSpc>
              <a:spcBef>
                <a:spcPts val="1066"/>
              </a:spcBef>
              <a:spcAft>
                <a:spcPts val="0"/>
              </a:spcAft>
              <a:buClr>
                <a:srgbClr val="8E94AB"/>
              </a:buClr>
              <a:buSzPts val="1800"/>
              <a:buNone/>
              <a:defRPr>
                <a:solidFill>
                  <a:srgbClr val="8E94AB"/>
                </a:solidFill>
              </a:defRPr>
            </a:lvl4pPr>
            <a:lvl5pPr lvl="4" algn="ctr">
              <a:lnSpc>
                <a:spcPct val="95000"/>
              </a:lnSpc>
              <a:spcBef>
                <a:spcPts val="1066"/>
              </a:spcBef>
              <a:spcAft>
                <a:spcPts val="0"/>
              </a:spcAft>
              <a:buClr>
                <a:srgbClr val="8E94AB"/>
              </a:buClr>
              <a:buSzPts val="1800"/>
              <a:buNone/>
              <a:defRPr>
                <a:solidFill>
                  <a:srgbClr val="8E94AB"/>
                </a:solidFill>
              </a:defRPr>
            </a:lvl5pPr>
            <a:lvl6pPr lvl="5" algn="ctr">
              <a:lnSpc>
                <a:spcPct val="95000"/>
              </a:lnSpc>
              <a:spcBef>
                <a:spcPts val="1066"/>
              </a:spcBef>
              <a:spcAft>
                <a:spcPts val="0"/>
              </a:spcAft>
              <a:buClr>
                <a:srgbClr val="8E94AB"/>
              </a:buClr>
              <a:buSzPts val="1620"/>
              <a:buNone/>
              <a:defRPr>
                <a:solidFill>
                  <a:srgbClr val="8E94AB"/>
                </a:solidFill>
              </a:defRPr>
            </a:lvl6pPr>
            <a:lvl7pPr lvl="6" algn="ctr">
              <a:lnSpc>
                <a:spcPct val="95000"/>
              </a:lnSpc>
              <a:spcBef>
                <a:spcPts val="1066"/>
              </a:spcBef>
              <a:spcAft>
                <a:spcPts val="0"/>
              </a:spcAft>
              <a:buClr>
                <a:srgbClr val="8E94AB"/>
              </a:buClr>
              <a:buSzPts val="1620"/>
              <a:buNone/>
              <a:defRPr>
                <a:solidFill>
                  <a:srgbClr val="8E94AB"/>
                </a:solidFill>
              </a:defRPr>
            </a:lvl7pPr>
            <a:lvl8pPr lvl="7" algn="ctr">
              <a:lnSpc>
                <a:spcPct val="95000"/>
              </a:lnSpc>
              <a:spcBef>
                <a:spcPts val="1066"/>
              </a:spcBef>
              <a:spcAft>
                <a:spcPts val="0"/>
              </a:spcAft>
              <a:buClr>
                <a:srgbClr val="8E94AB"/>
              </a:buClr>
              <a:buSzPts val="1620"/>
              <a:buNone/>
              <a:defRPr>
                <a:solidFill>
                  <a:srgbClr val="8E94AB"/>
                </a:solidFill>
              </a:defRPr>
            </a:lvl8pPr>
            <a:lvl9pPr lvl="8" algn="ctr">
              <a:lnSpc>
                <a:spcPct val="95000"/>
              </a:lnSpc>
              <a:spcBef>
                <a:spcPts val="1066"/>
              </a:spcBef>
              <a:spcAft>
                <a:spcPts val="0"/>
              </a:spcAft>
              <a:buClr>
                <a:srgbClr val="8E94AB"/>
              </a:buClr>
              <a:buSzPts val="1620"/>
              <a:buNone/>
              <a:defRPr>
                <a:solidFill>
                  <a:srgbClr val="8E94AB"/>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type="obj">
  <p:cSld name="OBJECT">
    <p:spTree>
      <p:nvGrpSpPr>
        <p:cNvPr id="19" name="Shape 19"/>
        <p:cNvGrpSpPr/>
        <p:nvPr/>
      </p:nvGrpSpPr>
      <p:grpSpPr>
        <a:xfrm>
          <a:off x="0" y="0"/>
          <a:ext cx="0" cy="0"/>
          <a:chOff x="0" y="0"/>
          <a:chExt cx="0" cy="0"/>
        </a:xfrm>
      </p:grpSpPr>
      <p:sp>
        <p:nvSpPr>
          <p:cNvPr id="20" name="Google Shape;20;p36"/>
          <p:cNvSpPr txBox="1"/>
          <p:nvPr>
            <p:ph type="title"/>
          </p:nvPr>
        </p:nvSpPr>
        <p:spPr>
          <a:xfrm>
            <a:off x="1117309" y="76200"/>
            <a:ext cx="10157354" cy="1397000"/>
          </a:xfrm>
          <a:prstGeom prst="rect">
            <a:avLst/>
          </a:prstGeom>
          <a:noFill/>
          <a:ln>
            <a:noFill/>
          </a:ln>
        </p:spPr>
        <p:txBody>
          <a:bodyPr anchorCtr="0" anchor="b" bIns="60925" lIns="121875" spcFirstLastPara="1" rIns="121875" wrap="square" tIns="60925">
            <a:normAutofit/>
          </a:bodyPr>
          <a:lstStyle>
            <a:lvl1pPr lvl="0" algn="l">
              <a:lnSpc>
                <a:spcPct val="85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6"/>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a:bodyPr>
          <a:lstStyle>
            <a:lvl1pPr indent="-342900" lvl="0" marL="457200" algn="l">
              <a:lnSpc>
                <a:spcPct val="95000"/>
              </a:lnSpc>
              <a:spcBef>
                <a:spcPts val="1866"/>
              </a:spcBef>
              <a:spcAft>
                <a:spcPts val="0"/>
              </a:spcAft>
              <a:buClr>
                <a:schemeClr val="dk1"/>
              </a:buClr>
              <a:buSzPts val="1800"/>
              <a:buChar char="•"/>
              <a:defRPr/>
            </a:lvl1pPr>
            <a:lvl2pPr indent="-342900" lvl="1" marL="914400" algn="l">
              <a:lnSpc>
                <a:spcPct val="95000"/>
              </a:lnSpc>
              <a:spcBef>
                <a:spcPts val="1066"/>
              </a:spcBef>
              <a:spcAft>
                <a:spcPts val="0"/>
              </a:spcAft>
              <a:buClr>
                <a:schemeClr val="dk1"/>
              </a:buClr>
              <a:buSzPts val="1800"/>
              <a:buChar char="–"/>
              <a:defRPr/>
            </a:lvl2pPr>
            <a:lvl3pPr indent="-342900" lvl="2" marL="1371600" algn="l">
              <a:lnSpc>
                <a:spcPct val="95000"/>
              </a:lnSpc>
              <a:spcBef>
                <a:spcPts val="1066"/>
              </a:spcBef>
              <a:spcAft>
                <a:spcPts val="0"/>
              </a:spcAft>
              <a:buClr>
                <a:schemeClr val="dk1"/>
              </a:buClr>
              <a:buSzPts val="1800"/>
              <a:buChar char="–"/>
              <a:defRPr/>
            </a:lvl3pPr>
            <a:lvl4pPr indent="-342900" lvl="3" marL="1828800" algn="l">
              <a:lnSpc>
                <a:spcPct val="95000"/>
              </a:lnSpc>
              <a:spcBef>
                <a:spcPts val="1066"/>
              </a:spcBef>
              <a:spcAft>
                <a:spcPts val="0"/>
              </a:spcAft>
              <a:buClr>
                <a:schemeClr val="dk1"/>
              </a:buClr>
              <a:buSzPts val="1800"/>
              <a:buChar char="–"/>
              <a:defRPr/>
            </a:lvl4pPr>
            <a:lvl5pPr indent="-342900" lvl="4" marL="2286000" algn="l">
              <a:lnSpc>
                <a:spcPct val="95000"/>
              </a:lnSpc>
              <a:spcBef>
                <a:spcPts val="1066"/>
              </a:spcBef>
              <a:spcAft>
                <a:spcPts val="0"/>
              </a:spcAft>
              <a:buClr>
                <a:schemeClr val="dk1"/>
              </a:buClr>
              <a:buSzPts val="1800"/>
              <a:buChar char="–"/>
              <a:defRPr/>
            </a:lvl5pPr>
            <a:lvl6pPr indent="-331470" lvl="5" marL="2743200" algn="l">
              <a:lnSpc>
                <a:spcPct val="95000"/>
              </a:lnSpc>
              <a:spcBef>
                <a:spcPts val="1066"/>
              </a:spcBef>
              <a:spcAft>
                <a:spcPts val="0"/>
              </a:spcAft>
              <a:buClr>
                <a:schemeClr val="dk1"/>
              </a:buClr>
              <a:buSzPts val="1620"/>
              <a:buChar char="–"/>
              <a:defRPr/>
            </a:lvl6pPr>
            <a:lvl7pPr indent="-331470" lvl="6" marL="3200400" algn="l">
              <a:lnSpc>
                <a:spcPct val="95000"/>
              </a:lnSpc>
              <a:spcBef>
                <a:spcPts val="1066"/>
              </a:spcBef>
              <a:spcAft>
                <a:spcPts val="0"/>
              </a:spcAft>
              <a:buClr>
                <a:schemeClr val="dk1"/>
              </a:buClr>
              <a:buSzPts val="1620"/>
              <a:buChar char="–"/>
              <a:defRPr/>
            </a:lvl7pPr>
            <a:lvl8pPr indent="-331470" lvl="7" marL="3657600" algn="l">
              <a:lnSpc>
                <a:spcPct val="95000"/>
              </a:lnSpc>
              <a:spcBef>
                <a:spcPts val="1066"/>
              </a:spcBef>
              <a:spcAft>
                <a:spcPts val="0"/>
              </a:spcAft>
              <a:buClr>
                <a:schemeClr val="dk1"/>
              </a:buClr>
              <a:buSzPts val="1620"/>
              <a:buChar char="–"/>
              <a:defRPr/>
            </a:lvl8pPr>
            <a:lvl9pPr indent="-331470" lvl="8" marL="4114800" algn="l">
              <a:lnSpc>
                <a:spcPct val="95000"/>
              </a:lnSpc>
              <a:spcBef>
                <a:spcPts val="1066"/>
              </a:spcBef>
              <a:spcAft>
                <a:spcPts val="0"/>
              </a:spcAft>
              <a:buClr>
                <a:schemeClr val="dk1"/>
              </a:buClr>
              <a:buSzPts val="1620"/>
              <a:buChar char="–"/>
              <a:defRPr/>
            </a:lvl9pPr>
          </a:lstStyle>
          <a:p/>
        </p:txBody>
      </p:sp>
      <p:sp>
        <p:nvSpPr>
          <p:cNvPr id="22" name="Google Shape;22;p36"/>
          <p:cNvSpPr txBox="1"/>
          <p:nvPr>
            <p:ph idx="10" type="dt"/>
          </p:nvPr>
        </p:nvSpPr>
        <p:spPr>
          <a:xfrm>
            <a:off x="1117309" y="6400801"/>
            <a:ext cx="2742486" cy="320675"/>
          </a:xfrm>
          <a:prstGeom prst="rect">
            <a:avLst/>
          </a:prstGeom>
          <a:noFill/>
          <a:ln>
            <a:noFill/>
          </a:ln>
        </p:spPr>
        <p:txBody>
          <a:bodyPr anchorCtr="0" anchor="b"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6"/>
          <p:cNvSpPr txBox="1"/>
          <p:nvPr>
            <p:ph idx="11" type="ftr"/>
          </p:nvPr>
        </p:nvSpPr>
        <p:spPr>
          <a:xfrm>
            <a:off x="3907842" y="6400801"/>
            <a:ext cx="6216301" cy="320675"/>
          </a:xfrm>
          <a:prstGeom prst="rect">
            <a:avLst/>
          </a:prstGeom>
          <a:noFill/>
          <a:ln>
            <a:noFill/>
          </a:ln>
        </p:spPr>
        <p:txBody>
          <a:bodyPr anchorCtr="0" anchor="b"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6"/>
          <p:cNvSpPr txBox="1"/>
          <p:nvPr>
            <p:ph idx="12" type="sldNum"/>
          </p:nvPr>
        </p:nvSpPr>
        <p:spPr>
          <a:xfrm>
            <a:off x="10167146" y="6400801"/>
            <a:ext cx="1107518" cy="320675"/>
          </a:xfrm>
          <a:prstGeom prst="rect">
            <a:avLst/>
          </a:prstGeom>
          <a:noFill/>
          <a:ln>
            <a:noFill/>
          </a:ln>
        </p:spPr>
        <p:txBody>
          <a:bodyPr anchorCtr="0" anchor="b"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showMasterSp="0" type="secHead">
  <p:cSld name="SECTION_HEADER">
    <p:bg>
      <p:bgPr>
        <a:blipFill>
          <a:blip r:embed="rId2">
            <a:alphaModFix/>
          </a:blip>
          <a:stretch>
            <a:fillRect/>
          </a:stretch>
        </a:blipFill>
      </p:bgPr>
    </p:bg>
    <p:spTree>
      <p:nvGrpSpPr>
        <p:cNvPr id="25" name="Shape 25"/>
        <p:cNvGrpSpPr/>
        <p:nvPr/>
      </p:nvGrpSpPr>
      <p:grpSpPr>
        <a:xfrm>
          <a:off x="0" y="0"/>
          <a:ext cx="0" cy="0"/>
          <a:chOff x="0" y="0"/>
          <a:chExt cx="0" cy="0"/>
        </a:xfrm>
      </p:grpSpPr>
      <p:sp>
        <p:nvSpPr>
          <p:cNvPr id="26" name="Google Shape;26;p37"/>
          <p:cNvSpPr txBox="1"/>
          <p:nvPr>
            <p:ph type="title"/>
          </p:nvPr>
        </p:nvSpPr>
        <p:spPr>
          <a:xfrm>
            <a:off x="812589" y="4445000"/>
            <a:ext cx="7008574" cy="1930400"/>
          </a:xfrm>
          <a:prstGeom prst="rect">
            <a:avLst/>
          </a:prstGeom>
          <a:noFill/>
          <a:ln>
            <a:noFill/>
          </a:ln>
        </p:spPr>
        <p:txBody>
          <a:bodyPr anchorCtr="0" anchor="t" bIns="60925" lIns="121875" spcFirstLastPara="1" rIns="121875" wrap="square" tIns="60925">
            <a:normAutofit/>
          </a:bodyPr>
          <a:lstStyle>
            <a:lvl1pPr lvl="0" algn="l">
              <a:lnSpc>
                <a:spcPct val="85000"/>
              </a:lnSpc>
              <a:spcBef>
                <a:spcPts val="0"/>
              </a:spcBef>
              <a:spcAft>
                <a:spcPts val="0"/>
              </a:spcAft>
              <a:buClr>
                <a:schemeClr val="dk1"/>
              </a:buClr>
              <a:buSzPts val="5400"/>
              <a:buFont typeface="Century Gothic"/>
              <a:buNone/>
              <a:defRPr b="0" sz="5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7"/>
          <p:cNvSpPr txBox="1"/>
          <p:nvPr>
            <p:ph idx="1" type="body"/>
          </p:nvPr>
        </p:nvSpPr>
        <p:spPr>
          <a:xfrm>
            <a:off x="812589" y="3124200"/>
            <a:ext cx="7008574" cy="1296987"/>
          </a:xfrm>
          <a:prstGeom prst="rect">
            <a:avLst/>
          </a:prstGeom>
          <a:noFill/>
          <a:ln>
            <a:noFill/>
          </a:ln>
        </p:spPr>
        <p:txBody>
          <a:bodyPr anchorCtr="0" anchor="b" bIns="60925" lIns="121875" spcFirstLastPara="1" rIns="121875" wrap="square" tIns="60925">
            <a:normAutofit/>
          </a:bodyPr>
          <a:lstStyle>
            <a:lvl1pPr indent="-228600" lvl="0" marL="457200" algn="l">
              <a:lnSpc>
                <a:spcPct val="95000"/>
              </a:lnSpc>
              <a:spcBef>
                <a:spcPts val="0"/>
              </a:spcBef>
              <a:spcAft>
                <a:spcPts val="0"/>
              </a:spcAft>
              <a:buClr>
                <a:schemeClr val="dk1"/>
              </a:buClr>
              <a:buSzPts val="2800"/>
              <a:buNone/>
              <a:defRPr sz="2800">
                <a:solidFill>
                  <a:schemeClr val="dk1"/>
                </a:solidFill>
              </a:defRPr>
            </a:lvl1pPr>
            <a:lvl2pPr indent="-228600" lvl="1" marL="914400" algn="l">
              <a:lnSpc>
                <a:spcPct val="95000"/>
              </a:lnSpc>
              <a:spcBef>
                <a:spcPts val="1066"/>
              </a:spcBef>
              <a:spcAft>
                <a:spcPts val="0"/>
              </a:spcAft>
              <a:buClr>
                <a:srgbClr val="8E94AB"/>
              </a:buClr>
              <a:buSzPts val="2400"/>
              <a:buNone/>
              <a:defRPr sz="2400">
                <a:solidFill>
                  <a:srgbClr val="8E94AB"/>
                </a:solidFill>
              </a:defRPr>
            </a:lvl2pPr>
            <a:lvl3pPr indent="-228600" lvl="2" marL="1371600" algn="l">
              <a:lnSpc>
                <a:spcPct val="95000"/>
              </a:lnSpc>
              <a:spcBef>
                <a:spcPts val="1066"/>
              </a:spcBef>
              <a:spcAft>
                <a:spcPts val="0"/>
              </a:spcAft>
              <a:buClr>
                <a:srgbClr val="8E94AB"/>
              </a:buClr>
              <a:buSzPts val="2100"/>
              <a:buNone/>
              <a:defRPr sz="2100">
                <a:solidFill>
                  <a:srgbClr val="8E94AB"/>
                </a:solidFill>
              </a:defRPr>
            </a:lvl3pPr>
            <a:lvl4pPr indent="-228600" lvl="3" marL="1828800" algn="l">
              <a:lnSpc>
                <a:spcPct val="95000"/>
              </a:lnSpc>
              <a:spcBef>
                <a:spcPts val="1066"/>
              </a:spcBef>
              <a:spcAft>
                <a:spcPts val="0"/>
              </a:spcAft>
              <a:buClr>
                <a:srgbClr val="8E94AB"/>
              </a:buClr>
              <a:buSzPts val="1900"/>
              <a:buNone/>
              <a:defRPr sz="1900">
                <a:solidFill>
                  <a:srgbClr val="8E94AB"/>
                </a:solidFill>
              </a:defRPr>
            </a:lvl4pPr>
            <a:lvl5pPr indent="-228600" lvl="4" marL="2286000" algn="l">
              <a:lnSpc>
                <a:spcPct val="95000"/>
              </a:lnSpc>
              <a:spcBef>
                <a:spcPts val="1066"/>
              </a:spcBef>
              <a:spcAft>
                <a:spcPts val="0"/>
              </a:spcAft>
              <a:buClr>
                <a:srgbClr val="8E94AB"/>
              </a:buClr>
              <a:buSzPts val="1900"/>
              <a:buNone/>
              <a:defRPr sz="1900">
                <a:solidFill>
                  <a:srgbClr val="8E94AB"/>
                </a:solidFill>
              </a:defRPr>
            </a:lvl5pPr>
            <a:lvl6pPr indent="-228600" lvl="5" marL="2743200" algn="l">
              <a:lnSpc>
                <a:spcPct val="95000"/>
              </a:lnSpc>
              <a:spcBef>
                <a:spcPts val="1066"/>
              </a:spcBef>
              <a:spcAft>
                <a:spcPts val="0"/>
              </a:spcAft>
              <a:buClr>
                <a:srgbClr val="8E94AB"/>
              </a:buClr>
              <a:buSzPts val="1710"/>
              <a:buNone/>
              <a:defRPr sz="1900">
                <a:solidFill>
                  <a:srgbClr val="8E94AB"/>
                </a:solidFill>
              </a:defRPr>
            </a:lvl6pPr>
            <a:lvl7pPr indent="-228600" lvl="6" marL="3200400" algn="l">
              <a:lnSpc>
                <a:spcPct val="95000"/>
              </a:lnSpc>
              <a:spcBef>
                <a:spcPts val="1066"/>
              </a:spcBef>
              <a:spcAft>
                <a:spcPts val="0"/>
              </a:spcAft>
              <a:buClr>
                <a:srgbClr val="8E94AB"/>
              </a:buClr>
              <a:buSzPts val="1710"/>
              <a:buNone/>
              <a:defRPr sz="1900">
                <a:solidFill>
                  <a:srgbClr val="8E94AB"/>
                </a:solidFill>
              </a:defRPr>
            </a:lvl7pPr>
            <a:lvl8pPr indent="-228600" lvl="7" marL="3657600" algn="l">
              <a:lnSpc>
                <a:spcPct val="95000"/>
              </a:lnSpc>
              <a:spcBef>
                <a:spcPts val="1066"/>
              </a:spcBef>
              <a:spcAft>
                <a:spcPts val="0"/>
              </a:spcAft>
              <a:buClr>
                <a:srgbClr val="8E94AB"/>
              </a:buClr>
              <a:buSzPts val="1710"/>
              <a:buNone/>
              <a:defRPr sz="1900">
                <a:solidFill>
                  <a:srgbClr val="8E94AB"/>
                </a:solidFill>
              </a:defRPr>
            </a:lvl8pPr>
            <a:lvl9pPr indent="-228600" lvl="8" marL="4114800" algn="l">
              <a:lnSpc>
                <a:spcPct val="95000"/>
              </a:lnSpc>
              <a:spcBef>
                <a:spcPts val="1066"/>
              </a:spcBef>
              <a:spcAft>
                <a:spcPts val="0"/>
              </a:spcAft>
              <a:buClr>
                <a:srgbClr val="8E94AB"/>
              </a:buClr>
              <a:buSzPts val="1710"/>
              <a:buNone/>
              <a:defRPr sz="1900">
                <a:solidFill>
                  <a:srgbClr val="8E94AB"/>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8" name="Shape 28"/>
        <p:cNvGrpSpPr/>
        <p:nvPr/>
      </p:nvGrpSpPr>
      <p:grpSpPr>
        <a:xfrm>
          <a:off x="0" y="0"/>
          <a:ext cx="0" cy="0"/>
          <a:chOff x="0" y="0"/>
          <a:chExt cx="0" cy="0"/>
        </a:xfrm>
      </p:grpSpPr>
      <p:sp>
        <p:nvSpPr>
          <p:cNvPr id="29" name="Google Shape;29;p38"/>
          <p:cNvSpPr txBox="1"/>
          <p:nvPr>
            <p:ph type="title"/>
          </p:nvPr>
        </p:nvSpPr>
        <p:spPr>
          <a:xfrm>
            <a:off x="1117309" y="76200"/>
            <a:ext cx="10157354" cy="1397000"/>
          </a:xfrm>
          <a:prstGeom prst="rect">
            <a:avLst/>
          </a:prstGeom>
          <a:noFill/>
          <a:ln>
            <a:noFill/>
          </a:ln>
        </p:spPr>
        <p:txBody>
          <a:bodyPr anchorCtr="0" anchor="b" bIns="60925" lIns="121875" spcFirstLastPara="1" rIns="121875" wrap="square" tIns="60925">
            <a:normAutofit/>
          </a:bodyPr>
          <a:lstStyle>
            <a:lvl1pPr lvl="0" algn="l">
              <a:lnSpc>
                <a:spcPct val="85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8"/>
          <p:cNvSpPr txBox="1"/>
          <p:nvPr>
            <p:ph idx="1" type="body"/>
          </p:nvPr>
        </p:nvSpPr>
        <p:spPr>
          <a:xfrm>
            <a:off x="1117309" y="1701800"/>
            <a:ext cx="4977104" cy="4470400"/>
          </a:xfrm>
          <a:prstGeom prst="rect">
            <a:avLst/>
          </a:prstGeom>
          <a:noFill/>
          <a:ln>
            <a:noFill/>
          </a:ln>
        </p:spPr>
        <p:txBody>
          <a:bodyPr anchorCtr="0" anchor="t" bIns="60925" lIns="121875" spcFirstLastPara="1" rIns="121875" wrap="square" tIns="60925">
            <a:normAutofit/>
          </a:bodyPr>
          <a:lstStyle>
            <a:lvl1pPr indent="-381000" lvl="0" marL="457200" algn="l">
              <a:lnSpc>
                <a:spcPct val="95000"/>
              </a:lnSpc>
              <a:spcBef>
                <a:spcPts val="1866"/>
              </a:spcBef>
              <a:spcAft>
                <a:spcPts val="0"/>
              </a:spcAft>
              <a:buClr>
                <a:schemeClr val="dk1"/>
              </a:buClr>
              <a:buSzPts val="2400"/>
              <a:buChar char="•"/>
              <a:defRPr sz="2400"/>
            </a:lvl1pPr>
            <a:lvl2pPr indent="-355600" lvl="1" marL="914400" algn="l">
              <a:lnSpc>
                <a:spcPct val="95000"/>
              </a:lnSpc>
              <a:spcBef>
                <a:spcPts val="1066"/>
              </a:spcBef>
              <a:spcAft>
                <a:spcPts val="0"/>
              </a:spcAft>
              <a:buClr>
                <a:schemeClr val="dk1"/>
              </a:buClr>
              <a:buSzPts val="2000"/>
              <a:buChar char="–"/>
              <a:defRPr sz="2000"/>
            </a:lvl2pPr>
            <a:lvl3pPr indent="-342900" lvl="2" marL="1371600" algn="l">
              <a:lnSpc>
                <a:spcPct val="95000"/>
              </a:lnSpc>
              <a:spcBef>
                <a:spcPts val="1066"/>
              </a:spcBef>
              <a:spcAft>
                <a:spcPts val="0"/>
              </a:spcAft>
              <a:buClr>
                <a:schemeClr val="dk1"/>
              </a:buClr>
              <a:buSzPts val="1800"/>
              <a:buChar char="–"/>
              <a:defRPr sz="1800"/>
            </a:lvl3pPr>
            <a:lvl4pPr indent="-342900" lvl="3" marL="1828800" algn="l">
              <a:lnSpc>
                <a:spcPct val="95000"/>
              </a:lnSpc>
              <a:spcBef>
                <a:spcPts val="1066"/>
              </a:spcBef>
              <a:spcAft>
                <a:spcPts val="0"/>
              </a:spcAft>
              <a:buClr>
                <a:schemeClr val="dk1"/>
              </a:buClr>
              <a:buSzPts val="1800"/>
              <a:buChar char="–"/>
              <a:defRPr sz="1800"/>
            </a:lvl4pPr>
            <a:lvl5pPr indent="-342900" lvl="4" marL="2286000" algn="l">
              <a:lnSpc>
                <a:spcPct val="95000"/>
              </a:lnSpc>
              <a:spcBef>
                <a:spcPts val="1066"/>
              </a:spcBef>
              <a:spcAft>
                <a:spcPts val="0"/>
              </a:spcAft>
              <a:buClr>
                <a:schemeClr val="dk1"/>
              </a:buClr>
              <a:buSzPts val="1800"/>
              <a:buChar char="–"/>
              <a:defRPr sz="1800"/>
            </a:lvl5pPr>
            <a:lvl6pPr indent="-331470" lvl="5" marL="2743200" algn="l">
              <a:lnSpc>
                <a:spcPct val="95000"/>
              </a:lnSpc>
              <a:spcBef>
                <a:spcPts val="1066"/>
              </a:spcBef>
              <a:spcAft>
                <a:spcPts val="0"/>
              </a:spcAft>
              <a:buClr>
                <a:schemeClr val="dk1"/>
              </a:buClr>
              <a:buSzPts val="1620"/>
              <a:buChar char="–"/>
              <a:defRPr sz="1800"/>
            </a:lvl6pPr>
            <a:lvl7pPr indent="-331470" lvl="6" marL="3200400" algn="l">
              <a:lnSpc>
                <a:spcPct val="95000"/>
              </a:lnSpc>
              <a:spcBef>
                <a:spcPts val="1066"/>
              </a:spcBef>
              <a:spcAft>
                <a:spcPts val="0"/>
              </a:spcAft>
              <a:buClr>
                <a:schemeClr val="dk1"/>
              </a:buClr>
              <a:buSzPts val="1620"/>
              <a:buChar char="–"/>
              <a:defRPr sz="1800"/>
            </a:lvl7pPr>
            <a:lvl8pPr indent="-331470" lvl="7" marL="3657600" algn="l">
              <a:lnSpc>
                <a:spcPct val="95000"/>
              </a:lnSpc>
              <a:spcBef>
                <a:spcPts val="1066"/>
              </a:spcBef>
              <a:spcAft>
                <a:spcPts val="0"/>
              </a:spcAft>
              <a:buClr>
                <a:schemeClr val="dk1"/>
              </a:buClr>
              <a:buSzPts val="1620"/>
              <a:buChar char="–"/>
              <a:defRPr sz="1800"/>
            </a:lvl8pPr>
            <a:lvl9pPr indent="-331470" lvl="8" marL="4114800" algn="l">
              <a:lnSpc>
                <a:spcPct val="95000"/>
              </a:lnSpc>
              <a:spcBef>
                <a:spcPts val="1066"/>
              </a:spcBef>
              <a:spcAft>
                <a:spcPts val="0"/>
              </a:spcAft>
              <a:buClr>
                <a:schemeClr val="dk1"/>
              </a:buClr>
              <a:buSzPts val="1620"/>
              <a:buChar char="–"/>
              <a:defRPr sz="1800"/>
            </a:lvl9pPr>
          </a:lstStyle>
          <a:p/>
        </p:txBody>
      </p:sp>
      <p:sp>
        <p:nvSpPr>
          <p:cNvPr id="31" name="Google Shape;31;p38"/>
          <p:cNvSpPr txBox="1"/>
          <p:nvPr>
            <p:ph idx="2" type="body"/>
          </p:nvPr>
        </p:nvSpPr>
        <p:spPr>
          <a:xfrm>
            <a:off x="6297559" y="1701800"/>
            <a:ext cx="4977104" cy="4470400"/>
          </a:xfrm>
          <a:prstGeom prst="rect">
            <a:avLst/>
          </a:prstGeom>
          <a:noFill/>
          <a:ln>
            <a:noFill/>
          </a:ln>
        </p:spPr>
        <p:txBody>
          <a:bodyPr anchorCtr="0" anchor="t" bIns="60925" lIns="121875" spcFirstLastPara="1" rIns="121875" wrap="square" tIns="60925">
            <a:normAutofit/>
          </a:bodyPr>
          <a:lstStyle>
            <a:lvl1pPr indent="-381000" lvl="0" marL="457200" algn="l">
              <a:lnSpc>
                <a:spcPct val="95000"/>
              </a:lnSpc>
              <a:spcBef>
                <a:spcPts val="1866"/>
              </a:spcBef>
              <a:spcAft>
                <a:spcPts val="0"/>
              </a:spcAft>
              <a:buClr>
                <a:schemeClr val="dk1"/>
              </a:buClr>
              <a:buSzPts val="2400"/>
              <a:buChar char="•"/>
              <a:defRPr sz="2400"/>
            </a:lvl1pPr>
            <a:lvl2pPr indent="-355600" lvl="1" marL="914400" algn="l">
              <a:lnSpc>
                <a:spcPct val="95000"/>
              </a:lnSpc>
              <a:spcBef>
                <a:spcPts val="1066"/>
              </a:spcBef>
              <a:spcAft>
                <a:spcPts val="0"/>
              </a:spcAft>
              <a:buClr>
                <a:schemeClr val="dk1"/>
              </a:buClr>
              <a:buSzPts val="2000"/>
              <a:buChar char="–"/>
              <a:defRPr sz="2000"/>
            </a:lvl2pPr>
            <a:lvl3pPr indent="-342900" lvl="2" marL="1371600" algn="l">
              <a:lnSpc>
                <a:spcPct val="95000"/>
              </a:lnSpc>
              <a:spcBef>
                <a:spcPts val="1066"/>
              </a:spcBef>
              <a:spcAft>
                <a:spcPts val="0"/>
              </a:spcAft>
              <a:buClr>
                <a:schemeClr val="dk1"/>
              </a:buClr>
              <a:buSzPts val="1800"/>
              <a:buChar char="–"/>
              <a:defRPr sz="1800"/>
            </a:lvl3pPr>
            <a:lvl4pPr indent="-342900" lvl="3" marL="1828800" algn="l">
              <a:lnSpc>
                <a:spcPct val="95000"/>
              </a:lnSpc>
              <a:spcBef>
                <a:spcPts val="1066"/>
              </a:spcBef>
              <a:spcAft>
                <a:spcPts val="0"/>
              </a:spcAft>
              <a:buClr>
                <a:schemeClr val="dk1"/>
              </a:buClr>
              <a:buSzPts val="1800"/>
              <a:buChar char="–"/>
              <a:defRPr sz="1800"/>
            </a:lvl4pPr>
            <a:lvl5pPr indent="-342900" lvl="4" marL="2286000" algn="l">
              <a:lnSpc>
                <a:spcPct val="95000"/>
              </a:lnSpc>
              <a:spcBef>
                <a:spcPts val="1066"/>
              </a:spcBef>
              <a:spcAft>
                <a:spcPts val="0"/>
              </a:spcAft>
              <a:buClr>
                <a:schemeClr val="dk1"/>
              </a:buClr>
              <a:buSzPts val="1800"/>
              <a:buChar char="–"/>
              <a:defRPr sz="1800"/>
            </a:lvl5pPr>
            <a:lvl6pPr indent="-331470" lvl="5" marL="2743200" algn="l">
              <a:lnSpc>
                <a:spcPct val="95000"/>
              </a:lnSpc>
              <a:spcBef>
                <a:spcPts val="1066"/>
              </a:spcBef>
              <a:spcAft>
                <a:spcPts val="0"/>
              </a:spcAft>
              <a:buClr>
                <a:schemeClr val="dk1"/>
              </a:buClr>
              <a:buSzPts val="1620"/>
              <a:buChar char="–"/>
              <a:defRPr sz="1800"/>
            </a:lvl6pPr>
            <a:lvl7pPr indent="-331470" lvl="6" marL="3200400" algn="l">
              <a:lnSpc>
                <a:spcPct val="95000"/>
              </a:lnSpc>
              <a:spcBef>
                <a:spcPts val="1066"/>
              </a:spcBef>
              <a:spcAft>
                <a:spcPts val="0"/>
              </a:spcAft>
              <a:buClr>
                <a:schemeClr val="dk1"/>
              </a:buClr>
              <a:buSzPts val="1620"/>
              <a:buChar char="–"/>
              <a:defRPr sz="1800"/>
            </a:lvl7pPr>
            <a:lvl8pPr indent="-331470" lvl="7" marL="3657600" algn="l">
              <a:lnSpc>
                <a:spcPct val="95000"/>
              </a:lnSpc>
              <a:spcBef>
                <a:spcPts val="1066"/>
              </a:spcBef>
              <a:spcAft>
                <a:spcPts val="0"/>
              </a:spcAft>
              <a:buClr>
                <a:schemeClr val="dk1"/>
              </a:buClr>
              <a:buSzPts val="1620"/>
              <a:buChar char="–"/>
              <a:defRPr sz="1800"/>
            </a:lvl8pPr>
            <a:lvl9pPr indent="-331470" lvl="8" marL="4114800" algn="l">
              <a:lnSpc>
                <a:spcPct val="95000"/>
              </a:lnSpc>
              <a:spcBef>
                <a:spcPts val="1066"/>
              </a:spcBef>
              <a:spcAft>
                <a:spcPts val="0"/>
              </a:spcAft>
              <a:buClr>
                <a:schemeClr val="dk1"/>
              </a:buClr>
              <a:buSzPts val="1620"/>
              <a:buChar char="–"/>
              <a:defRPr sz="1800"/>
            </a:lvl9pPr>
          </a:lstStyle>
          <a:p/>
        </p:txBody>
      </p:sp>
      <p:sp>
        <p:nvSpPr>
          <p:cNvPr id="32" name="Google Shape;32;p38"/>
          <p:cNvSpPr txBox="1"/>
          <p:nvPr>
            <p:ph idx="10" type="dt"/>
          </p:nvPr>
        </p:nvSpPr>
        <p:spPr>
          <a:xfrm>
            <a:off x="1117309" y="6400801"/>
            <a:ext cx="2742486" cy="320675"/>
          </a:xfrm>
          <a:prstGeom prst="rect">
            <a:avLst/>
          </a:prstGeom>
          <a:noFill/>
          <a:ln>
            <a:noFill/>
          </a:ln>
        </p:spPr>
        <p:txBody>
          <a:bodyPr anchorCtr="0" anchor="b"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8"/>
          <p:cNvSpPr txBox="1"/>
          <p:nvPr>
            <p:ph idx="11" type="ftr"/>
          </p:nvPr>
        </p:nvSpPr>
        <p:spPr>
          <a:xfrm>
            <a:off x="3907842" y="6400801"/>
            <a:ext cx="6216301" cy="320675"/>
          </a:xfrm>
          <a:prstGeom prst="rect">
            <a:avLst/>
          </a:prstGeom>
          <a:noFill/>
          <a:ln>
            <a:noFill/>
          </a:ln>
        </p:spPr>
        <p:txBody>
          <a:bodyPr anchorCtr="0" anchor="b"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8"/>
          <p:cNvSpPr txBox="1"/>
          <p:nvPr>
            <p:ph idx="12" type="sldNum"/>
          </p:nvPr>
        </p:nvSpPr>
        <p:spPr>
          <a:xfrm>
            <a:off x="10167146" y="6400801"/>
            <a:ext cx="1107518" cy="320675"/>
          </a:xfrm>
          <a:prstGeom prst="rect">
            <a:avLst/>
          </a:prstGeom>
          <a:noFill/>
          <a:ln>
            <a:noFill/>
          </a:ln>
        </p:spPr>
        <p:txBody>
          <a:bodyPr anchorCtr="0" anchor="b"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5" name="Shape 35"/>
        <p:cNvGrpSpPr/>
        <p:nvPr/>
      </p:nvGrpSpPr>
      <p:grpSpPr>
        <a:xfrm>
          <a:off x="0" y="0"/>
          <a:ext cx="0" cy="0"/>
          <a:chOff x="0" y="0"/>
          <a:chExt cx="0" cy="0"/>
        </a:xfrm>
      </p:grpSpPr>
      <p:sp>
        <p:nvSpPr>
          <p:cNvPr id="36" name="Google Shape;36;p39"/>
          <p:cNvSpPr txBox="1"/>
          <p:nvPr>
            <p:ph type="title"/>
          </p:nvPr>
        </p:nvSpPr>
        <p:spPr>
          <a:xfrm>
            <a:off x="1117309" y="76200"/>
            <a:ext cx="10157354" cy="1397000"/>
          </a:xfrm>
          <a:prstGeom prst="rect">
            <a:avLst/>
          </a:prstGeom>
          <a:noFill/>
          <a:ln>
            <a:noFill/>
          </a:ln>
        </p:spPr>
        <p:txBody>
          <a:bodyPr anchorCtr="0" anchor="b" bIns="60925" lIns="121875" spcFirstLastPara="1" rIns="121875" wrap="square" tIns="60925">
            <a:normAutofit/>
          </a:bodyPr>
          <a:lstStyle>
            <a:lvl1pPr lvl="0" algn="l">
              <a:lnSpc>
                <a:spcPct val="85000"/>
              </a:lnSpc>
              <a:spcBef>
                <a:spcPts val="0"/>
              </a:spcBef>
              <a:spcAft>
                <a:spcPts val="0"/>
              </a:spcAft>
              <a:buClr>
                <a:schemeClr val="dk1"/>
              </a:buClr>
              <a:buSzPts val="44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39"/>
          <p:cNvSpPr txBox="1"/>
          <p:nvPr>
            <p:ph idx="1" type="body"/>
          </p:nvPr>
        </p:nvSpPr>
        <p:spPr>
          <a:xfrm>
            <a:off x="1121372" y="1608836"/>
            <a:ext cx="4973041" cy="512064"/>
          </a:xfrm>
          <a:prstGeom prst="rect">
            <a:avLst/>
          </a:prstGeom>
          <a:noFill/>
          <a:ln>
            <a:noFill/>
          </a:ln>
        </p:spPr>
        <p:txBody>
          <a:bodyPr anchorCtr="0" anchor="b" bIns="60925" lIns="121875" spcFirstLastPara="1" rIns="121875" wrap="square" tIns="60925">
            <a:noAutofit/>
          </a:bodyPr>
          <a:lstStyle>
            <a:lvl1pPr indent="-228600" lvl="0" marL="457200" algn="l">
              <a:lnSpc>
                <a:spcPct val="95000"/>
              </a:lnSpc>
              <a:spcBef>
                <a:spcPts val="0"/>
              </a:spcBef>
              <a:spcAft>
                <a:spcPts val="0"/>
              </a:spcAft>
              <a:buClr>
                <a:schemeClr val="dk1"/>
              </a:buClr>
              <a:buSzPts val="2400"/>
              <a:buNone/>
              <a:defRPr b="1" sz="2400"/>
            </a:lvl1pPr>
            <a:lvl2pPr indent="-228600" lvl="1" marL="914400" algn="l">
              <a:lnSpc>
                <a:spcPct val="95000"/>
              </a:lnSpc>
              <a:spcBef>
                <a:spcPts val="1066"/>
              </a:spcBef>
              <a:spcAft>
                <a:spcPts val="0"/>
              </a:spcAft>
              <a:buClr>
                <a:schemeClr val="dk1"/>
              </a:buClr>
              <a:buSzPts val="2700"/>
              <a:buNone/>
              <a:defRPr b="1" sz="2700"/>
            </a:lvl2pPr>
            <a:lvl3pPr indent="-228600" lvl="2" marL="1371600" algn="l">
              <a:lnSpc>
                <a:spcPct val="95000"/>
              </a:lnSpc>
              <a:spcBef>
                <a:spcPts val="1066"/>
              </a:spcBef>
              <a:spcAft>
                <a:spcPts val="0"/>
              </a:spcAft>
              <a:buClr>
                <a:schemeClr val="dk1"/>
              </a:buClr>
              <a:buSzPts val="2400"/>
              <a:buNone/>
              <a:defRPr b="1" sz="2400"/>
            </a:lvl3pPr>
            <a:lvl4pPr indent="-228600" lvl="3" marL="1828800" algn="l">
              <a:lnSpc>
                <a:spcPct val="95000"/>
              </a:lnSpc>
              <a:spcBef>
                <a:spcPts val="1066"/>
              </a:spcBef>
              <a:spcAft>
                <a:spcPts val="0"/>
              </a:spcAft>
              <a:buClr>
                <a:schemeClr val="dk1"/>
              </a:buClr>
              <a:buSzPts val="2100"/>
              <a:buNone/>
              <a:defRPr b="1" sz="2100"/>
            </a:lvl4pPr>
            <a:lvl5pPr indent="-228600" lvl="4" marL="2286000" algn="l">
              <a:lnSpc>
                <a:spcPct val="95000"/>
              </a:lnSpc>
              <a:spcBef>
                <a:spcPts val="1066"/>
              </a:spcBef>
              <a:spcAft>
                <a:spcPts val="0"/>
              </a:spcAft>
              <a:buClr>
                <a:schemeClr val="dk1"/>
              </a:buClr>
              <a:buSzPts val="2100"/>
              <a:buNone/>
              <a:defRPr b="1" sz="2100"/>
            </a:lvl5pPr>
            <a:lvl6pPr indent="-228600" lvl="5" marL="2743200" algn="l">
              <a:lnSpc>
                <a:spcPct val="95000"/>
              </a:lnSpc>
              <a:spcBef>
                <a:spcPts val="1066"/>
              </a:spcBef>
              <a:spcAft>
                <a:spcPts val="0"/>
              </a:spcAft>
              <a:buClr>
                <a:schemeClr val="dk1"/>
              </a:buClr>
              <a:buSzPts val="1890"/>
              <a:buNone/>
              <a:defRPr b="1" sz="2100"/>
            </a:lvl6pPr>
            <a:lvl7pPr indent="-228600" lvl="6" marL="3200400" algn="l">
              <a:lnSpc>
                <a:spcPct val="95000"/>
              </a:lnSpc>
              <a:spcBef>
                <a:spcPts val="1066"/>
              </a:spcBef>
              <a:spcAft>
                <a:spcPts val="0"/>
              </a:spcAft>
              <a:buClr>
                <a:schemeClr val="dk1"/>
              </a:buClr>
              <a:buSzPts val="1890"/>
              <a:buNone/>
              <a:defRPr b="1" sz="2100"/>
            </a:lvl7pPr>
            <a:lvl8pPr indent="-228600" lvl="7" marL="3657600" algn="l">
              <a:lnSpc>
                <a:spcPct val="95000"/>
              </a:lnSpc>
              <a:spcBef>
                <a:spcPts val="1066"/>
              </a:spcBef>
              <a:spcAft>
                <a:spcPts val="0"/>
              </a:spcAft>
              <a:buClr>
                <a:schemeClr val="dk1"/>
              </a:buClr>
              <a:buSzPts val="1890"/>
              <a:buNone/>
              <a:defRPr b="1" sz="2100"/>
            </a:lvl8pPr>
            <a:lvl9pPr indent="-228600" lvl="8" marL="4114800" algn="l">
              <a:lnSpc>
                <a:spcPct val="95000"/>
              </a:lnSpc>
              <a:spcBef>
                <a:spcPts val="1066"/>
              </a:spcBef>
              <a:spcAft>
                <a:spcPts val="0"/>
              </a:spcAft>
              <a:buClr>
                <a:schemeClr val="dk1"/>
              </a:buClr>
              <a:buSzPts val="1890"/>
              <a:buNone/>
              <a:defRPr b="1" sz="2100"/>
            </a:lvl9pPr>
          </a:lstStyle>
          <a:p/>
        </p:txBody>
      </p:sp>
      <p:sp>
        <p:nvSpPr>
          <p:cNvPr id="38" name="Google Shape;38;p39"/>
          <p:cNvSpPr txBox="1"/>
          <p:nvPr>
            <p:ph idx="2" type="body"/>
          </p:nvPr>
        </p:nvSpPr>
        <p:spPr>
          <a:xfrm>
            <a:off x="1117309" y="2209800"/>
            <a:ext cx="4977104" cy="3962400"/>
          </a:xfrm>
          <a:prstGeom prst="rect">
            <a:avLst/>
          </a:prstGeom>
          <a:noFill/>
          <a:ln>
            <a:noFill/>
          </a:ln>
        </p:spPr>
        <p:txBody>
          <a:bodyPr anchorCtr="0" anchor="t" bIns="60925" lIns="121875" spcFirstLastPara="1" rIns="121875" wrap="square" tIns="60925">
            <a:normAutofit/>
          </a:bodyPr>
          <a:lstStyle>
            <a:lvl1pPr indent="-355600" lvl="0" marL="457200" algn="l">
              <a:lnSpc>
                <a:spcPct val="95000"/>
              </a:lnSpc>
              <a:spcBef>
                <a:spcPts val="1866"/>
              </a:spcBef>
              <a:spcAft>
                <a:spcPts val="0"/>
              </a:spcAft>
              <a:buClr>
                <a:schemeClr val="dk1"/>
              </a:buClr>
              <a:buSzPts val="2000"/>
              <a:buChar char="•"/>
              <a:defRPr sz="2000"/>
            </a:lvl1pPr>
            <a:lvl2pPr indent="-342900" lvl="1" marL="914400" algn="l">
              <a:lnSpc>
                <a:spcPct val="95000"/>
              </a:lnSpc>
              <a:spcBef>
                <a:spcPts val="1066"/>
              </a:spcBef>
              <a:spcAft>
                <a:spcPts val="0"/>
              </a:spcAft>
              <a:buClr>
                <a:schemeClr val="dk1"/>
              </a:buClr>
              <a:buSzPts val="1800"/>
              <a:buChar char="–"/>
              <a:defRPr sz="1800"/>
            </a:lvl2pPr>
            <a:lvl3pPr indent="-342900" lvl="2" marL="1371600" algn="l">
              <a:lnSpc>
                <a:spcPct val="95000"/>
              </a:lnSpc>
              <a:spcBef>
                <a:spcPts val="1066"/>
              </a:spcBef>
              <a:spcAft>
                <a:spcPts val="0"/>
              </a:spcAft>
              <a:buClr>
                <a:schemeClr val="dk1"/>
              </a:buClr>
              <a:buSzPts val="1800"/>
              <a:buChar char="–"/>
              <a:defRPr sz="1800"/>
            </a:lvl3pPr>
            <a:lvl4pPr indent="-342900" lvl="3" marL="1828800" algn="l">
              <a:lnSpc>
                <a:spcPct val="95000"/>
              </a:lnSpc>
              <a:spcBef>
                <a:spcPts val="1066"/>
              </a:spcBef>
              <a:spcAft>
                <a:spcPts val="0"/>
              </a:spcAft>
              <a:buClr>
                <a:schemeClr val="dk1"/>
              </a:buClr>
              <a:buSzPts val="1800"/>
              <a:buChar char="–"/>
              <a:defRPr sz="1800"/>
            </a:lvl4pPr>
            <a:lvl5pPr indent="-342900" lvl="4" marL="2286000" algn="l">
              <a:lnSpc>
                <a:spcPct val="95000"/>
              </a:lnSpc>
              <a:spcBef>
                <a:spcPts val="1066"/>
              </a:spcBef>
              <a:spcAft>
                <a:spcPts val="0"/>
              </a:spcAft>
              <a:buClr>
                <a:schemeClr val="dk1"/>
              </a:buClr>
              <a:buSzPts val="1800"/>
              <a:buChar char="–"/>
              <a:defRPr sz="1800"/>
            </a:lvl5pPr>
            <a:lvl6pPr indent="-331470" lvl="5" marL="2743200" algn="l">
              <a:lnSpc>
                <a:spcPct val="95000"/>
              </a:lnSpc>
              <a:spcBef>
                <a:spcPts val="1066"/>
              </a:spcBef>
              <a:spcAft>
                <a:spcPts val="0"/>
              </a:spcAft>
              <a:buClr>
                <a:schemeClr val="dk1"/>
              </a:buClr>
              <a:buSzPts val="1620"/>
              <a:buChar char="–"/>
              <a:defRPr sz="1800"/>
            </a:lvl6pPr>
            <a:lvl7pPr indent="-331470" lvl="6" marL="3200400" algn="l">
              <a:lnSpc>
                <a:spcPct val="95000"/>
              </a:lnSpc>
              <a:spcBef>
                <a:spcPts val="1066"/>
              </a:spcBef>
              <a:spcAft>
                <a:spcPts val="0"/>
              </a:spcAft>
              <a:buClr>
                <a:schemeClr val="dk1"/>
              </a:buClr>
              <a:buSzPts val="1620"/>
              <a:buChar char="–"/>
              <a:defRPr sz="1800"/>
            </a:lvl7pPr>
            <a:lvl8pPr indent="-331470" lvl="7" marL="3657600" algn="l">
              <a:lnSpc>
                <a:spcPct val="95000"/>
              </a:lnSpc>
              <a:spcBef>
                <a:spcPts val="1066"/>
              </a:spcBef>
              <a:spcAft>
                <a:spcPts val="0"/>
              </a:spcAft>
              <a:buClr>
                <a:schemeClr val="dk1"/>
              </a:buClr>
              <a:buSzPts val="1620"/>
              <a:buChar char="–"/>
              <a:defRPr sz="1800"/>
            </a:lvl8pPr>
            <a:lvl9pPr indent="-331470" lvl="8" marL="4114800" algn="l">
              <a:lnSpc>
                <a:spcPct val="95000"/>
              </a:lnSpc>
              <a:spcBef>
                <a:spcPts val="1066"/>
              </a:spcBef>
              <a:spcAft>
                <a:spcPts val="0"/>
              </a:spcAft>
              <a:buClr>
                <a:schemeClr val="dk1"/>
              </a:buClr>
              <a:buSzPts val="1620"/>
              <a:buChar char="–"/>
              <a:defRPr sz="1800"/>
            </a:lvl9pPr>
          </a:lstStyle>
          <a:p/>
        </p:txBody>
      </p:sp>
      <p:sp>
        <p:nvSpPr>
          <p:cNvPr id="39" name="Google Shape;39;p39"/>
          <p:cNvSpPr txBox="1"/>
          <p:nvPr>
            <p:ph idx="3" type="body"/>
          </p:nvPr>
        </p:nvSpPr>
        <p:spPr>
          <a:xfrm>
            <a:off x="6301622" y="1608836"/>
            <a:ext cx="4973041" cy="512064"/>
          </a:xfrm>
          <a:prstGeom prst="rect">
            <a:avLst/>
          </a:prstGeom>
          <a:noFill/>
          <a:ln>
            <a:noFill/>
          </a:ln>
        </p:spPr>
        <p:txBody>
          <a:bodyPr anchorCtr="0" anchor="b" bIns="60925" lIns="121875" spcFirstLastPara="1" rIns="121875" wrap="square" tIns="60925">
            <a:noAutofit/>
          </a:bodyPr>
          <a:lstStyle>
            <a:lvl1pPr indent="-228600" lvl="0" marL="457200" algn="l">
              <a:lnSpc>
                <a:spcPct val="95000"/>
              </a:lnSpc>
              <a:spcBef>
                <a:spcPts val="0"/>
              </a:spcBef>
              <a:spcAft>
                <a:spcPts val="0"/>
              </a:spcAft>
              <a:buClr>
                <a:schemeClr val="dk1"/>
              </a:buClr>
              <a:buSzPts val="2400"/>
              <a:buNone/>
              <a:defRPr b="1" sz="2400"/>
            </a:lvl1pPr>
            <a:lvl2pPr indent="-228600" lvl="1" marL="914400" algn="l">
              <a:lnSpc>
                <a:spcPct val="95000"/>
              </a:lnSpc>
              <a:spcBef>
                <a:spcPts val="1066"/>
              </a:spcBef>
              <a:spcAft>
                <a:spcPts val="0"/>
              </a:spcAft>
              <a:buClr>
                <a:schemeClr val="dk1"/>
              </a:buClr>
              <a:buSzPts val="2700"/>
              <a:buNone/>
              <a:defRPr b="1" sz="2700"/>
            </a:lvl2pPr>
            <a:lvl3pPr indent="-228600" lvl="2" marL="1371600" algn="l">
              <a:lnSpc>
                <a:spcPct val="95000"/>
              </a:lnSpc>
              <a:spcBef>
                <a:spcPts val="1066"/>
              </a:spcBef>
              <a:spcAft>
                <a:spcPts val="0"/>
              </a:spcAft>
              <a:buClr>
                <a:schemeClr val="dk1"/>
              </a:buClr>
              <a:buSzPts val="2400"/>
              <a:buNone/>
              <a:defRPr b="1" sz="2400"/>
            </a:lvl3pPr>
            <a:lvl4pPr indent="-228600" lvl="3" marL="1828800" algn="l">
              <a:lnSpc>
                <a:spcPct val="95000"/>
              </a:lnSpc>
              <a:spcBef>
                <a:spcPts val="1066"/>
              </a:spcBef>
              <a:spcAft>
                <a:spcPts val="0"/>
              </a:spcAft>
              <a:buClr>
                <a:schemeClr val="dk1"/>
              </a:buClr>
              <a:buSzPts val="2100"/>
              <a:buNone/>
              <a:defRPr b="1" sz="2100"/>
            </a:lvl4pPr>
            <a:lvl5pPr indent="-228600" lvl="4" marL="2286000" algn="l">
              <a:lnSpc>
                <a:spcPct val="95000"/>
              </a:lnSpc>
              <a:spcBef>
                <a:spcPts val="1066"/>
              </a:spcBef>
              <a:spcAft>
                <a:spcPts val="0"/>
              </a:spcAft>
              <a:buClr>
                <a:schemeClr val="dk1"/>
              </a:buClr>
              <a:buSzPts val="2100"/>
              <a:buNone/>
              <a:defRPr b="1" sz="2100"/>
            </a:lvl5pPr>
            <a:lvl6pPr indent="-228600" lvl="5" marL="2743200" algn="l">
              <a:lnSpc>
                <a:spcPct val="95000"/>
              </a:lnSpc>
              <a:spcBef>
                <a:spcPts val="1066"/>
              </a:spcBef>
              <a:spcAft>
                <a:spcPts val="0"/>
              </a:spcAft>
              <a:buClr>
                <a:schemeClr val="dk1"/>
              </a:buClr>
              <a:buSzPts val="1890"/>
              <a:buNone/>
              <a:defRPr b="1" sz="2100"/>
            </a:lvl6pPr>
            <a:lvl7pPr indent="-228600" lvl="6" marL="3200400" algn="l">
              <a:lnSpc>
                <a:spcPct val="95000"/>
              </a:lnSpc>
              <a:spcBef>
                <a:spcPts val="1066"/>
              </a:spcBef>
              <a:spcAft>
                <a:spcPts val="0"/>
              </a:spcAft>
              <a:buClr>
                <a:schemeClr val="dk1"/>
              </a:buClr>
              <a:buSzPts val="1890"/>
              <a:buNone/>
              <a:defRPr b="1" sz="2100"/>
            </a:lvl7pPr>
            <a:lvl8pPr indent="-228600" lvl="7" marL="3657600" algn="l">
              <a:lnSpc>
                <a:spcPct val="95000"/>
              </a:lnSpc>
              <a:spcBef>
                <a:spcPts val="1066"/>
              </a:spcBef>
              <a:spcAft>
                <a:spcPts val="0"/>
              </a:spcAft>
              <a:buClr>
                <a:schemeClr val="dk1"/>
              </a:buClr>
              <a:buSzPts val="1890"/>
              <a:buNone/>
              <a:defRPr b="1" sz="2100"/>
            </a:lvl8pPr>
            <a:lvl9pPr indent="-228600" lvl="8" marL="4114800" algn="l">
              <a:lnSpc>
                <a:spcPct val="95000"/>
              </a:lnSpc>
              <a:spcBef>
                <a:spcPts val="1066"/>
              </a:spcBef>
              <a:spcAft>
                <a:spcPts val="0"/>
              </a:spcAft>
              <a:buClr>
                <a:schemeClr val="dk1"/>
              </a:buClr>
              <a:buSzPts val="1890"/>
              <a:buNone/>
              <a:defRPr b="1" sz="2100"/>
            </a:lvl9pPr>
          </a:lstStyle>
          <a:p/>
        </p:txBody>
      </p:sp>
      <p:sp>
        <p:nvSpPr>
          <p:cNvPr id="40" name="Google Shape;40;p39"/>
          <p:cNvSpPr txBox="1"/>
          <p:nvPr>
            <p:ph idx="4" type="body"/>
          </p:nvPr>
        </p:nvSpPr>
        <p:spPr>
          <a:xfrm>
            <a:off x="6297559" y="2209800"/>
            <a:ext cx="4977104" cy="3962400"/>
          </a:xfrm>
          <a:prstGeom prst="rect">
            <a:avLst/>
          </a:prstGeom>
          <a:noFill/>
          <a:ln>
            <a:noFill/>
          </a:ln>
        </p:spPr>
        <p:txBody>
          <a:bodyPr anchorCtr="0" anchor="t" bIns="60925" lIns="121875" spcFirstLastPara="1" rIns="121875" wrap="square" tIns="60925">
            <a:normAutofit/>
          </a:bodyPr>
          <a:lstStyle>
            <a:lvl1pPr indent="-355600" lvl="0" marL="457200" algn="l">
              <a:lnSpc>
                <a:spcPct val="95000"/>
              </a:lnSpc>
              <a:spcBef>
                <a:spcPts val="1866"/>
              </a:spcBef>
              <a:spcAft>
                <a:spcPts val="0"/>
              </a:spcAft>
              <a:buClr>
                <a:schemeClr val="dk1"/>
              </a:buClr>
              <a:buSzPts val="2000"/>
              <a:buChar char="•"/>
              <a:defRPr sz="2000"/>
            </a:lvl1pPr>
            <a:lvl2pPr indent="-342900" lvl="1" marL="914400" algn="l">
              <a:lnSpc>
                <a:spcPct val="95000"/>
              </a:lnSpc>
              <a:spcBef>
                <a:spcPts val="1066"/>
              </a:spcBef>
              <a:spcAft>
                <a:spcPts val="0"/>
              </a:spcAft>
              <a:buClr>
                <a:schemeClr val="dk1"/>
              </a:buClr>
              <a:buSzPts val="1800"/>
              <a:buChar char="–"/>
              <a:defRPr sz="1800"/>
            </a:lvl2pPr>
            <a:lvl3pPr indent="-342900" lvl="2" marL="1371600" algn="l">
              <a:lnSpc>
                <a:spcPct val="95000"/>
              </a:lnSpc>
              <a:spcBef>
                <a:spcPts val="1066"/>
              </a:spcBef>
              <a:spcAft>
                <a:spcPts val="0"/>
              </a:spcAft>
              <a:buClr>
                <a:schemeClr val="dk1"/>
              </a:buClr>
              <a:buSzPts val="1800"/>
              <a:buChar char="–"/>
              <a:defRPr sz="1800"/>
            </a:lvl3pPr>
            <a:lvl4pPr indent="-342900" lvl="3" marL="1828800" algn="l">
              <a:lnSpc>
                <a:spcPct val="95000"/>
              </a:lnSpc>
              <a:spcBef>
                <a:spcPts val="1066"/>
              </a:spcBef>
              <a:spcAft>
                <a:spcPts val="0"/>
              </a:spcAft>
              <a:buClr>
                <a:schemeClr val="dk1"/>
              </a:buClr>
              <a:buSzPts val="1800"/>
              <a:buChar char="–"/>
              <a:defRPr sz="1800"/>
            </a:lvl4pPr>
            <a:lvl5pPr indent="-342900" lvl="4" marL="2286000" algn="l">
              <a:lnSpc>
                <a:spcPct val="95000"/>
              </a:lnSpc>
              <a:spcBef>
                <a:spcPts val="1066"/>
              </a:spcBef>
              <a:spcAft>
                <a:spcPts val="0"/>
              </a:spcAft>
              <a:buClr>
                <a:schemeClr val="dk1"/>
              </a:buClr>
              <a:buSzPts val="1800"/>
              <a:buChar char="–"/>
              <a:defRPr sz="1800"/>
            </a:lvl5pPr>
            <a:lvl6pPr indent="-331470" lvl="5" marL="2743200" algn="l">
              <a:lnSpc>
                <a:spcPct val="95000"/>
              </a:lnSpc>
              <a:spcBef>
                <a:spcPts val="1066"/>
              </a:spcBef>
              <a:spcAft>
                <a:spcPts val="0"/>
              </a:spcAft>
              <a:buClr>
                <a:schemeClr val="dk1"/>
              </a:buClr>
              <a:buSzPts val="1620"/>
              <a:buChar char="–"/>
              <a:defRPr sz="1800"/>
            </a:lvl6pPr>
            <a:lvl7pPr indent="-331470" lvl="6" marL="3200400" algn="l">
              <a:lnSpc>
                <a:spcPct val="95000"/>
              </a:lnSpc>
              <a:spcBef>
                <a:spcPts val="1066"/>
              </a:spcBef>
              <a:spcAft>
                <a:spcPts val="0"/>
              </a:spcAft>
              <a:buClr>
                <a:schemeClr val="dk1"/>
              </a:buClr>
              <a:buSzPts val="1620"/>
              <a:buChar char="–"/>
              <a:defRPr sz="1800"/>
            </a:lvl7pPr>
            <a:lvl8pPr indent="-331470" lvl="7" marL="3657600" algn="l">
              <a:lnSpc>
                <a:spcPct val="95000"/>
              </a:lnSpc>
              <a:spcBef>
                <a:spcPts val="1066"/>
              </a:spcBef>
              <a:spcAft>
                <a:spcPts val="0"/>
              </a:spcAft>
              <a:buClr>
                <a:schemeClr val="dk1"/>
              </a:buClr>
              <a:buSzPts val="1620"/>
              <a:buChar char="–"/>
              <a:defRPr sz="1800"/>
            </a:lvl8pPr>
            <a:lvl9pPr indent="-331470" lvl="8" marL="4114800" algn="l">
              <a:lnSpc>
                <a:spcPct val="95000"/>
              </a:lnSpc>
              <a:spcBef>
                <a:spcPts val="1066"/>
              </a:spcBef>
              <a:spcAft>
                <a:spcPts val="0"/>
              </a:spcAft>
              <a:buClr>
                <a:schemeClr val="dk1"/>
              </a:buClr>
              <a:buSzPts val="1620"/>
              <a:buChar char="–"/>
              <a:defRPr sz="1800"/>
            </a:lvl9pPr>
          </a:lstStyle>
          <a:p/>
        </p:txBody>
      </p:sp>
      <p:sp>
        <p:nvSpPr>
          <p:cNvPr id="41" name="Google Shape;41;p39"/>
          <p:cNvSpPr txBox="1"/>
          <p:nvPr>
            <p:ph idx="10" type="dt"/>
          </p:nvPr>
        </p:nvSpPr>
        <p:spPr>
          <a:xfrm>
            <a:off x="1117309" y="6400801"/>
            <a:ext cx="2742486" cy="320675"/>
          </a:xfrm>
          <a:prstGeom prst="rect">
            <a:avLst/>
          </a:prstGeom>
          <a:noFill/>
          <a:ln>
            <a:noFill/>
          </a:ln>
        </p:spPr>
        <p:txBody>
          <a:bodyPr anchorCtr="0" anchor="b"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9"/>
          <p:cNvSpPr txBox="1"/>
          <p:nvPr>
            <p:ph idx="11" type="ftr"/>
          </p:nvPr>
        </p:nvSpPr>
        <p:spPr>
          <a:xfrm>
            <a:off x="3907842" y="6400801"/>
            <a:ext cx="6216301" cy="320675"/>
          </a:xfrm>
          <a:prstGeom prst="rect">
            <a:avLst/>
          </a:prstGeom>
          <a:noFill/>
          <a:ln>
            <a:noFill/>
          </a:ln>
        </p:spPr>
        <p:txBody>
          <a:bodyPr anchorCtr="0" anchor="b"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9"/>
          <p:cNvSpPr txBox="1"/>
          <p:nvPr>
            <p:ph idx="12" type="sldNum"/>
          </p:nvPr>
        </p:nvSpPr>
        <p:spPr>
          <a:xfrm>
            <a:off x="10167146" y="6400801"/>
            <a:ext cx="1107518" cy="320675"/>
          </a:xfrm>
          <a:prstGeom prst="rect">
            <a:avLst/>
          </a:prstGeom>
          <a:noFill/>
          <a:ln>
            <a:noFill/>
          </a:ln>
        </p:spPr>
        <p:txBody>
          <a:bodyPr anchorCtr="0" anchor="b"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4" name="Shape 44"/>
        <p:cNvGrpSpPr/>
        <p:nvPr/>
      </p:nvGrpSpPr>
      <p:grpSpPr>
        <a:xfrm>
          <a:off x="0" y="0"/>
          <a:ext cx="0" cy="0"/>
          <a:chOff x="0" y="0"/>
          <a:chExt cx="0" cy="0"/>
        </a:xfrm>
      </p:grpSpPr>
      <p:sp>
        <p:nvSpPr>
          <p:cNvPr id="45" name="Google Shape;45;p40"/>
          <p:cNvSpPr txBox="1"/>
          <p:nvPr>
            <p:ph type="title"/>
          </p:nvPr>
        </p:nvSpPr>
        <p:spPr>
          <a:xfrm>
            <a:off x="1117309" y="76200"/>
            <a:ext cx="10157354" cy="1397000"/>
          </a:xfrm>
          <a:prstGeom prst="rect">
            <a:avLst/>
          </a:prstGeom>
          <a:noFill/>
          <a:ln>
            <a:noFill/>
          </a:ln>
        </p:spPr>
        <p:txBody>
          <a:bodyPr anchorCtr="0" anchor="b" bIns="60925" lIns="121875" spcFirstLastPara="1" rIns="121875" wrap="square" tIns="60925">
            <a:normAutofit/>
          </a:bodyPr>
          <a:lstStyle>
            <a:lvl1pPr lvl="0" algn="l">
              <a:lnSpc>
                <a:spcPct val="85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40"/>
          <p:cNvSpPr txBox="1"/>
          <p:nvPr>
            <p:ph idx="10" type="dt"/>
          </p:nvPr>
        </p:nvSpPr>
        <p:spPr>
          <a:xfrm>
            <a:off x="1117309" y="6400801"/>
            <a:ext cx="2742486" cy="320675"/>
          </a:xfrm>
          <a:prstGeom prst="rect">
            <a:avLst/>
          </a:prstGeom>
          <a:noFill/>
          <a:ln>
            <a:noFill/>
          </a:ln>
        </p:spPr>
        <p:txBody>
          <a:bodyPr anchorCtr="0" anchor="b"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0"/>
          <p:cNvSpPr txBox="1"/>
          <p:nvPr>
            <p:ph idx="11" type="ftr"/>
          </p:nvPr>
        </p:nvSpPr>
        <p:spPr>
          <a:xfrm>
            <a:off x="3907842" y="6400801"/>
            <a:ext cx="6216301" cy="320675"/>
          </a:xfrm>
          <a:prstGeom prst="rect">
            <a:avLst/>
          </a:prstGeom>
          <a:noFill/>
          <a:ln>
            <a:noFill/>
          </a:ln>
        </p:spPr>
        <p:txBody>
          <a:bodyPr anchorCtr="0" anchor="b"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0"/>
          <p:cNvSpPr txBox="1"/>
          <p:nvPr>
            <p:ph idx="12" type="sldNum"/>
          </p:nvPr>
        </p:nvSpPr>
        <p:spPr>
          <a:xfrm>
            <a:off x="10167146" y="6400801"/>
            <a:ext cx="1107518" cy="320675"/>
          </a:xfrm>
          <a:prstGeom prst="rect">
            <a:avLst/>
          </a:prstGeom>
          <a:noFill/>
          <a:ln>
            <a:noFill/>
          </a:ln>
        </p:spPr>
        <p:txBody>
          <a:bodyPr anchorCtr="0" anchor="b"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showMasterSp="0" type="blank">
  <p:cSld name="BLANK">
    <p:spTree>
      <p:nvGrpSpPr>
        <p:cNvPr id="49" name="Shape 49"/>
        <p:cNvGrpSpPr/>
        <p:nvPr/>
      </p:nvGrpSpPr>
      <p:grpSpPr>
        <a:xfrm>
          <a:off x="0" y="0"/>
          <a:ext cx="0" cy="0"/>
          <a:chOff x="0" y="0"/>
          <a:chExt cx="0" cy="0"/>
        </a:xfrm>
      </p:grpSpPr>
      <p:sp>
        <p:nvSpPr>
          <p:cNvPr id="50" name="Google Shape;50;p41"/>
          <p:cNvSpPr txBox="1"/>
          <p:nvPr>
            <p:ph idx="10" type="dt"/>
          </p:nvPr>
        </p:nvSpPr>
        <p:spPr>
          <a:xfrm>
            <a:off x="1117309" y="6400801"/>
            <a:ext cx="2742486" cy="320675"/>
          </a:xfrm>
          <a:prstGeom prst="rect">
            <a:avLst/>
          </a:prstGeom>
          <a:noFill/>
          <a:ln>
            <a:noFill/>
          </a:ln>
        </p:spPr>
        <p:txBody>
          <a:bodyPr anchorCtr="0" anchor="b"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1"/>
          <p:cNvSpPr txBox="1"/>
          <p:nvPr>
            <p:ph idx="11" type="ftr"/>
          </p:nvPr>
        </p:nvSpPr>
        <p:spPr>
          <a:xfrm>
            <a:off x="3907842" y="6400801"/>
            <a:ext cx="6216301" cy="320675"/>
          </a:xfrm>
          <a:prstGeom prst="rect">
            <a:avLst/>
          </a:prstGeom>
          <a:noFill/>
          <a:ln>
            <a:noFill/>
          </a:ln>
        </p:spPr>
        <p:txBody>
          <a:bodyPr anchorCtr="0" anchor="b"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1"/>
          <p:cNvSpPr txBox="1"/>
          <p:nvPr>
            <p:ph idx="12" type="sldNum"/>
          </p:nvPr>
        </p:nvSpPr>
        <p:spPr>
          <a:xfrm>
            <a:off x="10167146" y="6400801"/>
            <a:ext cx="1107518" cy="320675"/>
          </a:xfrm>
          <a:prstGeom prst="rect">
            <a:avLst/>
          </a:prstGeom>
          <a:noFill/>
          <a:ln>
            <a:noFill/>
          </a:ln>
        </p:spPr>
        <p:txBody>
          <a:bodyPr anchorCtr="0" anchor="b"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showMasterSp="0" type="objTx">
  <p:cSld name="OBJECT_WITH_CAPTION_TEXT">
    <p:spTree>
      <p:nvGrpSpPr>
        <p:cNvPr id="53" name="Shape 53"/>
        <p:cNvGrpSpPr/>
        <p:nvPr/>
      </p:nvGrpSpPr>
      <p:grpSpPr>
        <a:xfrm>
          <a:off x="0" y="0"/>
          <a:ext cx="0" cy="0"/>
          <a:chOff x="0" y="0"/>
          <a:chExt cx="0" cy="0"/>
        </a:xfrm>
      </p:grpSpPr>
      <p:sp>
        <p:nvSpPr>
          <p:cNvPr id="54" name="Google Shape;54;p42"/>
          <p:cNvSpPr/>
          <p:nvPr/>
        </p:nvSpPr>
        <p:spPr>
          <a:xfrm>
            <a:off x="3961368" y="0"/>
            <a:ext cx="7922736" cy="6858000"/>
          </a:xfrm>
          <a:prstGeom prst="rect">
            <a:avLst/>
          </a:prstGeom>
          <a:gradFill>
            <a:gsLst>
              <a:gs pos="0">
                <a:srgbClr val="FFFFFF">
                  <a:alpha val="0"/>
                </a:srgbClr>
              </a:gs>
              <a:gs pos="100000">
                <a:srgbClr val="FFFFFF">
                  <a:alpha val="54901"/>
                </a:srgbClr>
              </a:gs>
            </a:gsLst>
            <a:lin ang="7800000" scaled="0"/>
          </a:gra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b="0" i="0" sz="2400" u="none" cap="none" strike="noStrike">
              <a:solidFill>
                <a:schemeClr val="lt1"/>
              </a:solidFill>
              <a:latin typeface="Century Gothic"/>
              <a:ea typeface="Century Gothic"/>
              <a:cs typeface="Century Gothic"/>
              <a:sym typeface="Century Gothic"/>
            </a:endParaRPr>
          </a:p>
        </p:txBody>
      </p:sp>
      <p:sp>
        <p:nvSpPr>
          <p:cNvPr id="55" name="Google Shape;55;p42"/>
          <p:cNvSpPr txBox="1"/>
          <p:nvPr>
            <p:ph type="title"/>
          </p:nvPr>
        </p:nvSpPr>
        <p:spPr>
          <a:xfrm>
            <a:off x="304721" y="1701800"/>
            <a:ext cx="3351927" cy="2844800"/>
          </a:xfrm>
          <a:prstGeom prst="rect">
            <a:avLst/>
          </a:prstGeom>
          <a:noFill/>
          <a:ln>
            <a:noFill/>
          </a:ln>
        </p:spPr>
        <p:txBody>
          <a:bodyPr anchorCtr="0" anchor="b" bIns="60925" lIns="121875" spcFirstLastPara="1" rIns="121875" wrap="square" tIns="60925">
            <a:normAutofit/>
          </a:bodyPr>
          <a:lstStyle>
            <a:lvl1pPr lvl="0" algn="l">
              <a:lnSpc>
                <a:spcPct val="85000"/>
              </a:lnSpc>
              <a:spcBef>
                <a:spcPts val="0"/>
              </a:spcBef>
              <a:spcAft>
                <a:spcPts val="0"/>
              </a:spcAft>
              <a:buClr>
                <a:schemeClr val="dk1"/>
              </a:buClr>
              <a:buSzPts val="2000"/>
              <a:buFont typeface="Century Gothic"/>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2"/>
          <p:cNvSpPr txBox="1"/>
          <p:nvPr>
            <p:ph idx="1" type="body"/>
          </p:nvPr>
        </p:nvSpPr>
        <p:spPr>
          <a:xfrm>
            <a:off x="4469236" y="482600"/>
            <a:ext cx="6805427" cy="5892800"/>
          </a:xfrm>
          <a:prstGeom prst="rect">
            <a:avLst/>
          </a:prstGeom>
          <a:noFill/>
          <a:ln>
            <a:noFill/>
          </a:ln>
        </p:spPr>
        <p:txBody>
          <a:bodyPr anchorCtr="0" anchor="t" bIns="60925" lIns="121875" spcFirstLastPara="1" rIns="121875" wrap="square" tIns="60925">
            <a:normAutofit/>
          </a:bodyPr>
          <a:lstStyle>
            <a:lvl1pPr indent="-381000" lvl="0" marL="457200" algn="l">
              <a:lnSpc>
                <a:spcPct val="95000"/>
              </a:lnSpc>
              <a:spcBef>
                <a:spcPts val="1866"/>
              </a:spcBef>
              <a:spcAft>
                <a:spcPts val="0"/>
              </a:spcAft>
              <a:buClr>
                <a:schemeClr val="dk1"/>
              </a:buClr>
              <a:buSzPts val="2400"/>
              <a:buChar char="•"/>
              <a:defRPr sz="2400"/>
            </a:lvl1pPr>
            <a:lvl2pPr indent="-355600" lvl="1" marL="914400" algn="l">
              <a:lnSpc>
                <a:spcPct val="95000"/>
              </a:lnSpc>
              <a:spcBef>
                <a:spcPts val="1066"/>
              </a:spcBef>
              <a:spcAft>
                <a:spcPts val="0"/>
              </a:spcAft>
              <a:buClr>
                <a:schemeClr val="dk1"/>
              </a:buClr>
              <a:buSzPts val="2000"/>
              <a:buChar char="–"/>
              <a:defRPr sz="2000"/>
            </a:lvl2pPr>
            <a:lvl3pPr indent="-342900" lvl="2" marL="1371600" algn="l">
              <a:lnSpc>
                <a:spcPct val="95000"/>
              </a:lnSpc>
              <a:spcBef>
                <a:spcPts val="1066"/>
              </a:spcBef>
              <a:spcAft>
                <a:spcPts val="0"/>
              </a:spcAft>
              <a:buClr>
                <a:schemeClr val="dk1"/>
              </a:buClr>
              <a:buSzPts val="1800"/>
              <a:buChar char="–"/>
              <a:defRPr sz="1800"/>
            </a:lvl3pPr>
            <a:lvl4pPr indent="-342900" lvl="3" marL="1828800" algn="l">
              <a:lnSpc>
                <a:spcPct val="95000"/>
              </a:lnSpc>
              <a:spcBef>
                <a:spcPts val="1066"/>
              </a:spcBef>
              <a:spcAft>
                <a:spcPts val="0"/>
              </a:spcAft>
              <a:buClr>
                <a:schemeClr val="dk1"/>
              </a:buClr>
              <a:buSzPts val="1800"/>
              <a:buChar char="–"/>
              <a:defRPr sz="1800"/>
            </a:lvl4pPr>
            <a:lvl5pPr indent="-342900" lvl="4" marL="2286000" algn="l">
              <a:lnSpc>
                <a:spcPct val="95000"/>
              </a:lnSpc>
              <a:spcBef>
                <a:spcPts val="1066"/>
              </a:spcBef>
              <a:spcAft>
                <a:spcPts val="0"/>
              </a:spcAft>
              <a:buClr>
                <a:schemeClr val="dk1"/>
              </a:buClr>
              <a:buSzPts val="1800"/>
              <a:buChar char="–"/>
              <a:defRPr sz="1800"/>
            </a:lvl5pPr>
            <a:lvl6pPr indent="-331470" lvl="5" marL="2743200" algn="l">
              <a:lnSpc>
                <a:spcPct val="95000"/>
              </a:lnSpc>
              <a:spcBef>
                <a:spcPts val="1066"/>
              </a:spcBef>
              <a:spcAft>
                <a:spcPts val="0"/>
              </a:spcAft>
              <a:buClr>
                <a:schemeClr val="dk1"/>
              </a:buClr>
              <a:buSzPts val="1620"/>
              <a:buChar char="–"/>
              <a:defRPr sz="1800"/>
            </a:lvl6pPr>
            <a:lvl7pPr indent="-331470" lvl="6" marL="3200400" algn="l">
              <a:lnSpc>
                <a:spcPct val="95000"/>
              </a:lnSpc>
              <a:spcBef>
                <a:spcPts val="1066"/>
              </a:spcBef>
              <a:spcAft>
                <a:spcPts val="0"/>
              </a:spcAft>
              <a:buClr>
                <a:schemeClr val="dk1"/>
              </a:buClr>
              <a:buSzPts val="1620"/>
              <a:buChar char="–"/>
              <a:defRPr sz="1800"/>
            </a:lvl7pPr>
            <a:lvl8pPr indent="-331470" lvl="7" marL="3657600" algn="l">
              <a:lnSpc>
                <a:spcPct val="95000"/>
              </a:lnSpc>
              <a:spcBef>
                <a:spcPts val="1066"/>
              </a:spcBef>
              <a:spcAft>
                <a:spcPts val="0"/>
              </a:spcAft>
              <a:buClr>
                <a:schemeClr val="dk1"/>
              </a:buClr>
              <a:buSzPts val="1620"/>
              <a:buChar char="–"/>
              <a:defRPr sz="1800"/>
            </a:lvl8pPr>
            <a:lvl9pPr indent="-331470" lvl="8" marL="4114800" algn="l">
              <a:lnSpc>
                <a:spcPct val="95000"/>
              </a:lnSpc>
              <a:spcBef>
                <a:spcPts val="1066"/>
              </a:spcBef>
              <a:spcAft>
                <a:spcPts val="0"/>
              </a:spcAft>
              <a:buClr>
                <a:schemeClr val="dk1"/>
              </a:buClr>
              <a:buSzPts val="1620"/>
              <a:buChar char="–"/>
              <a:defRPr sz="1800"/>
            </a:lvl9pPr>
          </a:lstStyle>
          <a:p/>
        </p:txBody>
      </p:sp>
      <p:sp>
        <p:nvSpPr>
          <p:cNvPr id="57" name="Google Shape;57;p42"/>
          <p:cNvSpPr txBox="1"/>
          <p:nvPr>
            <p:ph idx="2" type="body"/>
          </p:nvPr>
        </p:nvSpPr>
        <p:spPr>
          <a:xfrm>
            <a:off x="304721" y="4648200"/>
            <a:ext cx="3351927" cy="1727200"/>
          </a:xfrm>
          <a:prstGeom prst="rect">
            <a:avLst/>
          </a:prstGeom>
          <a:noFill/>
          <a:ln>
            <a:noFill/>
          </a:ln>
        </p:spPr>
        <p:txBody>
          <a:bodyPr anchorCtr="0" anchor="t" bIns="60925" lIns="121875" spcFirstLastPara="1" rIns="121875" wrap="square" tIns="60925">
            <a:normAutofit/>
          </a:bodyPr>
          <a:lstStyle>
            <a:lvl1pPr indent="-228600" lvl="0" marL="457200" algn="l">
              <a:lnSpc>
                <a:spcPct val="95000"/>
              </a:lnSpc>
              <a:spcBef>
                <a:spcPts val="1200"/>
              </a:spcBef>
              <a:spcAft>
                <a:spcPts val="0"/>
              </a:spcAft>
              <a:buClr>
                <a:schemeClr val="dk1"/>
              </a:buClr>
              <a:buSzPts val="1600"/>
              <a:buNone/>
              <a:defRPr sz="1600"/>
            </a:lvl1pPr>
            <a:lvl2pPr indent="-228600" lvl="1" marL="914400" algn="l">
              <a:lnSpc>
                <a:spcPct val="95000"/>
              </a:lnSpc>
              <a:spcBef>
                <a:spcPts val="1066"/>
              </a:spcBef>
              <a:spcAft>
                <a:spcPts val="0"/>
              </a:spcAft>
              <a:buClr>
                <a:schemeClr val="dk1"/>
              </a:buClr>
              <a:buSzPts val="1600"/>
              <a:buNone/>
              <a:defRPr sz="1600"/>
            </a:lvl2pPr>
            <a:lvl3pPr indent="-228600" lvl="2" marL="1371600" algn="l">
              <a:lnSpc>
                <a:spcPct val="95000"/>
              </a:lnSpc>
              <a:spcBef>
                <a:spcPts val="1066"/>
              </a:spcBef>
              <a:spcAft>
                <a:spcPts val="0"/>
              </a:spcAft>
              <a:buClr>
                <a:schemeClr val="dk1"/>
              </a:buClr>
              <a:buSzPts val="1300"/>
              <a:buNone/>
              <a:defRPr sz="1300"/>
            </a:lvl3pPr>
            <a:lvl4pPr indent="-228600" lvl="3" marL="1828800" algn="l">
              <a:lnSpc>
                <a:spcPct val="95000"/>
              </a:lnSpc>
              <a:spcBef>
                <a:spcPts val="1066"/>
              </a:spcBef>
              <a:spcAft>
                <a:spcPts val="0"/>
              </a:spcAft>
              <a:buClr>
                <a:schemeClr val="dk1"/>
              </a:buClr>
              <a:buSzPts val="1200"/>
              <a:buNone/>
              <a:defRPr sz="1200"/>
            </a:lvl4pPr>
            <a:lvl5pPr indent="-228600" lvl="4" marL="2286000" algn="l">
              <a:lnSpc>
                <a:spcPct val="95000"/>
              </a:lnSpc>
              <a:spcBef>
                <a:spcPts val="1066"/>
              </a:spcBef>
              <a:spcAft>
                <a:spcPts val="0"/>
              </a:spcAft>
              <a:buClr>
                <a:schemeClr val="dk1"/>
              </a:buClr>
              <a:buSzPts val="1200"/>
              <a:buNone/>
              <a:defRPr sz="1200"/>
            </a:lvl5pPr>
            <a:lvl6pPr indent="-228600" lvl="5" marL="2743200" algn="l">
              <a:lnSpc>
                <a:spcPct val="95000"/>
              </a:lnSpc>
              <a:spcBef>
                <a:spcPts val="1066"/>
              </a:spcBef>
              <a:spcAft>
                <a:spcPts val="0"/>
              </a:spcAft>
              <a:buClr>
                <a:schemeClr val="dk1"/>
              </a:buClr>
              <a:buSzPts val="1080"/>
              <a:buNone/>
              <a:defRPr sz="1200"/>
            </a:lvl6pPr>
            <a:lvl7pPr indent="-228600" lvl="6" marL="3200400" algn="l">
              <a:lnSpc>
                <a:spcPct val="95000"/>
              </a:lnSpc>
              <a:spcBef>
                <a:spcPts val="1066"/>
              </a:spcBef>
              <a:spcAft>
                <a:spcPts val="0"/>
              </a:spcAft>
              <a:buClr>
                <a:schemeClr val="dk1"/>
              </a:buClr>
              <a:buSzPts val="1080"/>
              <a:buNone/>
              <a:defRPr sz="1200"/>
            </a:lvl7pPr>
            <a:lvl8pPr indent="-228600" lvl="7" marL="3657600" algn="l">
              <a:lnSpc>
                <a:spcPct val="95000"/>
              </a:lnSpc>
              <a:spcBef>
                <a:spcPts val="1066"/>
              </a:spcBef>
              <a:spcAft>
                <a:spcPts val="0"/>
              </a:spcAft>
              <a:buClr>
                <a:schemeClr val="dk1"/>
              </a:buClr>
              <a:buSzPts val="1080"/>
              <a:buNone/>
              <a:defRPr sz="1200"/>
            </a:lvl8pPr>
            <a:lvl9pPr indent="-228600" lvl="8" marL="4114800" algn="l">
              <a:lnSpc>
                <a:spcPct val="95000"/>
              </a:lnSpc>
              <a:spcBef>
                <a:spcPts val="1066"/>
              </a:spcBef>
              <a:spcAft>
                <a:spcPts val="0"/>
              </a:spcAft>
              <a:buClr>
                <a:schemeClr val="dk1"/>
              </a:buClr>
              <a:buSzPts val="1080"/>
              <a:buNone/>
              <a:defRPr sz="1200"/>
            </a:lvl9pPr>
          </a:lstStyle>
          <a:p/>
        </p:txBody>
      </p:sp>
      <p:sp>
        <p:nvSpPr>
          <p:cNvPr id="58" name="Google Shape;58;p42"/>
          <p:cNvSpPr txBox="1"/>
          <p:nvPr>
            <p:ph idx="10" type="dt"/>
          </p:nvPr>
        </p:nvSpPr>
        <p:spPr>
          <a:xfrm>
            <a:off x="1117309" y="6400801"/>
            <a:ext cx="2742486" cy="320675"/>
          </a:xfrm>
          <a:prstGeom prst="rect">
            <a:avLst/>
          </a:prstGeom>
          <a:noFill/>
          <a:ln>
            <a:noFill/>
          </a:ln>
        </p:spPr>
        <p:txBody>
          <a:bodyPr anchorCtr="0" anchor="b"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2"/>
          <p:cNvSpPr txBox="1"/>
          <p:nvPr>
            <p:ph idx="11" type="ftr"/>
          </p:nvPr>
        </p:nvSpPr>
        <p:spPr>
          <a:xfrm>
            <a:off x="3907842" y="6400801"/>
            <a:ext cx="6216301" cy="320675"/>
          </a:xfrm>
          <a:prstGeom prst="rect">
            <a:avLst/>
          </a:prstGeom>
          <a:noFill/>
          <a:ln>
            <a:noFill/>
          </a:ln>
        </p:spPr>
        <p:txBody>
          <a:bodyPr anchorCtr="0" anchor="b"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2"/>
          <p:cNvSpPr txBox="1"/>
          <p:nvPr>
            <p:ph idx="12" type="sldNum"/>
          </p:nvPr>
        </p:nvSpPr>
        <p:spPr>
          <a:xfrm>
            <a:off x="10167146" y="6400801"/>
            <a:ext cx="1107518" cy="320675"/>
          </a:xfrm>
          <a:prstGeom prst="rect">
            <a:avLst/>
          </a:prstGeom>
          <a:noFill/>
          <a:ln>
            <a:noFill/>
          </a:ln>
        </p:spPr>
        <p:txBody>
          <a:bodyPr anchorCtr="0" anchor="b"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showMasterSp="0" type="picTx">
  <p:cSld name="PICTURE_WITH_CAPTION_TEXT">
    <p:spTree>
      <p:nvGrpSpPr>
        <p:cNvPr id="61" name="Shape 61"/>
        <p:cNvGrpSpPr/>
        <p:nvPr/>
      </p:nvGrpSpPr>
      <p:grpSpPr>
        <a:xfrm>
          <a:off x="0" y="0"/>
          <a:ext cx="0" cy="0"/>
          <a:chOff x="0" y="0"/>
          <a:chExt cx="0" cy="0"/>
        </a:xfrm>
      </p:grpSpPr>
      <p:sp>
        <p:nvSpPr>
          <p:cNvPr id="62" name="Google Shape;62;p43"/>
          <p:cNvSpPr/>
          <p:nvPr/>
        </p:nvSpPr>
        <p:spPr>
          <a:xfrm>
            <a:off x="2082258" y="0"/>
            <a:ext cx="8024310" cy="6858000"/>
          </a:xfrm>
          <a:prstGeom prst="rect">
            <a:avLst/>
          </a:prstGeom>
          <a:gradFill>
            <a:gsLst>
              <a:gs pos="0">
                <a:srgbClr val="FFFFFF">
                  <a:alpha val="0"/>
                </a:srgbClr>
              </a:gs>
              <a:gs pos="100000">
                <a:srgbClr val="FFFFFF">
                  <a:alpha val="54901"/>
                </a:srgbClr>
              </a:gs>
            </a:gsLst>
            <a:lin ang="7800000" scaled="0"/>
          </a:gra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b="0" i="0" sz="2400" u="none" cap="none" strike="noStrike">
              <a:solidFill>
                <a:schemeClr val="lt1"/>
              </a:solidFill>
              <a:latin typeface="Century Gothic"/>
              <a:ea typeface="Century Gothic"/>
              <a:cs typeface="Century Gothic"/>
              <a:sym typeface="Century Gothic"/>
            </a:endParaRPr>
          </a:p>
        </p:txBody>
      </p:sp>
      <p:sp>
        <p:nvSpPr>
          <p:cNvPr id="63" name="Google Shape;63;p43"/>
          <p:cNvSpPr txBox="1"/>
          <p:nvPr>
            <p:ph type="title"/>
          </p:nvPr>
        </p:nvSpPr>
        <p:spPr>
          <a:xfrm>
            <a:off x="2437765" y="4800600"/>
            <a:ext cx="7313295" cy="762000"/>
          </a:xfrm>
          <a:prstGeom prst="rect">
            <a:avLst/>
          </a:prstGeom>
          <a:noFill/>
          <a:ln>
            <a:noFill/>
          </a:ln>
        </p:spPr>
        <p:txBody>
          <a:bodyPr anchorCtr="0" anchor="b" bIns="60925" lIns="121875" spcFirstLastPara="1" rIns="121875" wrap="square" tIns="60925">
            <a:normAutofit/>
          </a:bodyPr>
          <a:lstStyle>
            <a:lvl1pPr lvl="0" algn="l">
              <a:lnSpc>
                <a:spcPct val="85000"/>
              </a:lnSpc>
              <a:spcBef>
                <a:spcPts val="0"/>
              </a:spcBef>
              <a:spcAft>
                <a:spcPts val="0"/>
              </a:spcAft>
              <a:buClr>
                <a:schemeClr val="dk1"/>
              </a:buClr>
              <a:buSzPts val="2000"/>
              <a:buFont typeface="Century Gothic"/>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43"/>
          <p:cNvSpPr/>
          <p:nvPr>
            <p:ph idx="2" type="pic"/>
          </p:nvPr>
        </p:nvSpPr>
        <p:spPr>
          <a:xfrm>
            <a:off x="2437765" y="279401"/>
            <a:ext cx="7313295" cy="4448175"/>
          </a:xfrm>
          <a:prstGeom prst="rect">
            <a:avLst/>
          </a:prstGeom>
          <a:noFill/>
          <a:ln>
            <a:noFill/>
          </a:ln>
        </p:spPr>
      </p:sp>
      <p:sp>
        <p:nvSpPr>
          <p:cNvPr id="65" name="Google Shape;65;p43"/>
          <p:cNvSpPr txBox="1"/>
          <p:nvPr>
            <p:ph idx="1" type="body"/>
          </p:nvPr>
        </p:nvSpPr>
        <p:spPr>
          <a:xfrm>
            <a:off x="2437765" y="5562600"/>
            <a:ext cx="7313295" cy="812800"/>
          </a:xfrm>
          <a:prstGeom prst="rect">
            <a:avLst/>
          </a:prstGeom>
          <a:noFill/>
          <a:ln>
            <a:noFill/>
          </a:ln>
        </p:spPr>
        <p:txBody>
          <a:bodyPr anchorCtr="0" anchor="t" bIns="60925" lIns="121875" spcFirstLastPara="1" rIns="121875" wrap="square" tIns="60925">
            <a:normAutofit/>
          </a:bodyPr>
          <a:lstStyle>
            <a:lvl1pPr indent="-228600" lvl="0" marL="457200" algn="l">
              <a:lnSpc>
                <a:spcPct val="95000"/>
              </a:lnSpc>
              <a:spcBef>
                <a:spcPts val="0"/>
              </a:spcBef>
              <a:spcAft>
                <a:spcPts val="0"/>
              </a:spcAft>
              <a:buClr>
                <a:schemeClr val="dk1"/>
              </a:buClr>
              <a:buSzPts val="1600"/>
              <a:buNone/>
              <a:defRPr sz="1600"/>
            </a:lvl1pPr>
            <a:lvl2pPr indent="-228600" lvl="1" marL="914400" algn="l">
              <a:lnSpc>
                <a:spcPct val="95000"/>
              </a:lnSpc>
              <a:spcBef>
                <a:spcPts val="1066"/>
              </a:spcBef>
              <a:spcAft>
                <a:spcPts val="0"/>
              </a:spcAft>
              <a:buClr>
                <a:schemeClr val="dk1"/>
              </a:buClr>
              <a:buSzPts val="1600"/>
              <a:buNone/>
              <a:defRPr sz="1600"/>
            </a:lvl2pPr>
            <a:lvl3pPr indent="-228600" lvl="2" marL="1371600" algn="l">
              <a:lnSpc>
                <a:spcPct val="95000"/>
              </a:lnSpc>
              <a:spcBef>
                <a:spcPts val="1066"/>
              </a:spcBef>
              <a:spcAft>
                <a:spcPts val="0"/>
              </a:spcAft>
              <a:buClr>
                <a:schemeClr val="dk1"/>
              </a:buClr>
              <a:buSzPts val="1300"/>
              <a:buNone/>
              <a:defRPr sz="1300"/>
            </a:lvl3pPr>
            <a:lvl4pPr indent="-228600" lvl="3" marL="1828800" algn="l">
              <a:lnSpc>
                <a:spcPct val="95000"/>
              </a:lnSpc>
              <a:spcBef>
                <a:spcPts val="1066"/>
              </a:spcBef>
              <a:spcAft>
                <a:spcPts val="0"/>
              </a:spcAft>
              <a:buClr>
                <a:schemeClr val="dk1"/>
              </a:buClr>
              <a:buSzPts val="1200"/>
              <a:buNone/>
              <a:defRPr sz="1200"/>
            </a:lvl4pPr>
            <a:lvl5pPr indent="-228600" lvl="4" marL="2286000" algn="l">
              <a:lnSpc>
                <a:spcPct val="95000"/>
              </a:lnSpc>
              <a:spcBef>
                <a:spcPts val="1066"/>
              </a:spcBef>
              <a:spcAft>
                <a:spcPts val="0"/>
              </a:spcAft>
              <a:buClr>
                <a:schemeClr val="dk1"/>
              </a:buClr>
              <a:buSzPts val="1200"/>
              <a:buNone/>
              <a:defRPr sz="1200"/>
            </a:lvl5pPr>
            <a:lvl6pPr indent="-228600" lvl="5" marL="2743200" algn="l">
              <a:lnSpc>
                <a:spcPct val="95000"/>
              </a:lnSpc>
              <a:spcBef>
                <a:spcPts val="1066"/>
              </a:spcBef>
              <a:spcAft>
                <a:spcPts val="0"/>
              </a:spcAft>
              <a:buClr>
                <a:schemeClr val="dk1"/>
              </a:buClr>
              <a:buSzPts val="1080"/>
              <a:buNone/>
              <a:defRPr sz="1200"/>
            </a:lvl6pPr>
            <a:lvl7pPr indent="-228600" lvl="6" marL="3200400" algn="l">
              <a:lnSpc>
                <a:spcPct val="95000"/>
              </a:lnSpc>
              <a:spcBef>
                <a:spcPts val="1066"/>
              </a:spcBef>
              <a:spcAft>
                <a:spcPts val="0"/>
              </a:spcAft>
              <a:buClr>
                <a:schemeClr val="dk1"/>
              </a:buClr>
              <a:buSzPts val="1080"/>
              <a:buNone/>
              <a:defRPr sz="1200"/>
            </a:lvl7pPr>
            <a:lvl8pPr indent="-228600" lvl="7" marL="3657600" algn="l">
              <a:lnSpc>
                <a:spcPct val="95000"/>
              </a:lnSpc>
              <a:spcBef>
                <a:spcPts val="1066"/>
              </a:spcBef>
              <a:spcAft>
                <a:spcPts val="0"/>
              </a:spcAft>
              <a:buClr>
                <a:schemeClr val="dk1"/>
              </a:buClr>
              <a:buSzPts val="1080"/>
              <a:buNone/>
              <a:defRPr sz="1200"/>
            </a:lvl8pPr>
            <a:lvl9pPr indent="-228600" lvl="8" marL="4114800" algn="l">
              <a:lnSpc>
                <a:spcPct val="95000"/>
              </a:lnSpc>
              <a:spcBef>
                <a:spcPts val="1066"/>
              </a:spcBef>
              <a:spcAft>
                <a:spcPts val="0"/>
              </a:spcAft>
              <a:buClr>
                <a:schemeClr val="dk1"/>
              </a:buClr>
              <a:buSzPts val="1080"/>
              <a:buNone/>
              <a:defRPr sz="1200"/>
            </a:lvl9pPr>
          </a:lstStyle>
          <a:p/>
        </p:txBody>
      </p:sp>
      <p:sp>
        <p:nvSpPr>
          <p:cNvPr id="66" name="Google Shape;66;p43"/>
          <p:cNvSpPr txBox="1"/>
          <p:nvPr>
            <p:ph idx="10" type="dt"/>
          </p:nvPr>
        </p:nvSpPr>
        <p:spPr>
          <a:xfrm>
            <a:off x="1117309" y="6400801"/>
            <a:ext cx="2742486" cy="320675"/>
          </a:xfrm>
          <a:prstGeom prst="rect">
            <a:avLst/>
          </a:prstGeom>
          <a:noFill/>
          <a:ln>
            <a:noFill/>
          </a:ln>
        </p:spPr>
        <p:txBody>
          <a:bodyPr anchorCtr="0" anchor="b"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3"/>
          <p:cNvSpPr txBox="1"/>
          <p:nvPr>
            <p:ph idx="11" type="ftr"/>
          </p:nvPr>
        </p:nvSpPr>
        <p:spPr>
          <a:xfrm>
            <a:off x="3907842" y="6400801"/>
            <a:ext cx="6216301" cy="320675"/>
          </a:xfrm>
          <a:prstGeom prst="rect">
            <a:avLst/>
          </a:prstGeom>
          <a:noFill/>
          <a:ln>
            <a:noFill/>
          </a:ln>
        </p:spPr>
        <p:txBody>
          <a:bodyPr anchorCtr="0" anchor="b"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43"/>
          <p:cNvSpPr txBox="1"/>
          <p:nvPr>
            <p:ph idx="12" type="sldNum"/>
          </p:nvPr>
        </p:nvSpPr>
        <p:spPr>
          <a:xfrm>
            <a:off x="10167146" y="6400801"/>
            <a:ext cx="1107518" cy="320675"/>
          </a:xfrm>
          <a:prstGeom prst="rect">
            <a:avLst/>
          </a:prstGeom>
          <a:noFill/>
          <a:ln>
            <a:noFill/>
          </a:ln>
        </p:spPr>
        <p:txBody>
          <a:bodyPr anchorCtr="0" anchor="b"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9" name="Shape 69"/>
        <p:cNvGrpSpPr/>
        <p:nvPr/>
      </p:nvGrpSpPr>
      <p:grpSpPr>
        <a:xfrm>
          <a:off x="0" y="0"/>
          <a:ext cx="0" cy="0"/>
          <a:chOff x="0" y="0"/>
          <a:chExt cx="0" cy="0"/>
        </a:xfrm>
      </p:grpSpPr>
      <p:sp>
        <p:nvSpPr>
          <p:cNvPr id="70" name="Google Shape;70;p44"/>
          <p:cNvSpPr txBox="1"/>
          <p:nvPr>
            <p:ph type="title"/>
          </p:nvPr>
        </p:nvSpPr>
        <p:spPr>
          <a:xfrm>
            <a:off x="1117309" y="76200"/>
            <a:ext cx="10157354" cy="1397000"/>
          </a:xfrm>
          <a:prstGeom prst="rect">
            <a:avLst/>
          </a:prstGeom>
          <a:noFill/>
          <a:ln>
            <a:noFill/>
          </a:ln>
        </p:spPr>
        <p:txBody>
          <a:bodyPr anchorCtr="0" anchor="b" bIns="60925" lIns="121875" spcFirstLastPara="1" rIns="121875" wrap="square" tIns="60925">
            <a:normAutofit/>
          </a:bodyPr>
          <a:lstStyle>
            <a:lvl1pPr lvl="0" algn="l">
              <a:lnSpc>
                <a:spcPct val="85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44"/>
          <p:cNvSpPr txBox="1"/>
          <p:nvPr>
            <p:ph idx="1" type="body"/>
          </p:nvPr>
        </p:nvSpPr>
        <p:spPr>
          <a:xfrm rot="5400000">
            <a:off x="3960786" y="-1141677"/>
            <a:ext cx="4470400" cy="10157354"/>
          </a:xfrm>
          <a:prstGeom prst="rect">
            <a:avLst/>
          </a:prstGeom>
          <a:noFill/>
          <a:ln>
            <a:noFill/>
          </a:ln>
        </p:spPr>
        <p:txBody>
          <a:bodyPr anchorCtr="0" anchor="t" bIns="60925" lIns="121875" spcFirstLastPara="1" rIns="121875" wrap="square" tIns="60925">
            <a:normAutofit/>
          </a:bodyPr>
          <a:lstStyle>
            <a:lvl1pPr indent="-342900" lvl="0" marL="457200" algn="l">
              <a:lnSpc>
                <a:spcPct val="95000"/>
              </a:lnSpc>
              <a:spcBef>
                <a:spcPts val="1866"/>
              </a:spcBef>
              <a:spcAft>
                <a:spcPts val="0"/>
              </a:spcAft>
              <a:buClr>
                <a:schemeClr val="dk1"/>
              </a:buClr>
              <a:buSzPts val="1800"/>
              <a:buChar char="•"/>
              <a:defRPr/>
            </a:lvl1pPr>
            <a:lvl2pPr indent="-342900" lvl="1" marL="914400" algn="l">
              <a:lnSpc>
                <a:spcPct val="95000"/>
              </a:lnSpc>
              <a:spcBef>
                <a:spcPts val="1066"/>
              </a:spcBef>
              <a:spcAft>
                <a:spcPts val="0"/>
              </a:spcAft>
              <a:buClr>
                <a:schemeClr val="dk1"/>
              </a:buClr>
              <a:buSzPts val="1800"/>
              <a:buChar char="–"/>
              <a:defRPr/>
            </a:lvl2pPr>
            <a:lvl3pPr indent="-342900" lvl="2" marL="1371600" algn="l">
              <a:lnSpc>
                <a:spcPct val="95000"/>
              </a:lnSpc>
              <a:spcBef>
                <a:spcPts val="1066"/>
              </a:spcBef>
              <a:spcAft>
                <a:spcPts val="0"/>
              </a:spcAft>
              <a:buClr>
                <a:schemeClr val="dk1"/>
              </a:buClr>
              <a:buSzPts val="1800"/>
              <a:buChar char="–"/>
              <a:defRPr/>
            </a:lvl3pPr>
            <a:lvl4pPr indent="-342900" lvl="3" marL="1828800" algn="l">
              <a:lnSpc>
                <a:spcPct val="95000"/>
              </a:lnSpc>
              <a:spcBef>
                <a:spcPts val="1066"/>
              </a:spcBef>
              <a:spcAft>
                <a:spcPts val="0"/>
              </a:spcAft>
              <a:buClr>
                <a:schemeClr val="dk1"/>
              </a:buClr>
              <a:buSzPts val="1800"/>
              <a:buChar char="–"/>
              <a:defRPr/>
            </a:lvl4pPr>
            <a:lvl5pPr indent="-342900" lvl="4" marL="2286000" algn="l">
              <a:lnSpc>
                <a:spcPct val="95000"/>
              </a:lnSpc>
              <a:spcBef>
                <a:spcPts val="1066"/>
              </a:spcBef>
              <a:spcAft>
                <a:spcPts val="0"/>
              </a:spcAft>
              <a:buClr>
                <a:schemeClr val="dk1"/>
              </a:buClr>
              <a:buSzPts val="1800"/>
              <a:buChar char="–"/>
              <a:defRPr/>
            </a:lvl5pPr>
            <a:lvl6pPr indent="-331470" lvl="5" marL="2743200" algn="l">
              <a:lnSpc>
                <a:spcPct val="95000"/>
              </a:lnSpc>
              <a:spcBef>
                <a:spcPts val="1066"/>
              </a:spcBef>
              <a:spcAft>
                <a:spcPts val="0"/>
              </a:spcAft>
              <a:buClr>
                <a:schemeClr val="dk1"/>
              </a:buClr>
              <a:buSzPts val="1620"/>
              <a:buChar char="–"/>
              <a:defRPr/>
            </a:lvl6pPr>
            <a:lvl7pPr indent="-331470" lvl="6" marL="3200400" algn="l">
              <a:lnSpc>
                <a:spcPct val="95000"/>
              </a:lnSpc>
              <a:spcBef>
                <a:spcPts val="1066"/>
              </a:spcBef>
              <a:spcAft>
                <a:spcPts val="0"/>
              </a:spcAft>
              <a:buClr>
                <a:schemeClr val="dk1"/>
              </a:buClr>
              <a:buSzPts val="1620"/>
              <a:buChar char="–"/>
              <a:defRPr/>
            </a:lvl7pPr>
            <a:lvl8pPr indent="-331470" lvl="7" marL="3657600" algn="l">
              <a:lnSpc>
                <a:spcPct val="95000"/>
              </a:lnSpc>
              <a:spcBef>
                <a:spcPts val="1066"/>
              </a:spcBef>
              <a:spcAft>
                <a:spcPts val="0"/>
              </a:spcAft>
              <a:buClr>
                <a:schemeClr val="dk1"/>
              </a:buClr>
              <a:buSzPts val="1620"/>
              <a:buChar char="–"/>
              <a:defRPr/>
            </a:lvl8pPr>
            <a:lvl9pPr indent="-331470" lvl="8" marL="4114800" algn="l">
              <a:lnSpc>
                <a:spcPct val="95000"/>
              </a:lnSpc>
              <a:spcBef>
                <a:spcPts val="1066"/>
              </a:spcBef>
              <a:spcAft>
                <a:spcPts val="0"/>
              </a:spcAft>
              <a:buClr>
                <a:schemeClr val="dk1"/>
              </a:buClr>
              <a:buSzPts val="1620"/>
              <a:buChar char="–"/>
              <a:defRPr/>
            </a:lvl9pPr>
          </a:lstStyle>
          <a:p/>
        </p:txBody>
      </p:sp>
      <p:sp>
        <p:nvSpPr>
          <p:cNvPr id="72" name="Google Shape;72;p44"/>
          <p:cNvSpPr txBox="1"/>
          <p:nvPr>
            <p:ph idx="10" type="dt"/>
          </p:nvPr>
        </p:nvSpPr>
        <p:spPr>
          <a:xfrm>
            <a:off x="1117309" y="6400801"/>
            <a:ext cx="2742486" cy="320675"/>
          </a:xfrm>
          <a:prstGeom prst="rect">
            <a:avLst/>
          </a:prstGeom>
          <a:noFill/>
          <a:ln>
            <a:noFill/>
          </a:ln>
        </p:spPr>
        <p:txBody>
          <a:bodyPr anchorCtr="0" anchor="b"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4"/>
          <p:cNvSpPr txBox="1"/>
          <p:nvPr>
            <p:ph idx="11" type="ftr"/>
          </p:nvPr>
        </p:nvSpPr>
        <p:spPr>
          <a:xfrm>
            <a:off x="3907842" y="6400801"/>
            <a:ext cx="6216301" cy="320675"/>
          </a:xfrm>
          <a:prstGeom prst="rect">
            <a:avLst/>
          </a:prstGeom>
          <a:noFill/>
          <a:ln>
            <a:noFill/>
          </a:ln>
        </p:spPr>
        <p:txBody>
          <a:bodyPr anchorCtr="0" anchor="b"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4"/>
          <p:cNvSpPr txBox="1"/>
          <p:nvPr>
            <p:ph idx="12" type="sldNum"/>
          </p:nvPr>
        </p:nvSpPr>
        <p:spPr>
          <a:xfrm>
            <a:off x="10167146" y="6400801"/>
            <a:ext cx="1107518" cy="320675"/>
          </a:xfrm>
          <a:prstGeom prst="rect">
            <a:avLst/>
          </a:prstGeom>
          <a:noFill/>
          <a:ln>
            <a:noFill/>
          </a:ln>
        </p:spPr>
        <p:txBody>
          <a:bodyPr anchorCtr="0" anchor="b"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5" name="Shape 75"/>
        <p:cNvGrpSpPr/>
        <p:nvPr/>
      </p:nvGrpSpPr>
      <p:grpSpPr>
        <a:xfrm>
          <a:off x="0" y="0"/>
          <a:ext cx="0" cy="0"/>
          <a:chOff x="0" y="0"/>
          <a:chExt cx="0" cy="0"/>
        </a:xfrm>
      </p:grpSpPr>
      <p:sp>
        <p:nvSpPr>
          <p:cNvPr id="76" name="Google Shape;76;p45"/>
          <p:cNvSpPr txBox="1"/>
          <p:nvPr>
            <p:ph type="title"/>
          </p:nvPr>
        </p:nvSpPr>
        <p:spPr>
          <a:xfrm rot="5400000">
            <a:off x="7614868" y="2512404"/>
            <a:ext cx="5897561" cy="1422030"/>
          </a:xfrm>
          <a:prstGeom prst="rect">
            <a:avLst/>
          </a:prstGeom>
          <a:noFill/>
          <a:ln>
            <a:noFill/>
          </a:ln>
        </p:spPr>
        <p:txBody>
          <a:bodyPr anchorCtr="0" anchor="b" bIns="60925" lIns="121875" spcFirstLastPara="1" rIns="121875" wrap="square" tIns="60925">
            <a:normAutofit/>
          </a:bodyPr>
          <a:lstStyle>
            <a:lvl1pPr lvl="0" algn="l">
              <a:lnSpc>
                <a:spcPct val="85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45"/>
          <p:cNvSpPr txBox="1"/>
          <p:nvPr>
            <p:ph idx="1" type="body"/>
          </p:nvPr>
        </p:nvSpPr>
        <p:spPr>
          <a:xfrm rot="5400000">
            <a:off x="2434617" y="-1042670"/>
            <a:ext cx="5897561" cy="8532178"/>
          </a:xfrm>
          <a:prstGeom prst="rect">
            <a:avLst/>
          </a:prstGeom>
          <a:noFill/>
          <a:ln>
            <a:noFill/>
          </a:ln>
        </p:spPr>
        <p:txBody>
          <a:bodyPr anchorCtr="0" anchor="t" bIns="60925" lIns="121875" spcFirstLastPara="1" rIns="121875" wrap="square" tIns="60925">
            <a:normAutofit/>
          </a:bodyPr>
          <a:lstStyle>
            <a:lvl1pPr indent="-342900" lvl="0" marL="457200" algn="l">
              <a:lnSpc>
                <a:spcPct val="95000"/>
              </a:lnSpc>
              <a:spcBef>
                <a:spcPts val="1866"/>
              </a:spcBef>
              <a:spcAft>
                <a:spcPts val="0"/>
              </a:spcAft>
              <a:buClr>
                <a:schemeClr val="dk1"/>
              </a:buClr>
              <a:buSzPts val="1800"/>
              <a:buChar char="•"/>
              <a:defRPr/>
            </a:lvl1pPr>
            <a:lvl2pPr indent="-342900" lvl="1" marL="914400" algn="l">
              <a:lnSpc>
                <a:spcPct val="95000"/>
              </a:lnSpc>
              <a:spcBef>
                <a:spcPts val="1066"/>
              </a:spcBef>
              <a:spcAft>
                <a:spcPts val="0"/>
              </a:spcAft>
              <a:buClr>
                <a:schemeClr val="dk1"/>
              </a:buClr>
              <a:buSzPts val="1800"/>
              <a:buChar char="–"/>
              <a:defRPr/>
            </a:lvl2pPr>
            <a:lvl3pPr indent="-342900" lvl="2" marL="1371600" algn="l">
              <a:lnSpc>
                <a:spcPct val="95000"/>
              </a:lnSpc>
              <a:spcBef>
                <a:spcPts val="1066"/>
              </a:spcBef>
              <a:spcAft>
                <a:spcPts val="0"/>
              </a:spcAft>
              <a:buClr>
                <a:schemeClr val="dk1"/>
              </a:buClr>
              <a:buSzPts val="1800"/>
              <a:buChar char="–"/>
              <a:defRPr/>
            </a:lvl3pPr>
            <a:lvl4pPr indent="-342900" lvl="3" marL="1828800" algn="l">
              <a:lnSpc>
                <a:spcPct val="95000"/>
              </a:lnSpc>
              <a:spcBef>
                <a:spcPts val="1066"/>
              </a:spcBef>
              <a:spcAft>
                <a:spcPts val="0"/>
              </a:spcAft>
              <a:buClr>
                <a:schemeClr val="dk1"/>
              </a:buClr>
              <a:buSzPts val="1800"/>
              <a:buChar char="–"/>
              <a:defRPr/>
            </a:lvl4pPr>
            <a:lvl5pPr indent="-342900" lvl="4" marL="2286000" algn="l">
              <a:lnSpc>
                <a:spcPct val="95000"/>
              </a:lnSpc>
              <a:spcBef>
                <a:spcPts val="1066"/>
              </a:spcBef>
              <a:spcAft>
                <a:spcPts val="0"/>
              </a:spcAft>
              <a:buClr>
                <a:schemeClr val="dk1"/>
              </a:buClr>
              <a:buSzPts val="1800"/>
              <a:buChar char="–"/>
              <a:defRPr/>
            </a:lvl5pPr>
            <a:lvl6pPr indent="-331470" lvl="5" marL="2743200" algn="l">
              <a:lnSpc>
                <a:spcPct val="95000"/>
              </a:lnSpc>
              <a:spcBef>
                <a:spcPts val="1066"/>
              </a:spcBef>
              <a:spcAft>
                <a:spcPts val="0"/>
              </a:spcAft>
              <a:buClr>
                <a:schemeClr val="dk1"/>
              </a:buClr>
              <a:buSzPts val="1620"/>
              <a:buChar char="–"/>
              <a:defRPr/>
            </a:lvl6pPr>
            <a:lvl7pPr indent="-331470" lvl="6" marL="3200400" algn="l">
              <a:lnSpc>
                <a:spcPct val="95000"/>
              </a:lnSpc>
              <a:spcBef>
                <a:spcPts val="1066"/>
              </a:spcBef>
              <a:spcAft>
                <a:spcPts val="0"/>
              </a:spcAft>
              <a:buClr>
                <a:schemeClr val="dk1"/>
              </a:buClr>
              <a:buSzPts val="1620"/>
              <a:buChar char="–"/>
              <a:defRPr/>
            </a:lvl7pPr>
            <a:lvl8pPr indent="-331470" lvl="7" marL="3657600" algn="l">
              <a:lnSpc>
                <a:spcPct val="95000"/>
              </a:lnSpc>
              <a:spcBef>
                <a:spcPts val="1066"/>
              </a:spcBef>
              <a:spcAft>
                <a:spcPts val="0"/>
              </a:spcAft>
              <a:buClr>
                <a:schemeClr val="dk1"/>
              </a:buClr>
              <a:buSzPts val="1620"/>
              <a:buChar char="–"/>
              <a:defRPr/>
            </a:lvl8pPr>
            <a:lvl9pPr indent="-331470" lvl="8" marL="4114800" algn="l">
              <a:lnSpc>
                <a:spcPct val="95000"/>
              </a:lnSpc>
              <a:spcBef>
                <a:spcPts val="1066"/>
              </a:spcBef>
              <a:spcAft>
                <a:spcPts val="0"/>
              </a:spcAft>
              <a:buClr>
                <a:schemeClr val="dk1"/>
              </a:buClr>
              <a:buSzPts val="1620"/>
              <a:buChar char="–"/>
              <a:defRPr/>
            </a:lvl9pPr>
          </a:lstStyle>
          <a:p/>
        </p:txBody>
      </p:sp>
      <p:sp>
        <p:nvSpPr>
          <p:cNvPr id="78" name="Google Shape;78;p45"/>
          <p:cNvSpPr txBox="1"/>
          <p:nvPr>
            <p:ph idx="10" type="dt"/>
          </p:nvPr>
        </p:nvSpPr>
        <p:spPr>
          <a:xfrm>
            <a:off x="1117309" y="6400801"/>
            <a:ext cx="2742486" cy="320675"/>
          </a:xfrm>
          <a:prstGeom prst="rect">
            <a:avLst/>
          </a:prstGeom>
          <a:noFill/>
          <a:ln>
            <a:noFill/>
          </a:ln>
        </p:spPr>
        <p:txBody>
          <a:bodyPr anchorCtr="0" anchor="b"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5"/>
          <p:cNvSpPr txBox="1"/>
          <p:nvPr>
            <p:ph idx="11" type="ftr"/>
          </p:nvPr>
        </p:nvSpPr>
        <p:spPr>
          <a:xfrm>
            <a:off x="3907842" y="6400801"/>
            <a:ext cx="6216301" cy="320675"/>
          </a:xfrm>
          <a:prstGeom prst="rect">
            <a:avLst/>
          </a:prstGeom>
          <a:noFill/>
          <a:ln>
            <a:noFill/>
          </a:ln>
        </p:spPr>
        <p:txBody>
          <a:bodyPr anchorCtr="0" anchor="b"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45"/>
          <p:cNvSpPr txBox="1"/>
          <p:nvPr>
            <p:ph idx="12" type="sldNum"/>
          </p:nvPr>
        </p:nvSpPr>
        <p:spPr>
          <a:xfrm>
            <a:off x="10167146" y="6400801"/>
            <a:ext cx="1107518" cy="320675"/>
          </a:xfrm>
          <a:prstGeom prst="rect">
            <a:avLst/>
          </a:prstGeom>
          <a:noFill/>
          <a:ln>
            <a:noFill/>
          </a:ln>
        </p:spPr>
        <p:txBody>
          <a:bodyPr anchorCtr="0" anchor="b"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34"/>
          <p:cNvSpPr/>
          <p:nvPr/>
        </p:nvSpPr>
        <p:spPr>
          <a:xfrm>
            <a:off x="304721" y="0"/>
            <a:ext cx="11579384" cy="6858000"/>
          </a:xfrm>
          <a:prstGeom prst="rect">
            <a:avLst/>
          </a:prstGeom>
          <a:gradFill>
            <a:gsLst>
              <a:gs pos="0">
                <a:srgbClr val="FFFFFF">
                  <a:alpha val="0"/>
                </a:srgbClr>
              </a:gs>
              <a:gs pos="100000">
                <a:srgbClr val="FFFFFF">
                  <a:alpha val="54901"/>
                </a:srgbClr>
              </a:gs>
            </a:gsLst>
            <a:lin ang="7800000" scaled="0"/>
          </a:gra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b="0" i="0" sz="2400" u="none" cap="none" strike="noStrike">
              <a:solidFill>
                <a:schemeClr val="lt1"/>
              </a:solidFill>
              <a:latin typeface="Century Gothic"/>
              <a:ea typeface="Century Gothic"/>
              <a:cs typeface="Century Gothic"/>
              <a:sym typeface="Century Gothic"/>
            </a:endParaRPr>
          </a:p>
        </p:txBody>
      </p:sp>
      <p:sp>
        <p:nvSpPr>
          <p:cNvPr id="11" name="Google Shape;11;p34"/>
          <p:cNvSpPr txBox="1"/>
          <p:nvPr>
            <p:ph type="title"/>
          </p:nvPr>
        </p:nvSpPr>
        <p:spPr>
          <a:xfrm>
            <a:off x="1117309" y="76200"/>
            <a:ext cx="10157354" cy="1397000"/>
          </a:xfrm>
          <a:prstGeom prst="rect">
            <a:avLst/>
          </a:prstGeom>
          <a:noFill/>
          <a:ln>
            <a:noFill/>
          </a:ln>
        </p:spPr>
        <p:txBody>
          <a:bodyPr anchorCtr="0" anchor="b" bIns="60925" lIns="121875" spcFirstLastPara="1" rIns="121875" wrap="square" tIns="60925">
            <a:normAutofit/>
          </a:bodyPr>
          <a:lstStyle>
            <a:lvl1pPr lvl="0" marR="0" rtl="0" algn="l">
              <a:lnSpc>
                <a:spcPct val="85000"/>
              </a:lnSpc>
              <a:spcBef>
                <a:spcPts val="0"/>
              </a:spcBef>
              <a:spcAft>
                <a:spcPts val="0"/>
              </a:spcAft>
              <a:buClr>
                <a:schemeClr val="dk1"/>
              </a:buClr>
              <a:buSzPts val="4400"/>
              <a:buFont typeface="Century Gothic"/>
              <a:buNone/>
              <a:defRPr b="0" i="0" sz="4400" u="none" cap="none" strike="noStrik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34"/>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a:bodyPr>
          <a:lstStyle>
            <a:lvl1pPr indent="-381000" lvl="0" marL="457200" marR="0" rtl="0" algn="l">
              <a:lnSpc>
                <a:spcPct val="95000"/>
              </a:lnSpc>
              <a:spcBef>
                <a:spcPts val="1866"/>
              </a:spcBef>
              <a:spcAft>
                <a:spcPts val="0"/>
              </a:spcAft>
              <a:buClr>
                <a:schemeClr val="dk1"/>
              </a:buClr>
              <a:buSzPts val="2400"/>
              <a:buFont typeface="Arial"/>
              <a:buChar char="•"/>
              <a:defRPr b="0" i="0" sz="2400" u="none" cap="none" strike="noStrike">
                <a:solidFill>
                  <a:schemeClr val="dk1"/>
                </a:solidFill>
                <a:latin typeface="Century Gothic"/>
                <a:ea typeface="Century Gothic"/>
                <a:cs typeface="Century Gothic"/>
                <a:sym typeface="Century Gothic"/>
              </a:defRPr>
            </a:lvl1pPr>
            <a:lvl2pPr indent="-355600" lvl="1" marL="914400" marR="0" rtl="0" algn="l">
              <a:lnSpc>
                <a:spcPct val="95000"/>
              </a:lnSpc>
              <a:spcBef>
                <a:spcPts val="1066"/>
              </a:spcBef>
              <a:spcAft>
                <a:spcPts val="0"/>
              </a:spcAft>
              <a:buClr>
                <a:schemeClr val="dk1"/>
              </a:buClr>
              <a:buSzPts val="2000"/>
              <a:buFont typeface="Century Gothic"/>
              <a:buChar char="–"/>
              <a:defRPr b="0" i="0" sz="2000" u="none" cap="none" strike="noStrike">
                <a:solidFill>
                  <a:schemeClr val="dk1"/>
                </a:solidFill>
                <a:latin typeface="Century Gothic"/>
                <a:ea typeface="Century Gothic"/>
                <a:cs typeface="Century Gothic"/>
                <a:sym typeface="Century Gothic"/>
              </a:defRPr>
            </a:lvl2pPr>
            <a:lvl3pPr indent="-342900" lvl="2" marL="1371600" marR="0" rtl="0" algn="l">
              <a:lnSpc>
                <a:spcPct val="95000"/>
              </a:lnSpc>
              <a:spcBef>
                <a:spcPts val="1066"/>
              </a:spcBef>
              <a:spcAft>
                <a:spcPts val="0"/>
              </a:spcAft>
              <a:buClr>
                <a:schemeClr val="dk1"/>
              </a:buClr>
              <a:buSzPts val="1800"/>
              <a:buFont typeface="Century Gothic"/>
              <a:buChar char="–"/>
              <a:defRPr b="0" i="0" sz="1800" u="none" cap="none" strike="noStrike">
                <a:solidFill>
                  <a:schemeClr val="dk1"/>
                </a:solidFill>
                <a:latin typeface="Century Gothic"/>
                <a:ea typeface="Century Gothic"/>
                <a:cs typeface="Century Gothic"/>
                <a:sym typeface="Century Gothic"/>
              </a:defRPr>
            </a:lvl3pPr>
            <a:lvl4pPr indent="-342900" lvl="3" marL="1828800" marR="0" rtl="0" algn="l">
              <a:lnSpc>
                <a:spcPct val="95000"/>
              </a:lnSpc>
              <a:spcBef>
                <a:spcPts val="1066"/>
              </a:spcBef>
              <a:spcAft>
                <a:spcPts val="0"/>
              </a:spcAft>
              <a:buClr>
                <a:schemeClr val="dk1"/>
              </a:buClr>
              <a:buSzPts val="1800"/>
              <a:buFont typeface="Century Gothic"/>
              <a:buChar char="–"/>
              <a:defRPr b="0" i="0" sz="1800" u="none" cap="none" strike="noStrike">
                <a:solidFill>
                  <a:schemeClr val="dk1"/>
                </a:solidFill>
                <a:latin typeface="Century Gothic"/>
                <a:ea typeface="Century Gothic"/>
                <a:cs typeface="Century Gothic"/>
                <a:sym typeface="Century Gothic"/>
              </a:defRPr>
            </a:lvl4pPr>
            <a:lvl5pPr indent="-342900" lvl="4" marL="2286000" marR="0" rtl="0" algn="l">
              <a:lnSpc>
                <a:spcPct val="95000"/>
              </a:lnSpc>
              <a:spcBef>
                <a:spcPts val="1066"/>
              </a:spcBef>
              <a:spcAft>
                <a:spcPts val="0"/>
              </a:spcAft>
              <a:buClr>
                <a:schemeClr val="dk1"/>
              </a:buClr>
              <a:buSzPts val="1800"/>
              <a:buFont typeface="Century Gothic"/>
              <a:buChar char="–"/>
              <a:defRPr b="0" i="0" sz="1800" u="none" cap="none" strike="noStrike">
                <a:solidFill>
                  <a:schemeClr val="dk1"/>
                </a:solidFill>
                <a:latin typeface="Century Gothic"/>
                <a:ea typeface="Century Gothic"/>
                <a:cs typeface="Century Gothic"/>
                <a:sym typeface="Century Gothic"/>
              </a:defRPr>
            </a:lvl5pPr>
            <a:lvl6pPr indent="-331470" lvl="5" marL="2743200" marR="0" rtl="0" algn="l">
              <a:lnSpc>
                <a:spcPct val="95000"/>
              </a:lnSpc>
              <a:spcBef>
                <a:spcPts val="1066"/>
              </a:spcBef>
              <a:spcAft>
                <a:spcPts val="0"/>
              </a:spcAft>
              <a:buClr>
                <a:schemeClr val="dk1"/>
              </a:buClr>
              <a:buSzPts val="1620"/>
              <a:buFont typeface="Century Gothic"/>
              <a:buChar char="–"/>
              <a:defRPr b="0" i="0" sz="1800" u="none" cap="none" strike="noStrike">
                <a:solidFill>
                  <a:schemeClr val="dk1"/>
                </a:solidFill>
                <a:latin typeface="Century Gothic"/>
                <a:ea typeface="Century Gothic"/>
                <a:cs typeface="Century Gothic"/>
                <a:sym typeface="Century Gothic"/>
              </a:defRPr>
            </a:lvl6pPr>
            <a:lvl7pPr indent="-331470" lvl="6" marL="3200400" marR="0" rtl="0" algn="l">
              <a:lnSpc>
                <a:spcPct val="95000"/>
              </a:lnSpc>
              <a:spcBef>
                <a:spcPts val="1066"/>
              </a:spcBef>
              <a:spcAft>
                <a:spcPts val="0"/>
              </a:spcAft>
              <a:buClr>
                <a:schemeClr val="dk1"/>
              </a:buClr>
              <a:buSzPts val="1620"/>
              <a:buFont typeface="Century Gothic"/>
              <a:buChar char="–"/>
              <a:defRPr b="0" i="0" sz="1800" u="none" cap="none" strike="noStrike">
                <a:solidFill>
                  <a:schemeClr val="dk1"/>
                </a:solidFill>
                <a:latin typeface="Century Gothic"/>
                <a:ea typeface="Century Gothic"/>
                <a:cs typeface="Century Gothic"/>
                <a:sym typeface="Century Gothic"/>
              </a:defRPr>
            </a:lvl7pPr>
            <a:lvl8pPr indent="-331470" lvl="7" marL="3657600" marR="0" rtl="0" algn="l">
              <a:lnSpc>
                <a:spcPct val="95000"/>
              </a:lnSpc>
              <a:spcBef>
                <a:spcPts val="1066"/>
              </a:spcBef>
              <a:spcAft>
                <a:spcPts val="0"/>
              </a:spcAft>
              <a:buClr>
                <a:schemeClr val="dk1"/>
              </a:buClr>
              <a:buSzPts val="1620"/>
              <a:buFont typeface="Century Gothic"/>
              <a:buChar char="–"/>
              <a:defRPr b="0" i="0" sz="1800" u="none" cap="none" strike="noStrike">
                <a:solidFill>
                  <a:schemeClr val="dk1"/>
                </a:solidFill>
                <a:latin typeface="Century Gothic"/>
                <a:ea typeface="Century Gothic"/>
                <a:cs typeface="Century Gothic"/>
                <a:sym typeface="Century Gothic"/>
              </a:defRPr>
            </a:lvl8pPr>
            <a:lvl9pPr indent="-331470" lvl="8" marL="4114800" marR="0" rtl="0" algn="l">
              <a:lnSpc>
                <a:spcPct val="95000"/>
              </a:lnSpc>
              <a:spcBef>
                <a:spcPts val="1066"/>
              </a:spcBef>
              <a:spcAft>
                <a:spcPts val="0"/>
              </a:spcAft>
              <a:buClr>
                <a:schemeClr val="dk1"/>
              </a:buClr>
              <a:buSzPts val="1620"/>
              <a:buFont typeface="Century Gothic"/>
              <a:buChar char="–"/>
              <a:defRPr b="0" i="0" sz="1800" u="none" cap="none" strike="noStrike">
                <a:solidFill>
                  <a:schemeClr val="dk1"/>
                </a:solidFill>
                <a:latin typeface="Century Gothic"/>
                <a:ea typeface="Century Gothic"/>
                <a:cs typeface="Century Gothic"/>
                <a:sym typeface="Century Gothic"/>
              </a:defRPr>
            </a:lvl9pPr>
          </a:lstStyle>
          <a:p/>
        </p:txBody>
      </p:sp>
      <p:sp>
        <p:nvSpPr>
          <p:cNvPr id="13" name="Google Shape;13;p34"/>
          <p:cNvSpPr txBox="1"/>
          <p:nvPr>
            <p:ph idx="10" type="dt"/>
          </p:nvPr>
        </p:nvSpPr>
        <p:spPr>
          <a:xfrm>
            <a:off x="1117309" y="6400801"/>
            <a:ext cx="2742486" cy="320675"/>
          </a:xfrm>
          <a:prstGeom prst="rect">
            <a:avLst/>
          </a:prstGeom>
          <a:noFill/>
          <a:ln>
            <a:noFill/>
          </a:ln>
        </p:spPr>
        <p:txBody>
          <a:bodyPr anchorCtr="0" anchor="b" bIns="60925" lIns="121875" spcFirstLastPara="1" rIns="121875" wrap="square" tIns="60925">
            <a:noAutofit/>
          </a:bodyPr>
          <a:lstStyle>
            <a:lvl1pPr lvl="0" marR="0" rtl="0" algn="l">
              <a:spcBef>
                <a:spcPts val="0"/>
              </a:spcBef>
              <a:spcAft>
                <a:spcPts val="0"/>
              </a:spcAft>
              <a:buSzPts val="1400"/>
              <a:buNone/>
              <a:defRPr b="0" i="0" sz="1200" u="none" cap="none" strike="noStrike">
                <a:solidFill>
                  <a:srgbClr val="7F7F7F"/>
                </a:solidFill>
                <a:latin typeface="Century Gothic"/>
                <a:ea typeface="Century Gothic"/>
                <a:cs typeface="Century Gothic"/>
                <a:sym typeface="Century Gothic"/>
              </a:defRPr>
            </a:lvl1pPr>
            <a:lvl2pPr lvl="1"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9pPr>
          </a:lstStyle>
          <a:p/>
        </p:txBody>
      </p:sp>
      <p:sp>
        <p:nvSpPr>
          <p:cNvPr id="14" name="Google Shape;14;p34"/>
          <p:cNvSpPr txBox="1"/>
          <p:nvPr>
            <p:ph idx="11" type="ftr"/>
          </p:nvPr>
        </p:nvSpPr>
        <p:spPr>
          <a:xfrm>
            <a:off x="3907842" y="6400801"/>
            <a:ext cx="6216301" cy="320675"/>
          </a:xfrm>
          <a:prstGeom prst="rect">
            <a:avLst/>
          </a:prstGeom>
          <a:noFill/>
          <a:ln>
            <a:noFill/>
          </a:ln>
        </p:spPr>
        <p:txBody>
          <a:bodyPr anchorCtr="0" anchor="b" bIns="60925" lIns="121875" spcFirstLastPara="1" rIns="121875" wrap="square" tIns="60925">
            <a:noAutofit/>
          </a:bodyPr>
          <a:lstStyle>
            <a:lvl1pPr lvl="0" marR="0" rtl="0" algn="ctr">
              <a:spcBef>
                <a:spcPts val="0"/>
              </a:spcBef>
              <a:spcAft>
                <a:spcPts val="0"/>
              </a:spcAft>
              <a:buSzPts val="1400"/>
              <a:buNone/>
              <a:defRPr b="0" i="0" sz="1200" u="none" cap="none" strike="noStrike">
                <a:solidFill>
                  <a:srgbClr val="7F7F7F"/>
                </a:solidFill>
                <a:latin typeface="Century Gothic"/>
                <a:ea typeface="Century Gothic"/>
                <a:cs typeface="Century Gothic"/>
                <a:sym typeface="Century Gothic"/>
              </a:defRPr>
            </a:lvl1pPr>
            <a:lvl2pPr lvl="1"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2400" u="none" cap="none" strike="noStrike">
                <a:solidFill>
                  <a:schemeClr val="dk1"/>
                </a:solidFill>
                <a:latin typeface="Century Gothic"/>
                <a:ea typeface="Century Gothic"/>
                <a:cs typeface="Century Gothic"/>
                <a:sym typeface="Century Gothic"/>
              </a:defRPr>
            </a:lvl9pPr>
          </a:lstStyle>
          <a:p/>
        </p:txBody>
      </p:sp>
      <p:sp>
        <p:nvSpPr>
          <p:cNvPr id="15" name="Google Shape;15;p34"/>
          <p:cNvSpPr txBox="1"/>
          <p:nvPr>
            <p:ph idx="12" type="sldNum"/>
          </p:nvPr>
        </p:nvSpPr>
        <p:spPr>
          <a:xfrm>
            <a:off x="10167146" y="6400801"/>
            <a:ext cx="1107518" cy="320675"/>
          </a:xfrm>
          <a:prstGeom prst="rect">
            <a:avLst/>
          </a:prstGeom>
          <a:noFill/>
          <a:ln>
            <a:noFill/>
          </a:ln>
        </p:spPr>
        <p:txBody>
          <a:bodyPr anchorCtr="0" anchor="b" bIns="60925" lIns="121875" spcFirstLastPara="1" rIns="121875" wrap="square" tIns="60925">
            <a:noAutofit/>
          </a:bodyPr>
          <a:lstStyle>
            <a:lvl1pPr indent="0" lvl="0" marL="0" marR="0" rtl="0" algn="r">
              <a:spcBef>
                <a:spcPts val="0"/>
              </a:spcBef>
              <a:buNone/>
              <a:defRPr b="0" i="0" sz="1200" u="none" cap="none" strike="noStrike">
                <a:solidFill>
                  <a:srgbClr val="7F7F7F"/>
                </a:solidFill>
                <a:latin typeface="Century Gothic"/>
                <a:ea typeface="Century Gothic"/>
                <a:cs typeface="Century Gothic"/>
                <a:sym typeface="Century Gothic"/>
              </a:defRPr>
            </a:lvl1pPr>
            <a:lvl2pPr indent="0" lvl="1" marL="0" marR="0" rtl="0" algn="r">
              <a:spcBef>
                <a:spcPts val="0"/>
              </a:spcBef>
              <a:buNone/>
              <a:defRPr b="0" i="0" sz="1200" u="none" cap="none" strike="noStrike">
                <a:solidFill>
                  <a:srgbClr val="7F7F7F"/>
                </a:solidFill>
                <a:latin typeface="Century Gothic"/>
                <a:ea typeface="Century Gothic"/>
                <a:cs typeface="Century Gothic"/>
                <a:sym typeface="Century Gothic"/>
              </a:defRPr>
            </a:lvl2pPr>
            <a:lvl3pPr indent="0" lvl="2" marL="0" marR="0" rtl="0" algn="r">
              <a:spcBef>
                <a:spcPts val="0"/>
              </a:spcBef>
              <a:buNone/>
              <a:defRPr b="0" i="0" sz="1200" u="none" cap="none" strike="noStrike">
                <a:solidFill>
                  <a:srgbClr val="7F7F7F"/>
                </a:solidFill>
                <a:latin typeface="Century Gothic"/>
                <a:ea typeface="Century Gothic"/>
                <a:cs typeface="Century Gothic"/>
                <a:sym typeface="Century Gothic"/>
              </a:defRPr>
            </a:lvl3pPr>
            <a:lvl4pPr indent="0" lvl="3" marL="0" marR="0" rtl="0" algn="r">
              <a:spcBef>
                <a:spcPts val="0"/>
              </a:spcBef>
              <a:buNone/>
              <a:defRPr b="0" i="0" sz="1200" u="none" cap="none" strike="noStrike">
                <a:solidFill>
                  <a:srgbClr val="7F7F7F"/>
                </a:solidFill>
                <a:latin typeface="Century Gothic"/>
                <a:ea typeface="Century Gothic"/>
                <a:cs typeface="Century Gothic"/>
                <a:sym typeface="Century Gothic"/>
              </a:defRPr>
            </a:lvl4pPr>
            <a:lvl5pPr indent="0" lvl="4" marL="0" marR="0" rtl="0" algn="r">
              <a:spcBef>
                <a:spcPts val="0"/>
              </a:spcBef>
              <a:buNone/>
              <a:defRPr b="0" i="0" sz="1200" u="none" cap="none" strike="noStrike">
                <a:solidFill>
                  <a:srgbClr val="7F7F7F"/>
                </a:solidFill>
                <a:latin typeface="Century Gothic"/>
                <a:ea typeface="Century Gothic"/>
                <a:cs typeface="Century Gothic"/>
                <a:sym typeface="Century Gothic"/>
              </a:defRPr>
            </a:lvl5pPr>
            <a:lvl6pPr indent="0" lvl="5" marL="0" marR="0" rtl="0" algn="r">
              <a:spcBef>
                <a:spcPts val="0"/>
              </a:spcBef>
              <a:buNone/>
              <a:defRPr b="0" i="0" sz="1200" u="none" cap="none" strike="noStrike">
                <a:solidFill>
                  <a:srgbClr val="7F7F7F"/>
                </a:solidFill>
                <a:latin typeface="Century Gothic"/>
                <a:ea typeface="Century Gothic"/>
                <a:cs typeface="Century Gothic"/>
                <a:sym typeface="Century Gothic"/>
              </a:defRPr>
            </a:lvl6pPr>
            <a:lvl7pPr indent="0" lvl="6" marL="0" marR="0" rtl="0" algn="r">
              <a:spcBef>
                <a:spcPts val="0"/>
              </a:spcBef>
              <a:buNone/>
              <a:defRPr b="0" i="0" sz="1200" u="none" cap="none" strike="noStrike">
                <a:solidFill>
                  <a:srgbClr val="7F7F7F"/>
                </a:solidFill>
                <a:latin typeface="Century Gothic"/>
                <a:ea typeface="Century Gothic"/>
                <a:cs typeface="Century Gothic"/>
                <a:sym typeface="Century Gothic"/>
              </a:defRPr>
            </a:lvl7pPr>
            <a:lvl8pPr indent="0" lvl="7" marL="0" marR="0" rtl="0" algn="r">
              <a:spcBef>
                <a:spcPts val="0"/>
              </a:spcBef>
              <a:buNone/>
              <a:defRPr b="0" i="0" sz="1200" u="none" cap="none" strike="noStrike">
                <a:solidFill>
                  <a:srgbClr val="7F7F7F"/>
                </a:solidFill>
                <a:latin typeface="Century Gothic"/>
                <a:ea typeface="Century Gothic"/>
                <a:cs typeface="Century Gothic"/>
                <a:sym typeface="Century Gothic"/>
              </a:defRPr>
            </a:lvl8pPr>
            <a:lvl9pPr indent="0" lvl="8" marL="0" marR="0" rtl="0" algn="r">
              <a:spcBef>
                <a:spcPts val="0"/>
              </a:spcBef>
              <a:buNone/>
              <a:defRPr b="0" i="0" sz="1200" u="none" cap="none" strike="noStrike">
                <a:solidFill>
                  <a:srgbClr val="7F7F7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txBox="1"/>
          <p:nvPr>
            <p:ph type="ctrTitle"/>
          </p:nvPr>
        </p:nvSpPr>
        <p:spPr>
          <a:xfrm>
            <a:off x="4672383" y="1498601"/>
            <a:ext cx="7008574" cy="3298825"/>
          </a:xfrm>
          <a:prstGeom prst="rect">
            <a:avLst/>
          </a:prstGeom>
          <a:noFill/>
          <a:ln>
            <a:noFill/>
          </a:ln>
        </p:spPr>
        <p:txBody>
          <a:bodyPr anchorCtr="0" anchor="b" bIns="60925" lIns="121875" spcFirstLastPara="1" rIns="121875" wrap="square" tIns="60925">
            <a:normAutofit/>
          </a:bodyPr>
          <a:lstStyle/>
          <a:p>
            <a:pPr indent="0" lvl="0" marL="0" rtl="0" algn="l">
              <a:lnSpc>
                <a:spcPct val="90000"/>
              </a:lnSpc>
              <a:spcBef>
                <a:spcPts val="0"/>
              </a:spcBef>
              <a:spcAft>
                <a:spcPts val="0"/>
              </a:spcAft>
              <a:buClr>
                <a:schemeClr val="dk1"/>
              </a:buClr>
              <a:buSzPts val="5400"/>
              <a:buFont typeface="Century Gothic"/>
              <a:buNone/>
            </a:pPr>
            <a:r>
              <a:rPr lang="es-ES"/>
              <a:t>Conversión y Recursos</a:t>
            </a:r>
            <a:endParaRPr/>
          </a:p>
        </p:txBody>
      </p:sp>
      <p:sp>
        <p:nvSpPr>
          <p:cNvPr id="86" name="Google Shape;86;p1"/>
          <p:cNvSpPr txBox="1"/>
          <p:nvPr>
            <p:ph idx="1" type="subTitle"/>
          </p:nvPr>
        </p:nvSpPr>
        <p:spPr>
          <a:xfrm>
            <a:off x="4672383" y="4927600"/>
            <a:ext cx="7008574" cy="1244600"/>
          </a:xfrm>
          <a:prstGeom prst="rect">
            <a:avLst/>
          </a:prstGeom>
          <a:noFill/>
          <a:ln>
            <a:noFill/>
          </a:ln>
        </p:spPr>
        <p:txBody>
          <a:bodyPr anchorCtr="0" anchor="t" bIns="60925" lIns="121875" spcFirstLastPara="1" rIns="121875" wrap="square" tIns="60925">
            <a:normAutofit/>
          </a:bodyPr>
          <a:lstStyle/>
          <a:p>
            <a:pPr indent="0" lvl="0" marL="0" rtl="0" algn="l">
              <a:lnSpc>
                <a:spcPct val="95000"/>
              </a:lnSpc>
              <a:spcBef>
                <a:spcPts val="0"/>
              </a:spcBef>
              <a:spcAft>
                <a:spcPts val="0"/>
              </a:spcAft>
              <a:buClr>
                <a:schemeClr val="dk1"/>
              </a:buClr>
              <a:buSzPts val="2800"/>
              <a:buNone/>
            </a:pPr>
            <a:r>
              <a:rPr lang="es-ES"/>
              <a:t>Arts. 90-101</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Conversión a pedido del deudor</a:t>
            </a:r>
            <a:endParaRPr/>
          </a:p>
        </p:txBody>
      </p:sp>
      <p:sp>
        <p:nvSpPr>
          <p:cNvPr id="92" name="Google Shape;92;p2"/>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a:bodyPr>
          <a:lstStyle/>
          <a:p>
            <a:pPr indent="-304747" lvl="0" marL="304747" rtl="0" algn="just">
              <a:lnSpc>
                <a:spcPct val="95000"/>
              </a:lnSpc>
              <a:spcBef>
                <a:spcPts val="0"/>
              </a:spcBef>
              <a:spcAft>
                <a:spcPts val="0"/>
              </a:spcAft>
              <a:buClr>
                <a:srgbClr val="000000"/>
              </a:buClr>
              <a:buSzPts val="2400"/>
              <a:buChar char="•"/>
            </a:pPr>
            <a:r>
              <a:rPr lang="es-ES">
                <a:solidFill>
                  <a:srgbClr val="000000"/>
                </a:solidFill>
                <a:latin typeface="Gill Sans"/>
                <a:ea typeface="Gill Sans"/>
                <a:cs typeface="Gill Sans"/>
                <a:sym typeface="Gill Sans"/>
              </a:rPr>
              <a:t>ARTÍCULO</a:t>
            </a:r>
            <a:r>
              <a:rPr b="0" i="0" lang="es-ES">
                <a:solidFill>
                  <a:srgbClr val="000000"/>
                </a:solidFill>
                <a:latin typeface="Gill Sans"/>
                <a:ea typeface="Gill Sans"/>
                <a:cs typeface="Gill Sans"/>
                <a:sym typeface="Gill Sans"/>
              </a:rPr>
              <a:t> 90.- Conversión a pedido del deudor. El deudor que se encuentre en las condiciones del Artículo 5 puede solicitar la conversión del trámite en concurso preventivo, dentro de los DIEZ (10) días contados a partir de la última publicación de los edictos a que se refiere el Artículo 89.</a:t>
            </a:r>
            <a:endParaRPr/>
          </a:p>
          <a:p>
            <a:pPr indent="-304747" lvl="0" marL="304747" rtl="0" algn="just">
              <a:lnSpc>
                <a:spcPct val="95000"/>
              </a:lnSpc>
              <a:spcBef>
                <a:spcPts val="1866"/>
              </a:spcBef>
              <a:spcAft>
                <a:spcPts val="0"/>
              </a:spcAft>
              <a:buClr>
                <a:srgbClr val="000000"/>
              </a:buClr>
              <a:buSzPts val="2400"/>
              <a:buChar char="•"/>
            </a:pPr>
            <a:r>
              <a:rPr b="0" i="0" lang="es-ES">
                <a:solidFill>
                  <a:srgbClr val="000000"/>
                </a:solidFill>
                <a:latin typeface="Gill Sans"/>
                <a:ea typeface="Gill Sans"/>
                <a:cs typeface="Gill Sans"/>
                <a:sym typeface="Gill Sans"/>
              </a:rPr>
              <a:t>Deudores comprendidos. Este derecho corresponde también a los socios cuya quiebra se decrete conforme al Artículo 160.</a:t>
            </a:r>
            <a:endParaRPr/>
          </a:p>
          <a:p>
            <a:pPr indent="-304747" lvl="0" marL="304747" rtl="0" algn="just">
              <a:lnSpc>
                <a:spcPct val="95000"/>
              </a:lnSpc>
              <a:spcBef>
                <a:spcPts val="1866"/>
              </a:spcBef>
              <a:spcAft>
                <a:spcPts val="0"/>
              </a:spcAft>
              <a:buClr>
                <a:srgbClr val="000000"/>
              </a:buClr>
              <a:buSzPts val="2400"/>
              <a:buChar char="•"/>
            </a:pPr>
            <a:r>
              <a:rPr b="0" i="0" lang="es-ES">
                <a:solidFill>
                  <a:srgbClr val="000000"/>
                </a:solidFill>
                <a:latin typeface="Gill Sans"/>
                <a:ea typeface="Gill Sans"/>
                <a:cs typeface="Gill Sans"/>
                <a:sym typeface="Gill Sans"/>
              </a:rPr>
              <a:t>Deudor excluido. No puede solicitar la conversión el deudor cuya quiebra se hubiere decretado por incumplimiento de un acuerdo preventivo o estando en trámite un concurso preventivo, o quien se encuentre en el período de inhibición establecido en el Artículo 59.</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Conversión a pedido del deudor</a:t>
            </a:r>
            <a:endParaRPr/>
          </a:p>
        </p:txBody>
      </p:sp>
      <p:sp>
        <p:nvSpPr>
          <p:cNvPr id="98" name="Google Shape;98;p3"/>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fontScale="70000" lnSpcReduction="20000"/>
          </a:bodyPr>
          <a:lstStyle/>
          <a:p>
            <a:pPr indent="-304747" lvl="0" marL="304747" rtl="0" algn="just">
              <a:lnSpc>
                <a:spcPct val="95000"/>
              </a:lnSpc>
              <a:spcBef>
                <a:spcPts val="0"/>
              </a:spcBef>
              <a:spcAft>
                <a:spcPts val="0"/>
              </a:spcAft>
              <a:buClr>
                <a:schemeClr val="dk1"/>
              </a:buClr>
              <a:buSzPct val="100000"/>
              <a:buChar char="•"/>
            </a:pPr>
            <a:r>
              <a:rPr lang="es-ES"/>
              <a:t>consiste en la "facultad" de ciertos fallidos de obtener "en determinados casos y previo el cumplimiento de las condiciones que la ley impone" la declaración de apertura de concurso preventivo, dejando sin efecto la quiebra declarada</a:t>
            </a:r>
            <a:endParaRPr/>
          </a:p>
          <a:p>
            <a:pPr indent="-304747" lvl="0" marL="304747" rtl="0" algn="just">
              <a:lnSpc>
                <a:spcPct val="95000"/>
              </a:lnSpc>
              <a:spcBef>
                <a:spcPts val="1866"/>
              </a:spcBef>
              <a:spcAft>
                <a:spcPts val="0"/>
              </a:spcAft>
              <a:buClr>
                <a:schemeClr val="dk1"/>
              </a:buClr>
              <a:buSzPct val="100000"/>
              <a:buChar char="•"/>
            </a:pPr>
            <a:r>
              <a:rPr lang="es-ES"/>
              <a:t>como dice Truffat es "una forma anómala de Concursamiento".</a:t>
            </a:r>
            <a:endParaRPr/>
          </a:p>
          <a:p>
            <a:pPr indent="-304747" lvl="0" marL="304747" rtl="0" algn="just">
              <a:lnSpc>
                <a:spcPct val="95000"/>
              </a:lnSpc>
              <a:spcBef>
                <a:spcPts val="1866"/>
              </a:spcBef>
              <a:spcAft>
                <a:spcPts val="0"/>
              </a:spcAft>
              <a:buClr>
                <a:schemeClr val="dk1"/>
              </a:buClr>
              <a:buSzPct val="100000"/>
              <a:buChar char="•"/>
            </a:pPr>
            <a:r>
              <a:rPr lang="es-ES"/>
              <a:t>tiene como principal efecto extinguir un proceso falencial</a:t>
            </a:r>
            <a:endParaRPr/>
          </a:p>
          <a:p>
            <a:pPr indent="-304747" lvl="0" marL="304747" rtl="0" algn="just">
              <a:lnSpc>
                <a:spcPct val="95000"/>
              </a:lnSpc>
              <a:spcBef>
                <a:spcPts val="1866"/>
              </a:spcBef>
              <a:spcAft>
                <a:spcPts val="0"/>
              </a:spcAft>
              <a:buClr>
                <a:schemeClr val="dk1"/>
              </a:buClr>
              <a:buSzPct val="100000"/>
              <a:buChar char="•"/>
            </a:pPr>
            <a:r>
              <a:rPr lang="es-ES"/>
              <a:t>Legitimados</a:t>
            </a:r>
            <a:endParaRPr/>
          </a:p>
          <a:p>
            <a:pPr indent="-304747" lvl="1" marL="731392" rtl="0" algn="just">
              <a:lnSpc>
                <a:spcPct val="95000"/>
              </a:lnSpc>
              <a:spcBef>
                <a:spcPts val="1066"/>
              </a:spcBef>
              <a:spcAft>
                <a:spcPts val="0"/>
              </a:spcAft>
              <a:buClr>
                <a:schemeClr val="dk1"/>
              </a:buClr>
              <a:buSzPct val="100000"/>
              <a:buChar char="–"/>
            </a:pPr>
            <a:r>
              <a:rPr lang="es-ES"/>
              <a:t>"El deudor que se encuentre en las condiciones del artículo 5º</a:t>
            </a:r>
            <a:endParaRPr/>
          </a:p>
          <a:p>
            <a:pPr indent="-304747" lvl="1" marL="731392" rtl="0" algn="just">
              <a:lnSpc>
                <a:spcPct val="95000"/>
              </a:lnSpc>
              <a:spcBef>
                <a:spcPts val="1066"/>
              </a:spcBef>
              <a:spcAft>
                <a:spcPts val="0"/>
              </a:spcAft>
              <a:buClr>
                <a:schemeClr val="dk1"/>
              </a:buClr>
              <a:buSzPct val="100000"/>
              <a:buChar char="–"/>
            </a:pPr>
            <a:r>
              <a:rPr lang="es-ES"/>
              <a:t>socios cuya quiebra se decrete conforme al artículo 160</a:t>
            </a:r>
            <a:endParaRPr/>
          </a:p>
          <a:p>
            <a:pPr indent="-304747" lvl="0" marL="304747" rtl="0" algn="just">
              <a:lnSpc>
                <a:spcPct val="95000"/>
              </a:lnSpc>
              <a:spcBef>
                <a:spcPts val="1866"/>
              </a:spcBef>
              <a:spcAft>
                <a:spcPts val="0"/>
              </a:spcAft>
              <a:buClr>
                <a:schemeClr val="dk1"/>
              </a:buClr>
              <a:buSzPct val="100000"/>
              <a:buChar char="•"/>
            </a:pPr>
            <a:r>
              <a:rPr lang="es-ES"/>
              <a:t>Excluidos</a:t>
            </a:r>
            <a:endParaRPr/>
          </a:p>
          <a:p>
            <a:pPr indent="-304747" lvl="1" marL="731392" rtl="0" algn="just">
              <a:lnSpc>
                <a:spcPct val="95000"/>
              </a:lnSpc>
              <a:spcBef>
                <a:spcPts val="1066"/>
              </a:spcBef>
              <a:spcAft>
                <a:spcPts val="0"/>
              </a:spcAft>
              <a:buClr>
                <a:schemeClr val="dk1"/>
              </a:buClr>
              <a:buSzPct val="100000"/>
              <a:buChar char="–"/>
            </a:pPr>
            <a:r>
              <a:rPr lang="es-ES"/>
              <a:t>los fallidos por extensión no automática (art. 161, LCQ)</a:t>
            </a:r>
            <a:endParaRPr/>
          </a:p>
          <a:p>
            <a:pPr indent="-304747" lvl="1" marL="731392" rtl="0" algn="just">
              <a:lnSpc>
                <a:spcPct val="95000"/>
              </a:lnSpc>
              <a:spcBef>
                <a:spcPts val="1066"/>
              </a:spcBef>
              <a:spcAft>
                <a:spcPts val="0"/>
              </a:spcAft>
              <a:buClr>
                <a:schemeClr val="dk1"/>
              </a:buClr>
              <a:buSzPct val="100000"/>
              <a:buChar char="–"/>
            </a:pPr>
            <a:r>
              <a:rPr lang="es-ES"/>
              <a:t>el deudor cuya quiebra hubiese sido declarada por incumplimiento del acuerdo preventivo (art. 63, LCQ); </a:t>
            </a:r>
            <a:endParaRPr/>
          </a:p>
          <a:p>
            <a:pPr indent="-304747" lvl="1" marL="731392" rtl="0" algn="just">
              <a:lnSpc>
                <a:spcPct val="95000"/>
              </a:lnSpc>
              <a:spcBef>
                <a:spcPts val="1066"/>
              </a:spcBef>
              <a:spcAft>
                <a:spcPts val="0"/>
              </a:spcAft>
              <a:buClr>
                <a:schemeClr val="dk1"/>
              </a:buClr>
              <a:buSzPct val="100000"/>
              <a:buChar char="–"/>
            </a:pPr>
            <a:r>
              <a:rPr lang="es-ES"/>
              <a:t>aquel deudor que se encuentre en el período de inhibición prescripto en el art. 59, LCQ; </a:t>
            </a:r>
            <a:endParaRPr/>
          </a:p>
          <a:p>
            <a:pPr indent="-304747" lvl="1" marL="731392" rtl="0" algn="just">
              <a:lnSpc>
                <a:spcPct val="95000"/>
              </a:lnSpc>
              <a:spcBef>
                <a:spcPts val="1066"/>
              </a:spcBef>
              <a:spcAft>
                <a:spcPts val="0"/>
              </a:spcAft>
              <a:buClr>
                <a:schemeClr val="dk1"/>
              </a:buClr>
              <a:buSzPct val="100000"/>
              <a:buChar char="–"/>
            </a:pPr>
            <a:r>
              <a:rPr lang="es-ES"/>
              <a:t>el fallido cuya falencia se hubiese ordenado estando en trámite un concurso preventivo</a:t>
            </a:r>
            <a:endParaRPr/>
          </a:p>
          <a:p>
            <a:pPr indent="-224737" lvl="2" marL="1158037" rtl="0" algn="just">
              <a:lnSpc>
                <a:spcPct val="95000"/>
              </a:lnSpc>
              <a:spcBef>
                <a:spcPts val="1066"/>
              </a:spcBef>
              <a:spcAft>
                <a:spcPts val="0"/>
              </a:spcAft>
              <a:buClr>
                <a:schemeClr val="dk1"/>
              </a:buClr>
              <a:buSzPct val="100000"/>
              <a:buNone/>
            </a:pPr>
            <a:r>
              <a:t/>
            </a:r>
            <a:endParaRPr/>
          </a:p>
          <a:p>
            <a:pPr indent="-198067" lvl="0" marL="304747" rtl="0" algn="just">
              <a:lnSpc>
                <a:spcPct val="95000"/>
              </a:lnSpc>
              <a:spcBef>
                <a:spcPts val="1866"/>
              </a:spcBef>
              <a:spcAft>
                <a:spcPts val="0"/>
              </a:spcAft>
              <a:buClr>
                <a:schemeClr val="dk1"/>
              </a:buClr>
              <a:buSzPct val="100000"/>
              <a:buNone/>
            </a:pPr>
            <a:r>
              <a:t/>
            </a:r>
            <a:endParaRPr b="0" i="0">
              <a:solidFill>
                <a:srgbClr val="000000"/>
              </a:solidFill>
              <a:latin typeface="Gill Sans"/>
              <a:ea typeface="Gill Sans"/>
              <a:cs typeface="Gill Sans"/>
              <a:sym typeface="Gill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type="title"/>
          </p:nvPr>
        </p:nvSpPr>
        <p:spPr>
          <a:xfrm>
            <a:off x="1117309" y="76200"/>
            <a:ext cx="10157354"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chemeClr val="dk1"/>
              </a:buClr>
              <a:buSzPts val="4400"/>
              <a:buFont typeface="Century Gothic"/>
              <a:buNone/>
            </a:pPr>
            <a:r>
              <a:rPr lang="es-ES"/>
              <a:t>Conversión</a:t>
            </a:r>
            <a:r>
              <a:rPr lang="es-ES"/>
              <a:t> de la quiebra voluntaria </a:t>
            </a:r>
            <a:endParaRPr/>
          </a:p>
        </p:txBody>
      </p:sp>
      <p:sp>
        <p:nvSpPr>
          <p:cNvPr id="104" name="Google Shape;104;p4"/>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lnSpcReduction="10000"/>
          </a:bodyPr>
          <a:lstStyle/>
          <a:p>
            <a:pPr indent="-304747" lvl="0" marL="304747" rtl="0" algn="l">
              <a:lnSpc>
                <a:spcPct val="95000"/>
              </a:lnSpc>
              <a:spcBef>
                <a:spcPts val="0"/>
              </a:spcBef>
              <a:spcAft>
                <a:spcPts val="0"/>
              </a:spcAft>
              <a:buClr>
                <a:schemeClr val="dk1"/>
              </a:buClr>
              <a:buSzPts val="2400"/>
              <a:buChar char="•"/>
            </a:pPr>
            <a:r>
              <a:rPr lang="es-ES"/>
              <a:t>el plenario “Pujol” (C. Nac. Com., en pleno, ED 198-38) se entendió por mayoría que “ni en el texto legal ni en sus antecedentes existe exclusión o prohibición para que este deudor solicite la conversión y es sabido que las excepciones deben interpretarse restrictivamente, y no pueden extenderse a casos análogos’. </a:t>
            </a:r>
            <a:endParaRPr/>
          </a:p>
          <a:p>
            <a:pPr indent="-304747" lvl="0" marL="304747" rtl="0" algn="l">
              <a:lnSpc>
                <a:spcPct val="95000"/>
              </a:lnSpc>
              <a:spcBef>
                <a:spcPts val="1866"/>
              </a:spcBef>
              <a:spcAft>
                <a:spcPts val="0"/>
              </a:spcAft>
              <a:buClr>
                <a:schemeClr val="dk1"/>
              </a:buClr>
              <a:buSzPts val="2400"/>
              <a:buChar char="•"/>
            </a:pPr>
            <a:r>
              <a:rPr lang="es-ES"/>
              <a:t>La minoría del plenario, con mas realismo procesal de la cuestión, entendió que el deudor puede elegir entre pedir su propia quiebra o su concurso preventivo y optado voluntariamente por la liquidad va consumiendo la opción legal, electa una vía non datar recursos ad alteram, modificada ella debe exponer y justificar la razon del cambio de actitud.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Conversión a pedido del deudor - Jurisprudencia</a:t>
            </a:r>
            <a:endParaRPr/>
          </a:p>
        </p:txBody>
      </p:sp>
      <p:sp>
        <p:nvSpPr>
          <p:cNvPr id="110" name="Google Shape;110;p5"/>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lnSpcReduction="20000"/>
          </a:bodyPr>
          <a:lstStyle/>
          <a:p>
            <a:pPr indent="-304747" lvl="0" marL="304747" rtl="0" algn="just">
              <a:lnSpc>
                <a:spcPct val="95000"/>
              </a:lnSpc>
              <a:spcBef>
                <a:spcPts val="0"/>
              </a:spcBef>
              <a:spcAft>
                <a:spcPts val="0"/>
              </a:spcAft>
              <a:buClr>
                <a:schemeClr val="dk1"/>
              </a:buClr>
              <a:buSzPts val="2400"/>
              <a:buChar char="•"/>
            </a:pPr>
            <a:r>
              <a:rPr lang="es-ES"/>
              <a:t>1) "El fallido que solicitó su propia quiebra, puede acceder a la conversión de ésta en concurso preventivo, de acuerdo a lo previsto por el art. 90 de la ley 24.522" (CNCom, en pleno, 30/ 5/02, "Pujol, Juan C. s/su propia quiebra", ED, 198-38, y JA, 2002- 111-101). </a:t>
            </a:r>
            <a:endParaRPr/>
          </a:p>
          <a:p>
            <a:pPr indent="-304747" lvl="0" marL="304747" rtl="0" algn="just">
              <a:lnSpc>
                <a:spcPct val="95000"/>
              </a:lnSpc>
              <a:spcBef>
                <a:spcPts val="1866"/>
              </a:spcBef>
              <a:spcAft>
                <a:spcPts val="0"/>
              </a:spcAft>
              <a:buClr>
                <a:schemeClr val="dk1"/>
              </a:buClr>
              <a:buSzPts val="2400"/>
              <a:buChar char="•"/>
            </a:pPr>
            <a:r>
              <a:rPr lang="es-ES"/>
              <a:t>2) "El deudor que solicitó su propia quiebra puede acceder a la conversión de ésta en concurso preventivo, ya que debe primar la solución más favorable a la </a:t>
            </a:r>
            <a:r>
              <a:rPr lang="es-ES"/>
              <a:t>conservación</a:t>
            </a:r>
            <a:r>
              <a:rPr lang="es-ES"/>
              <a:t> de la empresa o la tutela de la vivienda familiar, pues, esos son los fines del instituto, prevaleciendo una interpretación de la conversión compatible con los objetivos de la ley" (CCivCom MdePlata, Sala 1, 30/6/08, "Saralegui, Jesús O.", LLBA, 2008-898; ED, 230-279, y LLonline, AR/JUR/4896/200&amp;).</a:t>
            </a:r>
            <a:endParaRPr/>
          </a:p>
          <a:p>
            <a:pPr indent="-152347" lvl="0" marL="304747" rtl="0" algn="just">
              <a:lnSpc>
                <a:spcPct val="95000"/>
              </a:lnSpc>
              <a:spcBef>
                <a:spcPts val="1866"/>
              </a:spcBef>
              <a:spcAft>
                <a:spcPts val="0"/>
              </a:spcAft>
              <a:buClr>
                <a:schemeClr val="dk1"/>
              </a:buClr>
              <a:buSzPts val="2400"/>
              <a:buNone/>
            </a:pPr>
            <a:r>
              <a:t/>
            </a:r>
            <a:endParaRPr b="0" i="0">
              <a:solidFill>
                <a:srgbClr val="000000"/>
              </a:solidFill>
              <a:latin typeface="Gill Sans"/>
              <a:ea typeface="Gill Sans"/>
              <a:cs typeface="Gill Sans"/>
              <a:sym typeface="Gill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Efectos del pedido de conversión</a:t>
            </a:r>
            <a:endParaRPr/>
          </a:p>
        </p:txBody>
      </p:sp>
      <p:sp>
        <p:nvSpPr>
          <p:cNvPr id="116" name="Google Shape;116;p6"/>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a:bodyPr>
          <a:lstStyle/>
          <a:p>
            <a:pPr indent="-304747" lvl="0" marL="304747" rtl="0" algn="just">
              <a:lnSpc>
                <a:spcPct val="95000"/>
              </a:lnSpc>
              <a:spcBef>
                <a:spcPts val="0"/>
              </a:spcBef>
              <a:spcAft>
                <a:spcPts val="0"/>
              </a:spcAft>
              <a:buClr>
                <a:srgbClr val="000000"/>
              </a:buClr>
              <a:buSzPts val="2400"/>
              <a:buChar char="•"/>
            </a:pPr>
            <a:r>
              <a:rPr b="0" i="0" lang="es-ES">
                <a:solidFill>
                  <a:srgbClr val="000000"/>
                </a:solidFill>
                <a:latin typeface="Gill Sans"/>
                <a:ea typeface="Gill Sans"/>
                <a:cs typeface="Gill Sans"/>
                <a:sym typeface="Gill Sans"/>
              </a:rPr>
              <a:t>ARTICULO 91.- Efectos del pedido de conversión. Presentado el pedido de conversión el deudor no podrá interponer recurso de reposición contra la sentencia de quiebra; si ya lo hubiese interpuesto, se lo tiene por desistido sin necesidad de declaración judicial.</a:t>
            </a:r>
            <a:endParaRPr/>
          </a:p>
          <a:p>
            <a:pPr indent="-304747" lvl="0" marL="304747" rtl="0" algn="just">
              <a:lnSpc>
                <a:spcPct val="95000"/>
              </a:lnSpc>
              <a:spcBef>
                <a:spcPts val="1866"/>
              </a:spcBef>
              <a:spcAft>
                <a:spcPts val="0"/>
              </a:spcAft>
              <a:buClr>
                <a:srgbClr val="000000"/>
              </a:buClr>
              <a:buSzPts val="2400"/>
              <a:buChar char="•"/>
            </a:pPr>
            <a:r>
              <a:rPr b="0" i="0" lang="es-ES">
                <a:solidFill>
                  <a:srgbClr val="000000"/>
                </a:solidFill>
                <a:latin typeface="Gill Sans"/>
                <a:ea typeface="Gill Sans"/>
                <a:cs typeface="Gill Sans"/>
                <a:sym typeface="Gill Sans"/>
              </a:rPr>
              <a:t>El pedido de conversión no impide la continuación del planteo de incompetencia formulado conforme a los Artículos 100 y 101.</a:t>
            </a:r>
            <a:endParaRPr/>
          </a:p>
          <a:p>
            <a:pPr indent="0" lvl="0" marL="0" rtl="0" algn="just">
              <a:lnSpc>
                <a:spcPct val="95000"/>
              </a:lnSpc>
              <a:spcBef>
                <a:spcPts val="1866"/>
              </a:spcBef>
              <a:spcAft>
                <a:spcPts val="0"/>
              </a:spcAft>
              <a:buClr>
                <a:schemeClr val="dk1"/>
              </a:buClr>
              <a:buSzPts val="2400"/>
              <a:buNone/>
            </a:pPr>
            <a:r>
              <a:t/>
            </a:r>
            <a:endParaRPr b="0" i="0">
              <a:solidFill>
                <a:srgbClr val="000000"/>
              </a:solidFill>
              <a:latin typeface="Gill Sans"/>
              <a:ea typeface="Gill Sans"/>
              <a:cs typeface="Gill Sans"/>
              <a:sym typeface="Gill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Efectos del pedido de conversión</a:t>
            </a:r>
            <a:endParaRPr/>
          </a:p>
        </p:txBody>
      </p:sp>
      <p:sp>
        <p:nvSpPr>
          <p:cNvPr id="122" name="Google Shape;122;p7"/>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a:bodyPr>
          <a:lstStyle/>
          <a:p>
            <a:pPr indent="-304747" lvl="0" marL="304747" rtl="0" algn="just">
              <a:lnSpc>
                <a:spcPct val="95000"/>
              </a:lnSpc>
              <a:spcBef>
                <a:spcPts val="0"/>
              </a:spcBef>
              <a:spcAft>
                <a:spcPts val="0"/>
              </a:spcAft>
              <a:buClr>
                <a:schemeClr val="dk1"/>
              </a:buClr>
              <a:buSzPts val="2400"/>
              <a:buChar char="•"/>
            </a:pPr>
            <a:r>
              <a:rPr lang="es-ES"/>
              <a:t>es un concursamiento, debe cumplimentar todos los recaudos formales. </a:t>
            </a:r>
            <a:endParaRPr/>
          </a:p>
          <a:p>
            <a:pPr indent="-304747" lvl="0" marL="304747" rtl="0" algn="just">
              <a:lnSpc>
                <a:spcPct val="95000"/>
              </a:lnSpc>
              <a:spcBef>
                <a:spcPts val="1866"/>
              </a:spcBef>
              <a:spcAft>
                <a:spcPts val="0"/>
              </a:spcAft>
              <a:buClr>
                <a:schemeClr val="dk1"/>
              </a:buClr>
              <a:buSzPts val="2400"/>
              <a:buChar char="•"/>
            </a:pPr>
            <a:r>
              <a:rPr lang="es-ES"/>
              <a:t>es incompatible con el recurso de reposición (art. 94, LCQ).</a:t>
            </a:r>
            <a:endParaRPr/>
          </a:p>
          <a:p>
            <a:pPr indent="-304747" lvl="0" marL="304747" rtl="0" algn="just">
              <a:lnSpc>
                <a:spcPct val="95000"/>
              </a:lnSpc>
              <a:spcBef>
                <a:spcPts val="1866"/>
              </a:spcBef>
              <a:spcAft>
                <a:spcPts val="0"/>
              </a:spcAft>
              <a:buClr>
                <a:schemeClr val="dk1"/>
              </a:buClr>
              <a:buSzPts val="2400"/>
              <a:buChar char="•"/>
            </a:pPr>
            <a:r>
              <a:rPr lang="es-ES"/>
              <a:t>una vez declarada la falencia, tiene dos opciones que </a:t>
            </a:r>
            <a:r>
              <a:rPr b="1" lang="es-ES" u="sng"/>
              <a:t>se excluyen entre sí</a:t>
            </a:r>
            <a:r>
              <a:rPr lang="es-ES"/>
              <a:t>: </a:t>
            </a:r>
            <a:endParaRPr/>
          </a:p>
          <a:p>
            <a:pPr indent="-304747" lvl="1" marL="731392" rtl="0" algn="just">
              <a:lnSpc>
                <a:spcPct val="95000"/>
              </a:lnSpc>
              <a:spcBef>
                <a:spcPts val="1066"/>
              </a:spcBef>
              <a:spcAft>
                <a:spcPts val="0"/>
              </a:spcAft>
              <a:buClr>
                <a:schemeClr val="dk1"/>
              </a:buClr>
              <a:buSzPts val="2000"/>
              <a:buChar char="–"/>
            </a:pPr>
            <a:r>
              <a:rPr lang="es-ES"/>
              <a:t>la vía recursiva en contra de la sentencia de quiebra a los fines de probar la </a:t>
            </a:r>
            <a:r>
              <a:rPr b="1" lang="es-ES" u="sng"/>
              <a:t>inexistencia del presupuesto objetivo </a:t>
            </a:r>
            <a:r>
              <a:rPr lang="es-ES"/>
              <a:t>(art. 94, LCQ); </a:t>
            </a:r>
            <a:endParaRPr/>
          </a:p>
          <a:p>
            <a:pPr indent="-304747" lvl="1" marL="731392" rtl="0" algn="just">
              <a:lnSpc>
                <a:spcPct val="95000"/>
              </a:lnSpc>
              <a:spcBef>
                <a:spcPts val="1066"/>
              </a:spcBef>
              <a:spcAft>
                <a:spcPts val="0"/>
              </a:spcAft>
              <a:buClr>
                <a:schemeClr val="dk1"/>
              </a:buClr>
              <a:buSzPts val="2000"/>
              <a:buChar char="–"/>
            </a:pPr>
            <a:r>
              <a:rPr lang="es-ES"/>
              <a:t>la conversión, en la que </a:t>
            </a:r>
            <a:r>
              <a:rPr b="1" lang="es-ES" u="sng"/>
              <a:t>no se niega el presupuesto objetivo </a:t>
            </a:r>
            <a:r>
              <a:rPr lang="es-ES"/>
              <a:t>y se pretende transformar el procedimiento liquidativo en uno de tipo preventivo.</a:t>
            </a:r>
            <a:endParaRPr b="0" i="0">
              <a:solidFill>
                <a:srgbClr val="000000"/>
              </a:solidFill>
              <a:latin typeface="Gill Sans"/>
              <a:ea typeface="Gill Sans"/>
              <a:cs typeface="Gill Sans"/>
              <a:sym typeface="Gill Sans"/>
            </a:endParaRPr>
          </a:p>
        </p:txBody>
      </p:sp>
      <p:sp>
        <p:nvSpPr>
          <p:cNvPr id="123" name="Google Shape;123;p7"/>
          <p:cNvSpPr/>
          <p:nvPr/>
        </p:nvSpPr>
        <p:spPr>
          <a:xfrm>
            <a:off x="1341884" y="5589240"/>
            <a:ext cx="9649072" cy="936104"/>
          </a:xfrm>
          <a:prstGeom prst="roundRect">
            <a:avLst>
              <a:gd fmla="val 16667" name="adj"/>
            </a:avLst>
          </a:prstGeom>
          <a:solidFill>
            <a:schemeClr val="accent1"/>
          </a:solidFill>
          <a:ln cap="flat" cmpd="sng" w="12700">
            <a:solidFill>
              <a:srgbClr val="2F385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ES" sz="1800" u="sng" cap="none" strike="noStrike">
                <a:solidFill>
                  <a:schemeClr val="lt1"/>
                </a:solidFill>
                <a:latin typeface="Century Gothic"/>
                <a:ea typeface="Century Gothic"/>
                <a:cs typeface="Century Gothic"/>
                <a:sym typeface="Century Gothic"/>
              </a:rPr>
              <a:t>De encontrarse en trámite el recurso de reposición contra la sentencia de quiebra, la sola interposición del pedido de conversión implica su desistimiento, sin necesidad de declaración judicial de ningún tipo.</a:t>
            </a:r>
            <a:endParaRPr b="1" i="0" sz="1800" u="sng" cap="none" strike="noStrike">
              <a:solidFill>
                <a:schemeClr val="lt1"/>
              </a:solidFill>
              <a:latin typeface="Century Gothic"/>
              <a:ea typeface="Century Gothic"/>
              <a:cs typeface="Century Gothic"/>
              <a:sym typeface="Century Gothic"/>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8"/>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Requisitos</a:t>
            </a:r>
            <a:endParaRPr/>
          </a:p>
        </p:txBody>
      </p:sp>
      <p:sp>
        <p:nvSpPr>
          <p:cNvPr id="129" name="Google Shape;129;p8"/>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a:bodyPr>
          <a:lstStyle/>
          <a:p>
            <a:pPr indent="-304747" lvl="0" marL="304747" rtl="0" algn="just">
              <a:lnSpc>
                <a:spcPct val="95000"/>
              </a:lnSpc>
              <a:spcBef>
                <a:spcPts val="0"/>
              </a:spcBef>
              <a:spcAft>
                <a:spcPts val="0"/>
              </a:spcAft>
              <a:buClr>
                <a:srgbClr val="000000"/>
              </a:buClr>
              <a:buSzPts val="2400"/>
              <a:buChar char="•"/>
            </a:pPr>
            <a:r>
              <a:rPr b="0" i="0" lang="es-ES">
                <a:solidFill>
                  <a:srgbClr val="000000"/>
                </a:solidFill>
                <a:latin typeface="Gill Sans"/>
                <a:ea typeface="Gill Sans"/>
                <a:cs typeface="Gill Sans"/>
                <a:sym typeface="Gill Sans"/>
              </a:rPr>
              <a:t>ARTICULO 92.- Requisitos. El deudor debe cumplir los requisitos previstos en el Artículo 11 al hacer su pedido de conversión o dentro del plazo que el juez fije conforme a lo previsto en el Artículo 11, último párrafo.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9"/>
          <p:cNvSpPr txBox="1"/>
          <p:nvPr>
            <p:ph type="title"/>
          </p:nvPr>
        </p:nvSpPr>
        <p:spPr>
          <a:xfrm>
            <a:off x="1117309" y="76200"/>
            <a:ext cx="10157354"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chemeClr val="dk1"/>
              </a:buClr>
              <a:buSzPts val="4400"/>
              <a:buFont typeface="Century Gothic"/>
              <a:buNone/>
            </a:pPr>
            <a:r>
              <a:rPr lang="es-ES"/>
              <a:t>Caso del desistimiento del concurso preventivo </a:t>
            </a:r>
            <a:endParaRPr/>
          </a:p>
        </p:txBody>
      </p:sp>
      <p:sp>
        <p:nvSpPr>
          <p:cNvPr id="135" name="Google Shape;135;p9"/>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a:bodyPr>
          <a:lstStyle/>
          <a:p>
            <a:pPr indent="-304747" lvl="0" marL="304747" rtl="0" algn="l">
              <a:lnSpc>
                <a:spcPct val="95000"/>
              </a:lnSpc>
              <a:spcBef>
                <a:spcPts val="0"/>
              </a:spcBef>
              <a:spcAft>
                <a:spcPts val="0"/>
              </a:spcAft>
              <a:buClr>
                <a:schemeClr val="dk1"/>
              </a:buClr>
              <a:buSzPts val="2400"/>
              <a:buChar char="•"/>
            </a:pPr>
            <a:r>
              <a:rPr lang="es-ES"/>
              <a:t>Un caso particular y no previsto por la ley es aquel encuadrado en el art, 31, ultimo parrafo, LCQ, es decir, cuando se haya tenido por desistido al deudor de su concurso preventivo y luego le fuese declarada la quiebra, y la relacién de ello con los pedidos de quiebra pendientes para producir la conversion dentro del ano del desistimiento. </a:t>
            </a:r>
            <a:endParaRPr/>
          </a:p>
          <a:p>
            <a:pPr indent="-304747" lvl="1" marL="731392" rtl="0" algn="l">
              <a:lnSpc>
                <a:spcPct val="95000"/>
              </a:lnSpc>
              <a:spcBef>
                <a:spcPts val="1066"/>
              </a:spcBef>
              <a:spcAft>
                <a:spcPts val="0"/>
              </a:spcAft>
              <a:buClr>
                <a:schemeClr val="dk1"/>
              </a:buClr>
              <a:buSzPts val="2000"/>
              <a:buChar char="–"/>
            </a:pPr>
            <a:r>
              <a:rPr lang="es-ES"/>
              <a:t>La mayoría de la doctrina entiende que solo podra convertirla en concurso preventivo si no existen otros pedidos de quiebra pendientes.</a:t>
            </a:r>
            <a:endParaRPr/>
          </a:p>
          <a:p>
            <a:pPr indent="-304747" lvl="1" marL="731392" rtl="0" algn="l">
              <a:lnSpc>
                <a:spcPct val="95000"/>
              </a:lnSpc>
              <a:spcBef>
                <a:spcPts val="1066"/>
              </a:spcBef>
              <a:spcAft>
                <a:spcPts val="0"/>
              </a:spcAft>
              <a:buClr>
                <a:schemeClr val="dk1"/>
              </a:buClr>
              <a:buSzPts val="2000"/>
              <a:buChar char="–"/>
            </a:pPr>
            <a:r>
              <a:rPr lang="es-ES"/>
              <a:t>Otros entienden que no juega la limitación del art. 31, in fine, LCQ, por lo que para la conversión es indiferente que existan o no pedidos de quiebra pendientes (RIVERA).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0"/>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Efectos del cumplimiento de los requisitos</a:t>
            </a:r>
            <a:endParaRPr/>
          </a:p>
        </p:txBody>
      </p:sp>
      <p:sp>
        <p:nvSpPr>
          <p:cNvPr id="141" name="Google Shape;141;p10"/>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a:bodyPr>
          <a:lstStyle/>
          <a:p>
            <a:pPr indent="-304747" lvl="0" marL="304747" rtl="0" algn="just">
              <a:lnSpc>
                <a:spcPct val="95000"/>
              </a:lnSpc>
              <a:spcBef>
                <a:spcPts val="0"/>
              </a:spcBef>
              <a:spcAft>
                <a:spcPts val="0"/>
              </a:spcAft>
              <a:buClr>
                <a:srgbClr val="000000"/>
              </a:buClr>
              <a:buSzPts val="2400"/>
              <a:buChar char="•"/>
            </a:pPr>
            <a:r>
              <a:rPr b="0" i="0" lang="es-ES">
                <a:solidFill>
                  <a:srgbClr val="000000"/>
                </a:solidFill>
                <a:latin typeface="Gill Sans"/>
                <a:ea typeface="Gill Sans"/>
                <a:cs typeface="Gill Sans"/>
                <a:sym typeface="Gill Sans"/>
              </a:rPr>
              <a:t>ARTICULO 93.- Efectos del cumplimiento de los requisitos. Vencido el plazo fijado según el Artículo anterior, el juez deja sin efecto la sentencia de quiebra y dicta sentencia conforme lo dispuesto en los Artículos 13 y 14. Sólo puede rechazar la conversión en concurso preventivo por no haberse cumplido los requisitos del Artículo 11.</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1"/>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Efectos del cumplimiento de los requisitos</a:t>
            </a:r>
            <a:endParaRPr/>
          </a:p>
        </p:txBody>
      </p:sp>
      <p:sp>
        <p:nvSpPr>
          <p:cNvPr id="147" name="Google Shape;147;p11"/>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fontScale="47500" lnSpcReduction="20000"/>
          </a:bodyPr>
          <a:lstStyle/>
          <a:p>
            <a:pPr indent="-304747" lvl="0" marL="304747" rtl="0" algn="just">
              <a:lnSpc>
                <a:spcPct val="95000"/>
              </a:lnSpc>
              <a:spcBef>
                <a:spcPts val="0"/>
              </a:spcBef>
              <a:spcAft>
                <a:spcPts val="0"/>
              </a:spcAft>
              <a:buClr>
                <a:schemeClr val="dk1"/>
              </a:buClr>
              <a:buSzPct val="100000"/>
              <a:buChar char="•"/>
            </a:pPr>
            <a:r>
              <a:rPr lang="es-ES"/>
              <a:t>Luego de presentada la solicitud de conversión (o vencido el plazo establecido en el art. 11, in fine, LCQ), el juez debe pronunciarse dentro de los cinco días</a:t>
            </a:r>
            <a:endParaRPr/>
          </a:p>
          <a:p>
            <a:pPr indent="-304747" lvl="0" marL="304747" rtl="0" algn="just">
              <a:lnSpc>
                <a:spcPct val="95000"/>
              </a:lnSpc>
              <a:spcBef>
                <a:spcPts val="1866"/>
              </a:spcBef>
              <a:spcAft>
                <a:spcPts val="0"/>
              </a:spcAft>
              <a:buClr>
                <a:schemeClr val="dk1"/>
              </a:buClr>
              <a:buSzPct val="100000"/>
              <a:buChar char="•"/>
            </a:pPr>
            <a:r>
              <a:rPr lang="es-ES"/>
              <a:t>La sentencia de conversión debe tener el siguiente contenido:</a:t>
            </a:r>
            <a:endParaRPr/>
          </a:p>
          <a:p>
            <a:pPr indent="-304747" lvl="1" marL="731392" rtl="0" algn="just">
              <a:lnSpc>
                <a:spcPct val="95000"/>
              </a:lnSpc>
              <a:spcBef>
                <a:spcPts val="1066"/>
              </a:spcBef>
              <a:spcAft>
                <a:spcPts val="0"/>
              </a:spcAft>
              <a:buClr>
                <a:schemeClr val="dk1"/>
              </a:buClr>
              <a:buSzPct val="100000"/>
              <a:buChar char="–"/>
            </a:pPr>
            <a:r>
              <a:rPr lang="es-ES"/>
              <a:t>dejar sin efecto la sentencia de quiebra;</a:t>
            </a:r>
            <a:endParaRPr/>
          </a:p>
          <a:p>
            <a:pPr indent="-304747" lvl="1" marL="731392" rtl="0" algn="just">
              <a:lnSpc>
                <a:spcPct val="95000"/>
              </a:lnSpc>
              <a:spcBef>
                <a:spcPts val="1066"/>
              </a:spcBef>
              <a:spcAft>
                <a:spcPts val="0"/>
              </a:spcAft>
              <a:buClr>
                <a:schemeClr val="dk1"/>
              </a:buClr>
              <a:buSzPct val="100000"/>
              <a:buChar char="–"/>
            </a:pPr>
            <a:r>
              <a:rPr lang="es-ES"/>
              <a:t>dictar sentencia de concurso preventivo.</a:t>
            </a:r>
            <a:endParaRPr/>
          </a:p>
          <a:p>
            <a:pPr indent="-304747" lvl="0" marL="304747" rtl="0" algn="just">
              <a:lnSpc>
                <a:spcPct val="95000"/>
              </a:lnSpc>
              <a:spcBef>
                <a:spcPts val="1866"/>
              </a:spcBef>
              <a:spcAft>
                <a:spcPts val="0"/>
              </a:spcAft>
              <a:buClr>
                <a:schemeClr val="dk1"/>
              </a:buClr>
              <a:buSzPct val="100000"/>
              <a:buChar char="•"/>
            </a:pPr>
            <a:r>
              <a:rPr lang="es-ES"/>
              <a:t>Los efectos serán los típicos del concurso preventivo. </a:t>
            </a:r>
            <a:endParaRPr/>
          </a:p>
          <a:p>
            <a:pPr indent="-304747" lvl="1" marL="731392" rtl="0" algn="just">
              <a:lnSpc>
                <a:spcPct val="95000"/>
              </a:lnSpc>
              <a:spcBef>
                <a:spcPts val="1066"/>
              </a:spcBef>
              <a:spcAft>
                <a:spcPts val="0"/>
              </a:spcAft>
              <a:buClr>
                <a:schemeClr val="dk1"/>
              </a:buClr>
              <a:buSzPct val="100000"/>
              <a:buChar char="–"/>
            </a:pPr>
            <a:r>
              <a:rPr lang="es-ES"/>
              <a:t>El ex fallido recobrará la administración de su patrimonio bajo la vigilancia del síndico (art. 15, LCQ), </a:t>
            </a:r>
            <a:endParaRPr/>
          </a:p>
          <a:p>
            <a:pPr indent="-304747" lvl="1" marL="731392" rtl="0" algn="just">
              <a:lnSpc>
                <a:spcPct val="95000"/>
              </a:lnSpc>
              <a:spcBef>
                <a:spcPts val="1066"/>
              </a:spcBef>
              <a:spcAft>
                <a:spcPts val="0"/>
              </a:spcAft>
              <a:buClr>
                <a:schemeClr val="dk1"/>
              </a:buClr>
              <a:buSzPct val="100000"/>
              <a:buChar char="–"/>
            </a:pPr>
            <a:r>
              <a:rPr lang="es-ES"/>
              <a:t>el régimen de administración y disposición seguirá los cauces del art. 16, LCQ, </a:t>
            </a:r>
            <a:endParaRPr/>
          </a:p>
          <a:p>
            <a:pPr indent="-304747" lvl="1" marL="731392" rtl="0" algn="just">
              <a:lnSpc>
                <a:spcPct val="95000"/>
              </a:lnSpc>
              <a:spcBef>
                <a:spcPts val="1066"/>
              </a:spcBef>
              <a:spcAft>
                <a:spcPts val="0"/>
              </a:spcAft>
              <a:buClr>
                <a:schemeClr val="dk1"/>
              </a:buClr>
              <a:buSzPct val="100000"/>
              <a:buChar char="–"/>
            </a:pPr>
            <a:r>
              <a:rPr lang="es-ES"/>
              <a:t>recobrará la legitimación procesal (art. 110, LCQ).</a:t>
            </a:r>
            <a:endParaRPr/>
          </a:p>
          <a:p>
            <a:pPr indent="-304747" lvl="0" marL="304747" rtl="0" algn="just">
              <a:lnSpc>
                <a:spcPct val="95000"/>
              </a:lnSpc>
              <a:spcBef>
                <a:spcPts val="1866"/>
              </a:spcBef>
              <a:spcAft>
                <a:spcPts val="0"/>
              </a:spcAft>
              <a:buClr>
                <a:schemeClr val="dk1"/>
              </a:buClr>
              <a:buSzPct val="100000"/>
              <a:buChar char="•"/>
            </a:pPr>
            <a:r>
              <a:rPr b="1" lang="es-ES" u="sng"/>
              <a:t>La fecha de corte de muchos de los efectos concursales será la de la presentación del pedido de conversión y no los de la quiebra dejada sin efecto</a:t>
            </a:r>
            <a:endParaRPr/>
          </a:p>
          <a:p>
            <a:pPr indent="-304747" lvl="1" marL="731392" rtl="0" algn="just">
              <a:lnSpc>
                <a:spcPct val="95000"/>
              </a:lnSpc>
              <a:spcBef>
                <a:spcPts val="1066"/>
              </a:spcBef>
              <a:spcAft>
                <a:spcPts val="0"/>
              </a:spcAft>
              <a:buClr>
                <a:schemeClr val="dk1"/>
              </a:buClr>
              <a:buSzPct val="100000"/>
              <a:buChar char="–"/>
            </a:pPr>
            <a:r>
              <a:rPr lang="es-ES"/>
              <a:t>se suspenden los intereses (art. 19, 1º párr., LCQ), </a:t>
            </a:r>
            <a:endParaRPr/>
          </a:p>
          <a:p>
            <a:pPr indent="-304747" lvl="1" marL="731392" rtl="0" algn="just">
              <a:lnSpc>
                <a:spcPct val="95000"/>
              </a:lnSpc>
              <a:spcBef>
                <a:spcPts val="1066"/>
              </a:spcBef>
              <a:spcAft>
                <a:spcPts val="0"/>
              </a:spcAft>
              <a:buClr>
                <a:schemeClr val="dk1"/>
              </a:buClr>
              <a:buSzPct val="100000"/>
              <a:buChar char="–"/>
            </a:pPr>
            <a:r>
              <a:rPr lang="es-ES"/>
              <a:t>las deudas pueden convertirse también a esta fecha (art. 19, 2º párr., LCQ), </a:t>
            </a:r>
            <a:endParaRPr/>
          </a:p>
          <a:p>
            <a:pPr indent="-304747" lvl="1" marL="731392" rtl="0" algn="just">
              <a:lnSpc>
                <a:spcPct val="95000"/>
              </a:lnSpc>
              <a:spcBef>
                <a:spcPts val="1066"/>
              </a:spcBef>
              <a:spcAft>
                <a:spcPts val="0"/>
              </a:spcAft>
              <a:buClr>
                <a:schemeClr val="dk1"/>
              </a:buClr>
              <a:buSzPct val="100000"/>
              <a:buChar char="–"/>
            </a:pPr>
            <a:r>
              <a:rPr lang="es-ES"/>
              <a:t>rige el régimen de notificaciones concursales (art. 26, LCQ), </a:t>
            </a:r>
            <a:endParaRPr/>
          </a:p>
          <a:p>
            <a:pPr indent="-304747" lvl="1" marL="731392" rtl="0" algn="just">
              <a:lnSpc>
                <a:spcPct val="95000"/>
              </a:lnSpc>
              <a:spcBef>
                <a:spcPts val="1066"/>
              </a:spcBef>
              <a:spcAft>
                <a:spcPts val="0"/>
              </a:spcAft>
              <a:buClr>
                <a:schemeClr val="dk1"/>
              </a:buClr>
              <a:buSzPct val="100000"/>
              <a:buChar char="–"/>
            </a:pPr>
            <a:r>
              <a:rPr lang="es-ES"/>
              <a:t>los acreedores deben ser anteriores al pedido conversivo (pudiendo incorporarse los nuevos acreedores nacidos con posterioridad a la sentencia de quiebra pero anteriores a la fecha de presentación de la conversión ). </a:t>
            </a:r>
            <a:endParaRPr/>
          </a:p>
          <a:p>
            <a:pPr indent="-304747" lvl="1" marL="731392" rtl="0" algn="just">
              <a:lnSpc>
                <a:spcPct val="95000"/>
              </a:lnSpc>
              <a:spcBef>
                <a:spcPts val="1066"/>
              </a:spcBef>
              <a:spcAft>
                <a:spcPts val="0"/>
              </a:spcAft>
              <a:buClr>
                <a:schemeClr val="dk1"/>
              </a:buClr>
              <a:buSzPct val="100000"/>
              <a:buChar char="–"/>
            </a:pPr>
            <a:r>
              <a:rPr lang="es-ES"/>
              <a:t>Si se hubiesen realizado bienes, el producido de los mismos deberá ser entregado al deudor.</a:t>
            </a:r>
            <a:endParaRPr b="1" i="0" u="sng">
              <a:solidFill>
                <a:srgbClr val="000000"/>
              </a:solidFill>
              <a:latin typeface="Gill Sans"/>
              <a:ea typeface="Gill Sans"/>
              <a:cs typeface="Gill Sans"/>
              <a:sym typeface="Gill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2"/>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Efectos del cumplimiento de los requisitos</a:t>
            </a:r>
            <a:endParaRPr/>
          </a:p>
        </p:txBody>
      </p:sp>
      <p:sp>
        <p:nvSpPr>
          <p:cNvPr id="153" name="Google Shape;153;p12"/>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a:bodyPr>
          <a:lstStyle/>
          <a:p>
            <a:pPr indent="-304747" lvl="0" marL="304747" rtl="0" algn="just">
              <a:lnSpc>
                <a:spcPct val="95000"/>
              </a:lnSpc>
              <a:spcBef>
                <a:spcPts val="0"/>
              </a:spcBef>
              <a:spcAft>
                <a:spcPts val="0"/>
              </a:spcAft>
              <a:buClr>
                <a:srgbClr val="000000"/>
              </a:buClr>
              <a:buSzPts val="2400"/>
              <a:buChar char="•"/>
            </a:pPr>
            <a:r>
              <a:rPr i="0" lang="es-ES">
                <a:solidFill>
                  <a:srgbClr val="000000"/>
                </a:solidFill>
                <a:latin typeface="Gill Sans"/>
                <a:ea typeface="Gill Sans"/>
                <a:cs typeface="Gill Sans"/>
                <a:sym typeface="Gill Sans"/>
              </a:rPr>
              <a:t>Causales de rechazo</a:t>
            </a:r>
            <a:endParaRPr/>
          </a:p>
          <a:p>
            <a:pPr indent="-304747" lvl="1" marL="731392" rtl="0" algn="just">
              <a:lnSpc>
                <a:spcPct val="95000"/>
              </a:lnSpc>
              <a:spcBef>
                <a:spcPts val="1066"/>
              </a:spcBef>
              <a:spcAft>
                <a:spcPts val="0"/>
              </a:spcAft>
              <a:buClr>
                <a:schemeClr val="dk1"/>
              </a:buClr>
              <a:buSzPts val="2000"/>
              <a:buChar char="–"/>
            </a:pPr>
            <a:r>
              <a:rPr lang="es-ES"/>
              <a:t>por incumplimiento de los recaudos formales (art. 11, LCQ), </a:t>
            </a:r>
            <a:endParaRPr/>
          </a:p>
          <a:p>
            <a:pPr indent="-304747" lvl="1" marL="731392" rtl="0" algn="just">
              <a:lnSpc>
                <a:spcPct val="95000"/>
              </a:lnSpc>
              <a:spcBef>
                <a:spcPts val="1066"/>
              </a:spcBef>
              <a:spcAft>
                <a:spcPts val="0"/>
              </a:spcAft>
              <a:buClr>
                <a:schemeClr val="dk1"/>
              </a:buClr>
              <a:buSzPts val="2000"/>
              <a:buChar char="–"/>
            </a:pPr>
            <a:r>
              <a:rPr lang="es-ES"/>
              <a:t>no ser un sujeto susceptible de concurso preventivo (arts. 2º y 5º, LCQ) o de conversión (art. 90, LCQ); </a:t>
            </a:r>
            <a:endParaRPr/>
          </a:p>
          <a:p>
            <a:pPr indent="-304747" lvl="1" marL="731392" rtl="0" algn="just">
              <a:lnSpc>
                <a:spcPct val="95000"/>
              </a:lnSpc>
              <a:spcBef>
                <a:spcPts val="1066"/>
              </a:spcBef>
              <a:spcAft>
                <a:spcPts val="0"/>
              </a:spcAft>
              <a:buClr>
                <a:schemeClr val="dk1"/>
              </a:buClr>
              <a:buSzPts val="2000"/>
              <a:buChar char="–"/>
            </a:pPr>
            <a:r>
              <a:rPr lang="es-ES"/>
              <a:t>encontrarse dentro del período de inhibición (art. 59, LCQ); </a:t>
            </a:r>
            <a:endParaRPr/>
          </a:p>
          <a:p>
            <a:pPr indent="-304747" lvl="1" marL="731392" rtl="0" algn="just">
              <a:lnSpc>
                <a:spcPct val="95000"/>
              </a:lnSpc>
              <a:spcBef>
                <a:spcPts val="1066"/>
              </a:spcBef>
              <a:spcAft>
                <a:spcPts val="0"/>
              </a:spcAft>
              <a:buClr>
                <a:schemeClr val="dk1"/>
              </a:buClr>
              <a:buSzPts val="2000"/>
              <a:buChar char="–"/>
            </a:pPr>
            <a:r>
              <a:rPr lang="es-ES"/>
              <a:t>que la petición de conversión haya sido incoada fuera de término (art. 90, LCQ). </a:t>
            </a:r>
            <a:endParaRPr i="0">
              <a:solidFill>
                <a:srgbClr val="000000"/>
              </a:solidFill>
              <a:latin typeface="Gill Sans"/>
              <a:ea typeface="Gill Sans"/>
              <a:cs typeface="Gill Sans"/>
              <a:sym typeface="Gill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3"/>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Efectos del cumplimiento de los requisitos - Jurisprudencia</a:t>
            </a:r>
            <a:endParaRPr/>
          </a:p>
        </p:txBody>
      </p:sp>
      <p:sp>
        <p:nvSpPr>
          <p:cNvPr id="159" name="Google Shape;159;p13"/>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a:bodyPr>
          <a:lstStyle/>
          <a:p>
            <a:pPr indent="-304747" lvl="0" marL="304747" rtl="0" algn="just">
              <a:lnSpc>
                <a:spcPct val="95000"/>
              </a:lnSpc>
              <a:spcBef>
                <a:spcPts val="0"/>
              </a:spcBef>
              <a:spcAft>
                <a:spcPts val="0"/>
              </a:spcAft>
              <a:buClr>
                <a:schemeClr val="dk1"/>
              </a:buClr>
              <a:buSzPts val="2400"/>
              <a:buChar char="•"/>
            </a:pPr>
            <a:r>
              <a:rPr lang="es-ES"/>
              <a:t>"La omisión de cualquiera de los requisitos establecidos para la procedencia de la conversión de la quiebra en concurso preventivo (arts. 92 y 11, ley 24.522) -en el caso, no se acompañó un estado detallado del activo y del pasivo, copias de los balances ni enunciaci6n de libros de comercio que Ueva el peticionariodetermina el rechazo de la petición" (CCivCom Rosario, Sala 111, 13/11/00, "Chagay, Antonio V. s/propia quiebra", LLLttorul, 2001-593, y LLonline, AR/JURf1428/2000).</a:t>
            </a:r>
            <a:endParaRPr i="0">
              <a:solidFill>
                <a:srgbClr val="000000"/>
              </a:solidFill>
              <a:latin typeface="Gill Sans"/>
              <a:ea typeface="Gill Sans"/>
              <a:cs typeface="Gill Sans"/>
              <a:sym typeface="Gill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4"/>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Recursos - Reposición</a:t>
            </a:r>
            <a:endParaRPr/>
          </a:p>
        </p:txBody>
      </p:sp>
      <p:sp>
        <p:nvSpPr>
          <p:cNvPr id="165" name="Google Shape;165;p14"/>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lnSpcReduction="20000"/>
          </a:bodyPr>
          <a:lstStyle/>
          <a:p>
            <a:pPr indent="-304747" lvl="0" marL="304747" rtl="0" algn="just">
              <a:lnSpc>
                <a:spcPct val="95000"/>
              </a:lnSpc>
              <a:spcBef>
                <a:spcPts val="0"/>
              </a:spcBef>
              <a:spcAft>
                <a:spcPts val="0"/>
              </a:spcAft>
              <a:buClr>
                <a:srgbClr val="000000"/>
              </a:buClr>
              <a:buSzPts val="2400"/>
              <a:buChar char="•"/>
            </a:pPr>
            <a:r>
              <a:rPr lang="es-ES">
                <a:solidFill>
                  <a:srgbClr val="000000"/>
                </a:solidFill>
                <a:latin typeface="Gill Sans"/>
                <a:ea typeface="Gill Sans"/>
                <a:cs typeface="Gill Sans"/>
                <a:sym typeface="Gill Sans"/>
              </a:rPr>
              <a:t>ARTÍCULO</a:t>
            </a:r>
            <a:r>
              <a:rPr b="0" i="0" lang="es-ES">
                <a:solidFill>
                  <a:srgbClr val="000000"/>
                </a:solidFill>
                <a:latin typeface="Gill Sans"/>
                <a:ea typeface="Gill Sans"/>
                <a:cs typeface="Gill Sans"/>
                <a:sym typeface="Gill Sans"/>
              </a:rPr>
              <a:t> 94.- Reposición. El fallido puede interponer recurso de reposición cuando la quiebra sea declarada como consecuencia de pedido de acreedor. De igual derecho puede hacer uso el socio ilimitadamente responsable, incluso cuando la quiebra de la sociedad de la que forma parte hubiera sido solicitada por ésta sin su conformidad.</a:t>
            </a:r>
            <a:endParaRPr/>
          </a:p>
          <a:p>
            <a:pPr indent="-304747" lvl="0" marL="304747" rtl="0" algn="just">
              <a:lnSpc>
                <a:spcPct val="95000"/>
              </a:lnSpc>
              <a:spcBef>
                <a:spcPts val="1866"/>
              </a:spcBef>
              <a:spcAft>
                <a:spcPts val="0"/>
              </a:spcAft>
              <a:buClr>
                <a:srgbClr val="000000"/>
              </a:buClr>
              <a:buSzPts val="2400"/>
              <a:buChar char="•"/>
            </a:pPr>
            <a:r>
              <a:rPr b="0" i="0" lang="es-ES">
                <a:solidFill>
                  <a:srgbClr val="000000"/>
                </a:solidFill>
                <a:latin typeface="Gill Sans"/>
                <a:ea typeface="Gill Sans"/>
                <a:cs typeface="Gill Sans"/>
                <a:sym typeface="Gill Sans"/>
              </a:rPr>
              <a:t>El recurso debe deducirse dentro de los CINCO (5) días de conocida la sentencia de quiebra o, en defecto de ese conocimiento anterior, hasta el QUINTO día posterior a la última publicación de edictos en el diario oficial que corresponda a la jurisdicción del juzgado.</a:t>
            </a:r>
            <a:endParaRPr/>
          </a:p>
          <a:p>
            <a:pPr indent="-304747" lvl="0" marL="304747" rtl="0" algn="just">
              <a:lnSpc>
                <a:spcPct val="95000"/>
              </a:lnSpc>
              <a:spcBef>
                <a:spcPts val="1866"/>
              </a:spcBef>
              <a:spcAft>
                <a:spcPts val="0"/>
              </a:spcAft>
              <a:buClr>
                <a:srgbClr val="000000"/>
              </a:buClr>
              <a:buSzPts val="2400"/>
              <a:buChar char="•"/>
            </a:pPr>
            <a:r>
              <a:rPr b="0" i="0" lang="es-ES">
                <a:solidFill>
                  <a:srgbClr val="000000"/>
                </a:solidFill>
                <a:latin typeface="Gill Sans"/>
                <a:ea typeface="Gill Sans"/>
                <a:cs typeface="Gill Sans"/>
                <a:sym typeface="Gill Sans"/>
              </a:rPr>
              <a:t>Se entiende conocimiento del fallido, el acto de clausura o el de incautación de sus bienes.</a:t>
            </a:r>
            <a:endParaRPr/>
          </a:p>
          <a:p>
            <a:pPr indent="0" lvl="0" marL="0" rtl="0" algn="just">
              <a:lnSpc>
                <a:spcPct val="95000"/>
              </a:lnSpc>
              <a:spcBef>
                <a:spcPts val="1866"/>
              </a:spcBef>
              <a:spcAft>
                <a:spcPts val="0"/>
              </a:spcAft>
              <a:buClr>
                <a:schemeClr val="dk1"/>
              </a:buClr>
              <a:buSzPts val="2400"/>
              <a:buNone/>
            </a:pPr>
            <a:r>
              <a:t/>
            </a:r>
            <a:endParaRPr b="0" i="0">
              <a:solidFill>
                <a:srgbClr val="000000"/>
              </a:solidFill>
              <a:latin typeface="Gill Sans"/>
              <a:ea typeface="Gill Sans"/>
              <a:cs typeface="Gill Sans"/>
              <a:sym typeface="Gill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5"/>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Recursos - Reposición</a:t>
            </a:r>
            <a:endParaRPr/>
          </a:p>
        </p:txBody>
      </p:sp>
      <p:sp>
        <p:nvSpPr>
          <p:cNvPr id="171" name="Google Shape;171;p15"/>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a:bodyPr>
          <a:lstStyle/>
          <a:p>
            <a:pPr indent="-304747" lvl="0" marL="304747" rtl="0" algn="just">
              <a:lnSpc>
                <a:spcPct val="95000"/>
              </a:lnSpc>
              <a:spcBef>
                <a:spcPts val="0"/>
              </a:spcBef>
              <a:spcAft>
                <a:spcPts val="0"/>
              </a:spcAft>
              <a:buClr>
                <a:schemeClr val="dk1"/>
              </a:buClr>
              <a:buSzPts val="2400"/>
              <a:buChar char="•"/>
            </a:pPr>
            <a:r>
              <a:rPr lang="es-ES"/>
              <a:t>procede únicamente cuando la quiebra ha sido declarada </a:t>
            </a:r>
            <a:endParaRPr/>
          </a:p>
          <a:p>
            <a:pPr indent="-304747" lvl="1" marL="731392" rtl="0" algn="just">
              <a:lnSpc>
                <a:spcPct val="95000"/>
              </a:lnSpc>
              <a:spcBef>
                <a:spcPts val="1066"/>
              </a:spcBef>
              <a:spcAft>
                <a:spcPts val="0"/>
              </a:spcAft>
              <a:buClr>
                <a:schemeClr val="dk1"/>
              </a:buClr>
              <a:buSzPts val="2000"/>
              <a:buChar char="–"/>
            </a:pPr>
            <a:r>
              <a:rPr lang="es-ES"/>
              <a:t>por demanda de un acreedor</a:t>
            </a:r>
            <a:endParaRPr/>
          </a:p>
          <a:p>
            <a:pPr indent="-304747" lvl="1" marL="731392" rtl="0" algn="just">
              <a:lnSpc>
                <a:spcPct val="95000"/>
              </a:lnSpc>
              <a:spcBef>
                <a:spcPts val="1066"/>
              </a:spcBef>
              <a:spcAft>
                <a:spcPts val="0"/>
              </a:spcAft>
              <a:buClr>
                <a:schemeClr val="dk1"/>
              </a:buClr>
              <a:buSzPts val="2000"/>
              <a:buChar char="–"/>
            </a:pPr>
            <a:r>
              <a:rPr lang="es-ES"/>
              <a:t>tratándose de quiebra propia de una sociedad, quien promueve la oposición es un socio con responsabilidad ilimitada que no dio su conformidad para el Concursamiento</a:t>
            </a:r>
            <a:endParaRPr/>
          </a:p>
          <a:p>
            <a:pPr indent="-304747" lvl="0" marL="304747" rtl="0" algn="just">
              <a:lnSpc>
                <a:spcPct val="95000"/>
              </a:lnSpc>
              <a:spcBef>
                <a:spcPts val="1866"/>
              </a:spcBef>
              <a:spcAft>
                <a:spcPts val="0"/>
              </a:spcAft>
              <a:buClr>
                <a:schemeClr val="dk1"/>
              </a:buClr>
              <a:buSzPts val="2400"/>
              <a:buChar char="•"/>
            </a:pPr>
            <a:r>
              <a:rPr lang="es-ES" u="sng"/>
              <a:t>No es admisible cuando la quiebra se dicta a pedido del propio deudor</a:t>
            </a:r>
            <a:endParaRPr/>
          </a:p>
          <a:p>
            <a:pPr indent="-304747" lvl="0" marL="304747" rtl="0" algn="just">
              <a:lnSpc>
                <a:spcPct val="95000"/>
              </a:lnSpc>
              <a:spcBef>
                <a:spcPts val="1866"/>
              </a:spcBef>
              <a:spcAft>
                <a:spcPts val="0"/>
              </a:spcAft>
              <a:buClr>
                <a:schemeClr val="dk1"/>
              </a:buClr>
              <a:buSzPts val="2400"/>
              <a:buChar char="•"/>
            </a:pPr>
            <a:r>
              <a:rPr lang="es-ES"/>
              <a:t>LEGITIMACIÓN ACTIVA</a:t>
            </a:r>
            <a:endParaRPr u="sng"/>
          </a:p>
          <a:p>
            <a:pPr indent="-304747" lvl="1" marL="731392" rtl="0" algn="just">
              <a:lnSpc>
                <a:spcPct val="95000"/>
              </a:lnSpc>
              <a:spcBef>
                <a:spcPts val="1066"/>
              </a:spcBef>
              <a:spcAft>
                <a:spcPts val="0"/>
              </a:spcAft>
              <a:buClr>
                <a:schemeClr val="dk1"/>
              </a:buClr>
              <a:buSzPts val="2000"/>
              <a:buChar char="–"/>
            </a:pPr>
            <a:r>
              <a:rPr lang="es-ES"/>
              <a:t>fallido</a:t>
            </a:r>
            <a:endParaRPr u="sng"/>
          </a:p>
          <a:p>
            <a:pPr indent="-304747" lvl="1" marL="731392" rtl="0" algn="just">
              <a:lnSpc>
                <a:spcPct val="95000"/>
              </a:lnSpc>
              <a:spcBef>
                <a:spcPts val="1066"/>
              </a:spcBef>
              <a:spcAft>
                <a:spcPts val="0"/>
              </a:spcAft>
              <a:buClr>
                <a:schemeClr val="dk1"/>
              </a:buClr>
              <a:buSzPts val="2000"/>
              <a:buChar char="–"/>
            </a:pPr>
            <a:r>
              <a:rPr lang="es-ES"/>
              <a:t>socio ilimitadamente responsable (art.160)</a:t>
            </a:r>
            <a:endParaRPr b="0" i="0" u="sng">
              <a:solidFill>
                <a:srgbClr val="000000"/>
              </a:solidFill>
              <a:latin typeface="Gill Sans"/>
              <a:ea typeface="Gill Sans"/>
              <a:cs typeface="Gill Sans"/>
              <a:sym typeface="Gill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6"/>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Recursos - Reposición</a:t>
            </a:r>
            <a:endParaRPr/>
          </a:p>
        </p:txBody>
      </p:sp>
      <p:sp>
        <p:nvSpPr>
          <p:cNvPr id="177" name="Google Shape;177;p16"/>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a:bodyPr>
          <a:lstStyle/>
          <a:p>
            <a:pPr indent="-304747" lvl="0" marL="304747" rtl="0" algn="just">
              <a:lnSpc>
                <a:spcPct val="95000"/>
              </a:lnSpc>
              <a:spcBef>
                <a:spcPts val="0"/>
              </a:spcBef>
              <a:spcAft>
                <a:spcPts val="0"/>
              </a:spcAft>
              <a:buClr>
                <a:schemeClr val="dk1"/>
              </a:buClr>
              <a:buSzPts val="2400"/>
              <a:buChar char="•"/>
            </a:pPr>
            <a:r>
              <a:rPr lang="es-ES"/>
              <a:t>La reposición constituye una verdadera acción, ejercida a través de una demanda que contiene la pretensión de desacreditar los presupuestos concursales, con alegación fáctica y ofrecimie</a:t>
            </a:r>
            <a:endParaRPr/>
          </a:p>
          <a:p>
            <a:pPr indent="-304747" lvl="0" marL="304747" rtl="0" algn="just">
              <a:lnSpc>
                <a:spcPct val="95000"/>
              </a:lnSpc>
              <a:spcBef>
                <a:spcPts val="1866"/>
              </a:spcBef>
              <a:spcAft>
                <a:spcPts val="0"/>
              </a:spcAft>
              <a:buClr>
                <a:schemeClr val="dk1"/>
              </a:buClr>
              <a:buSzPts val="2400"/>
              <a:buChar char="•"/>
            </a:pPr>
            <a:r>
              <a:rPr lang="es-ES"/>
              <a:t>A través de esta revocatoria se busca dejar sin efecto la sentencia de quiebra, por inexistencia de los postulados tenidos en cuenta para su dictado, dicho remedio implica el restablecimiento del contradictorio -afectado inicialmente por la prohibición del juicio de antequiebra-. </a:t>
            </a:r>
            <a:endParaRPr b="0" i="0" u="sng">
              <a:solidFill>
                <a:srgbClr val="000000"/>
              </a:solidFill>
              <a:latin typeface="Gill Sans"/>
              <a:ea typeface="Gill Sans"/>
              <a:cs typeface="Gill Sans"/>
              <a:sym typeface="Gill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7"/>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Causal</a:t>
            </a:r>
            <a:endParaRPr/>
          </a:p>
        </p:txBody>
      </p:sp>
      <p:sp>
        <p:nvSpPr>
          <p:cNvPr id="183" name="Google Shape;183;p17"/>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a:bodyPr>
          <a:lstStyle/>
          <a:p>
            <a:pPr indent="-304747" lvl="0" marL="304747" rtl="0" algn="just">
              <a:lnSpc>
                <a:spcPct val="95000"/>
              </a:lnSpc>
              <a:spcBef>
                <a:spcPts val="0"/>
              </a:spcBef>
              <a:spcAft>
                <a:spcPts val="0"/>
              </a:spcAft>
              <a:buClr>
                <a:srgbClr val="000000"/>
              </a:buClr>
              <a:buSzPts val="2400"/>
              <a:buChar char="•"/>
            </a:pPr>
            <a:r>
              <a:rPr b="0" i="0" lang="es-ES">
                <a:solidFill>
                  <a:srgbClr val="000000"/>
                </a:solidFill>
                <a:latin typeface="Gill Sans"/>
                <a:ea typeface="Gill Sans"/>
                <a:cs typeface="Gill Sans"/>
                <a:sym typeface="Gill Sans"/>
              </a:rPr>
              <a:t>ARTICULO 95.- Causal. El recurso sólo puede fundarse en la inexistencia de los presupuestos sustanciales para la formación del concurso.</a:t>
            </a:r>
            <a:endParaRPr/>
          </a:p>
          <a:p>
            <a:pPr indent="-304747" lvl="0" marL="304747" rtl="0" algn="just">
              <a:lnSpc>
                <a:spcPct val="95000"/>
              </a:lnSpc>
              <a:spcBef>
                <a:spcPts val="1866"/>
              </a:spcBef>
              <a:spcAft>
                <a:spcPts val="0"/>
              </a:spcAft>
              <a:buClr>
                <a:srgbClr val="000000"/>
              </a:buClr>
              <a:buSzPts val="2400"/>
              <a:buChar char="•"/>
            </a:pPr>
            <a:r>
              <a:rPr b="0" i="0" lang="es-ES">
                <a:solidFill>
                  <a:srgbClr val="000000"/>
                </a:solidFill>
                <a:latin typeface="Gill Sans"/>
                <a:ea typeface="Gill Sans"/>
                <a:cs typeface="Gill Sans"/>
                <a:sym typeface="Gill Sans"/>
              </a:rPr>
              <a:t>Partes. Al resolver, el juez debe valorar todas las circunstancias de la causa principal y sus incidentes.</a:t>
            </a:r>
            <a:endParaRPr/>
          </a:p>
          <a:p>
            <a:pPr indent="-304747" lvl="0" marL="304747" rtl="0" algn="just">
              <a:lnSpc>
                <a:spcPct val="95000"/>
              </a:lnSpc>
              <a:spcBef>
                <a:spcPts val="1866"/>
              </a:spcBef>
              <a:spcAft>
                <a:spcPts val="0"/>
              </a:spcAft>
              <a:buClr>
                <a:srgbClr val="000000"/>
              </a:buClr>
              <a:buSzPts val="2400"/>
              <a:buChar char="•"/>
            </a:pPr>
            <a:r>
              <a:rPr b="0" i="0" lang="es-ES">
                <a:solidFill>
                  <a:srgbClr val="000000"/>
                </a:solidFill>
                <a:latin typeface="Gill Sans"/>
                <a:ea typeface="Gill Sans"/>
                <a:cs typeface="Gill Sans"/>
                <a:sym typeface="Gill Sans"/>
              </a:rPr>
              <a:t>Son parte en el trámite de reposición el fallido, el síndico y el acreedor peticionante. El juez dictará resolución en un plazo máximo de DIEZ (10) días desde que el incidente se encontrare en condiciones de resolver.</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8"/>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Causal</a:t>
            </a:r>
            <a:endParaRPr/>
          </a:p>
        </p:txBody>
      </p:sp>
      <p:sp>
        <p:nvSpPr>
          <p:cNvPr id="189" name="Google Shape;189;p18"/>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a:bodyPr>
          <a:lstStyle/>
          <a:p>
            <a:pPr indent="-304747" lvl="0" marL="304747" rtl="0" algn="just">
              <a:lnSpc>
                <a:spcPct val="95000"/>
              </a:lnSpc>
              <a:spcBef>
                <a:spcPts val="0"/>
              </a:spcBef>
              <a:spcAft>
                <a:spcPts val="0"/>
              </a:spcAft>
              <a:buClr>
                <a:schemeClr val="dk1"/>
              </a:buClr>
              <a:buSzPts val="2400"/>
              <a:buChar char="•"/>
            </a:pPr>
            <a:r>
              <a:rPr lang="es-ES"/>
              <a:t>se puede fundar en (</a:t>
            </a:r>
            <a:r>
              <a:rPr b="1" lang="es-ES" u="sng"/>
              <a:t>inexistencia de los presupuestos sustanciales</a:t>
            </a:r>
            <a:r>
              <a:rPr lang="es-ES"/>
              <a:t>): </a:t>
            </a:r>
            <a:endParaRPr/>
          </a:p>
          <a:p>
            <a:pPr indent="-304747" lvl="1" marL="731392" rtl="0" algn="just">
              <a:lnSpc>
                <a:spcPct val="95000"/>
              </a:lnSpc>
              <a:spcBef>
                <a:spcPts val="1066"/>
              </a:spcBef>
              <a:spcAft>
                <a:spcPts val="0"/>
              </a:spcAft>
              <a:buClr>
                <a:schemeClr val="dk1"/>
              </a:buClr>
              <a:buSzPts val="2000"/>
              <a:buChar char="–"/>
            </a:pPr>
            <a:r>
              <a:rPr lang="es-ES"/>
              <a:t>inexistencia del estado de cesación de pagos</a:t>
            </a:r>
            <a:endParaRPr/>
          </a:p>
          <a:p>
            <a:pPr indent="-304747" lvl="1" marL="731392" rtl="0" algn="just">
              <a:lnSpc>
                <a:spcPct val="95000"/>
              </a:lnSpc>
              <a:spcBef>
                <a:spcPts val="1066"/>
              </a:spcBef>
              <a:spcAft>
                <a:spcPts val="0"/>
              </a:spcAft>
              <a:buClr>
                <a:schemeClr val="dk1"/>
              </a:buClr>
              <a:buSzPts val="2000"/>
              <a:buChar char="–"/>
            </a:pPr>
            <a:r>
              <a:rPr lang="es-ES"/>
              <a:t>no inclusión del deudor entre los sujetos concursables (art. 2º) de la ley concursal.</a:t>
            </a:r>
            <a:endParaRPr b="0" i="0">
              <a:solidFill>
                <a:srgbClr val="000000"/>
              </a:solidFill>
              <a:latin typeface="Gill Sans"/>
              <a:ea typeface="Gill Sans"/>
              <a:cs typeface="Gill Sans"/>
              <a:sym typeface="Gill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9"/>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Causal - Jurisprudencia</a:t>
            </a:r>
            <a:endParaRPr/>
          </a:p>
        </p:txBody>
      </p:sp>
      <p:sp>
        <p:nvSpPr>
          <p:cNvPr id="195" name="Google Shape;195;p19"/>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lnSpcReduction="10000"/>
          </a:bodyPr>
          <a:lstStyle/>
          <a:p>
            <a:pPr indent="-304747" lvl="0" marL="304747" rtl="0" algn="just">
              <a:lnSpc>
                <a:spcPct val="95000"/>
              </a:lnSpc>
              <a:spcBef>
                <a:spcPts val="0"/>
              </a:spcBef>
              <a:spcAft>
                <a:spcPts val="0"/>
              </a:spcAft>
              <a:buClr>
                <a:schemeClr val="dk1"/>
              </a:buClr>
              <a:buSzPts val="2400"/>
              <a:buChar char="•"/>
            </a:pPr>
            <a:r>
              <a:rPr lang="es-ES"/>
              <a:t>"Los recursos de reposición y apelación contra la sentencia de quiebra s61o pueden fundarse en la inexistencia de los presupuestos sustanciales para la formaci6n del concurso: la calidad del deudor como sujeto concursable -presupuesto subjetivo- y el estado de cesación de pagos -presupuesto objetivo-" (CCiv Com Rosario, Sala 1, 30/9/85, "Cónsul Litoral SRL",)</a:t>
            </a:r>
            <a:endParaRPr/>
          </a:p>
          <a:p>
            <a:pPr indent="-304747" lvl="0" marL="304747" rtl="0" algn="just">
              <a:lnSpc>
                <a:spcPct val="95000"/>
              </a:lnSpc>
              <a:spcBef>
                <a:spcPts val="1866"/>
              </a:spcBef>
              <a:spcAft>
                <a:spcPts val="0"/>
              </a:spcAft>
              <a:buClr>
                <a:schemeClr val="dk1"/>
              </a:buClr>
              <a:buSzPts val="2400"/>
              <a:buChar char="•"/>
            </a:pPr>
            <a:r>
              <a:rPr lang="es-ES"/>
              <a:t>"El recurso de reposición previsto en los arts. 94 y 95 de Ia ley 24.522 no puede ser articulado para impugnar la sentencia de quiebra en los casos previstos por el art. 77, inc. 1, o cualquier otro que resulte de la frustracidn del concordato preventivo" (CNCom, Sala D, 13/8/08, "Geriba SRL s/quiebra)</a:t>
            </a:r>
            <a:endParaRPr b="0" i="0">
              <a:solidFill>
                <a:srgbClr val="000000"/>
              </a:solidFill>
              <a:latin typeface="Gill Sans"/>
              <a:ea typeface="Gill Sans"/>
              <a:cs typeface="Gill Sans"/>
              <a:sym typeface="Gill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0"/>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Levantamiento sin trámite</a:t>
            </a:r>
            <a:endParaRPr/>
          </a:p>
        </p:txBody>
      </p:sp>
      <p:sp>
        <p:nvSpPr>
          <p:cNvPr id="201" name="Google Shape;201;p20"/>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fontScale="85000" lnSpcReduction="10000"/>
          </a:bodyPr>
          <a:lstStyle/>
          <a:p>
            <a:pPr indent="-304747" lvl="0" marL="304747" rtl="0" algn="just">
              <a:lnSpc>
                <a:spcPct val="95000"/>
              </a:lnSpc>
              <a:spcBef>
                <a:spcPts val="0"/>
              </a:spcBef>
              <a:spcAft>
                <a:spcPts val="0"/>
              </a:spcAft>
              <a:buClr>
                <a:srgbClr val="000000"/>
              </a:buClr>
              <a:buSzPct val="100000"/>
              <a:buChar char="•"/>
            </a:pPr>
            <a:r>
              <a:rPr b="0" i="0" lang="es-ES">
                <a:solidFill>
                  <a:srgbClr val="000000"/>
                </a:solidFill>
                <a:latin typeface="Gill Sans"/>
                <a:ea typeface="Gill Sans"/>
                <a:cs typeface="Gill Sans"/>
                <a:sym typeface="Gill Sans"/>
              </a:rPr>
              <a:t>ARTICULO 96.- Levantamiento sin trámite. El juez puede revocar la declaración de quiebra sin sustanciar el incidente si el recurso de reposición se interpone por el fallido con depósito en pago, o a embargo, del importe de los créditos con cuyo cumplimiento se acreditó la cesación de pagos y sus accesorios.</a:t>
            </a:r>
            <a:endParaRPr/>
          </a:p>
          <a:p>
            <a:pPr indent="-304747" lvl="0" marL="304747" rtl="0" algn="just">
              <a:lnSpc>
                <a:spcPct val="95000"/>
              </a:lnSpc>
              <a:spcBef>
                <a:spcPts val="1866"/>
              </a:spcBef>
              <a:spcAft>
                <a:spcPts val="0"/>
              </a:spcAft>
              <a:buClr>
                <a:srgbClr val="000000"/>
              </a:buClr>
              <a:buSzPct val="100000"/>
              <a:buChar char="•"/>
            </a:pPr>
            <a:r>
              <a:rPr b="0" i="0" lang="es-ES">
                <a:solidFill>
                  <a:srgbClr val="000000"/>
                </a:solidFill>
                <a:latin typeface="Gill Sans"/>
                <a:ea typeface="Gill Sans"/>
                <a:cs typeface="Gill Sans"/>
                <a:sym typeface="Gill Sans"/>
              </a:rPr>
              <a:t>Pedidos en trámite. Debe depositar también los importes suficientes para atender a los restantes créditos invocados en pedidos de quiebra en trámite a la fecha de la declaración, con sus accesorios, salvo que respecto de ellos se demuestre prima facie, a criterio del juez, la ilegitimidad del reclamo y sin perjuicio de los derechos del acreedor cuyo crédito no fue impedimento para revocar la quiebra.</a:t>
            </a:r>
            <a:endParaRPr/>
          </a:p>
          <a:p>
            <a:pPr indent="-304747" lvl="0" marL="304747" rtl="0" algn="just">
              <a:lnSpc>
                <a:spcPct val="95000"/>
              </a:lnSpc>
              <a:spcBef>
                <a:spcPts val="1866"/>
              </a:spcBef>
              <a:spcAft>
                <a:spcPts val="0"/>
              </a:spcAft>
              <a:buClr>
                <a:srgbClr val="000000"/>
              </a:buClr>
              <a:buSzPct val="100000"/>
              <a:buChar char="•"/>
            </a:pPr>
            <a:r>
              <a:rPr b="0" i="0" lang="es-ES">
                <a:solidFill>
                  <a:srgbClr val="000000"/>
                </a:solidFill>
                <a:latin typeface="Gill Sans"/>
                <a:ea typeface="Gill Sans"/>
                <a:cs typeface="Gill Sans"/>
                <a:sym typeface="Gill Sans"/>
              </a:rPr>
              <a:t>Depósito de gastos. La resolución se supedita en su ejecución al deposito por el deudor, dentro de los CINCO(5) días, de la suma que se fije para responder a los gastos causídicos.</a:t>
            </a:r>
            <a:endParaRPr/>
          </a:p>
          <a:p>
            <a:pPr indent="-304747" lvl="0" marL="304747" rtl="0" algn="just">
              <a:lnSpc>
                <a:spcPct val="95000"/>
              </a:lnSpc>
              <a:spcBef>
                <a:spcPts val="1866"/>
              </a:spcBef>
              <a:spcAft>
                <a:spcPts val="0"/>
              </a:spcAft>
              <a:buClr>
                <a:srgbClr val="000000"/>
              </a:buClr>
              <a:buSzPct val="100000"/>
              <a:buChar char="•"/>
            </a:pPr>
            <a:r>
              <a:rPr b="0" i="0" lang="es-ES">
                <a:solidFill>
                  <a:srgbClr val="000000"/>
                </a:solidFill>
                <a:latin typeface="Gill Sans"/>
                <a:ea typeface="Gill Sans"/>
                <a:cs typeface="Gill Sans"/>
                <a:sym typeface="Gill Sans"/>
              </a:rPr>
              <a:t>Apelación. La resolución que deniegue la revocación inmediata es apelable únicamente por el deudor al solo efecto devolutivo y se debe resolver por la alzada sin sustanciación.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1"/>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Levantamiento sin trámite</a:t>
            </a:r>
            <a:endParaRPr/>
          </a:p>
        </p:txBody>
      </p:sp>
      <p:sp>
        <p:nvSpPr>
          <p:cNvPr id="207" name="Google Shape;207;p21"/>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fontScale="85000" lnSpcReduction="20000"/>
          </a:bodyPr>
          <a:lstStyle/>
          <a:p>
            <a:pPr indent="-304747" lvl="0" marL="304747" rtl="0" algn="just">
              <a:lnSpc>
                <a:spcPct val="95000"/>
              </a:lnSpc>
              <a:spcBef>
                <a:spcPts val="0"/>
              </a:spcBef>
              <a:spcAft>
                <a:spcPts val="0"/>
              </a:spcAft>
              <a:buClr>
                <a:schemeClr val="dk1"/>
              </a:buClr>
              <a:buSzPct val="100000"/>
              <a:buChar char="•"/>
            </a:pPr>
            <a:r>
              <a:rPr lang="es-ES"/>
              <a:t>LEVANTAMIENTO SIN TRÁMITE	</a:t>
            </a:r>
            <a:endParaRPr/>
          </a:p>
          <a:p>
            <a:pPr indent="-304747" lvl="2" marL="1158037" rtl="0" algn="just">
              <a:lnSpc>
                <a:spcPct val="95000"/>
              </a:lnSpc>
              <a:spcBef>
                <a:spcPts val="1066"/>
              </a:spcBef>
              <a:spcAft>
                <a:spcPts val="0"/>
              </a:spcAft>
              <a:buClr>
                <a:schemeClr val="dk1"/>
              </a:buClr>
              <a:buSzPct val="100000"/>
              <a:buChar char="–"/>
            </a:pPr>
            <a:r>
              <a:rPr lang="es-ES"/>
              <a:t>consiste en la interposición del recurso de reposición, con depósito en pago o a embargo, </a:t>
            </a:r>
            <a:endParaRPr/>
          </a:p>
          <a:p>
            <a:pPr indent="-304747" lvl="3" marL="1584683" rtl="0" algn="just">
              <a:lnSpc>
                <a:spcPct val="95000"/>
              </a:lnSpc>
              <a:spcBef>
                <a:spcPts val="1066"/>
              </a:spcBef>
              <a:spcAft>
                <a:spcPts val="0"/>
              </a:spcAft>
              <a:buClr>
                <a:schemeClr val="dk1"/>
              </a:buClr>
              <a:buSzPct val="100000"/>
              <a:buChar char="–"/>
            </a:pPr>
            <a:r>
              <a:rPr lang="es-ES"/>
              <a:t>del importe de los créditos con cuyo incumplimiento se acreditó la cesación de pagos y sus accesorios (art. 96),</a:t>
            </a:r>
            <a:endParaRPr/>
          </a:p>
          <a:p>
            <a:pPr indent="-304747" lvl="3" marL="1584683" rtl="0" algn="just">
              <a:lnSpc>
                <a:spcPct val="95000"/>
              </a:lnSpc>
              <a:spcBef>
                <a:spcPts val="1066"/>
              </a:spcBef>
              <a:spcAft>
                <a:spcPts val="0"/>
              </a:spcAft>
              <a:buClr>
                <a:schemeClr val="dk1"/>
              </a:buClr>
              <a:buSzPct val="100000"/>
              <a:buChar char="–"/>
            </a:pPr>
            <a:r>
              <a:rPr lang="es-ES"/>
              <a:t>también de los importes para atender a los restantes créditos invocados en otros pedidos de quiebra, en trámite a la fecha de la declaración.</a:t>
            </a:r>
            <a:endParaRPr/>
          </a:p>
          <a:p>
            <a:pPr indent="-304747" lvl="2" marL="1158037" rtl="0" algn="just">
              <a:lnSpc>
                <a:spcPct val="95000"/>
              </a:lnSpc>
              <a:spcBef>
                <a:spcPts val="1066"/>
              </a:spcBef>
              <a:spcAft>
                <a:spcPts val="0"/>
              </a:spcAft>
              <a:buClr>
                <a:schemeClr val="dk1"/>
              </a:buClr>
              <a:buSzPct val="100000"/>
              <a:buChar char="–"/>
            </a:pPr>
            <a:r>
              <a:rPr lang="es-ES"/>
              <a:t>el fallido puede solicitar el levantamiento de la quiebra sin deducir oposición alguna, y sin más explicaci6n que el depósito suficiente para sufragar los </a:t>
            </a:r>
            <a:r>
              <a:rPr b="1" lang="es-ES" u="sng"/>
              <a:t>créditos que demuestran la cesación de pagos y los gastos</a:t>
            </a:r>
            <a:r>
              <a:rPr lang="es-ES"/>
              <a:t>. De no alcanzar las sumas depositadas, la quiebra debe proseguir</a:t>
            </a:r>
            <a:endParaRPr/>
          </a:p>
          <a:p>
            <a:pPr indent="-304747" lvl="2" marL="1158037" rtl="0" algn="just">
              <a:lnSpc>
                <a:spcPct val="95000"/>
              </a:lnSpc>
              <a:spcBef>
                <a:spcPts val="1066"/>
              </a:spcBef>
              <a:spcAft>
                <a:spcPts val="0"/>
              </a:spcAft>
              <a:buClr>
                <a:schemeClr val="dk1"/>
              </a:buClr>
              <a:buSzPct val="100000"/>
              <a:buChar char="–"/>
            </a:pPr>
            <a:r>
              <a:rPr lang="es-ES"/>
              <a:t>la revocación inmediata sólo puede ser solicitada cuando se trata de una sentencia de quiebra declarada a pedido de un acreedor </a:t>
            </a:r>
            <a:endParaRPr/>
          </a:p>
          <a:p>
            <a:pPr indent="-304747" lvl="3" marL="1584683" rtl="0" algn="just">
              <a:lnSpc>
                <a:spcPct val="95000"/>
              </a:lnSpc>
              <a:spcBef>
                <a:spcPts val="1066"/>
              </a:spcBef>
              <a:spcAft>
                <a:spcPts val="0"/>
              </a:spcAft>
              <a:buClr>
                <a:schemeClr val="dk1"/>
              </a:buClr>
              <a:buSzPct val="100000"/>
              <a:buChar char="–"/>
            </a:pPr>
            <a:r>
              <a:rPr lang="es-ES"/>
              <a:t>no procede en los supuestos del art. 77, inc. 1º, </a:t>
            </a:r>
            <a:endParaRPr/>
          </a:p>
          <a:p>
            <a:pPr indent="-304747" lvl="3" marL="1584683" rtl="0" algn="just">
              <a:lnSpc>
                <a:spcPct val="95000"/>
              </a:lnSpc>
              <a:spcBef>
                <a:spcPts val="1066"/>
              </a:spcBef>
              <a:spcAft>
                <a:spcPts val="0"/>
              </a:spcAft>
              <a:buClr>
                <a:schemeClr val="dk1"/>
              </a:buClr>
              <a:buSzPct val="100000"/>
              <a:buChar char="–"/>
            </a:pPr>
            <a:r>
              <a:rPr lang="es-ES"/>
              <a:t>tampoco cuando se dictó a instancia del propio deudor. </a:t>
            </a:r>
            <a:endParaRPr/>
          </a:p>
          <a:p>
            <a:pPr indent="-304747" lvl="0" marL="304747" rtl="0" algn="just">
              <a:lnSpc>
                <a:spcPct val="95000"/>
              </a:lnSpc>
              <a:spcBef>
                <a:spcPts val="1866"/>
              </a:spcBef>
              <a:spcAft>
                <a:spcPts val="0"/>
              </a:spcAft>
              <a:buClr>
                <a:schemeClr val="dk1"/>
              </a:buClr>
              <a:buSzPct val="100000"/>
              <a:buChar char="•"/>
            </a:pPr>
            <a:r>
              <a:rPr b="1" lang="es-ES" u="sng"/>
              <a:t> explica Rouillon, a través del depósito se trata de destruir la existencia de la insolvencia como presupuesto de la falencia</a:t>
            </a:r>
            <a:endParaRPr b="1" i="0" u="sng">
              <a:solidFill>
                <a:srgbClr val="000000"/>
              </a:solidFill>
              <a:latin typeface="Gill Sans"/>
              <a:ea typeface="Gill Sans"/>
              <a:cs typeface="Gill Sans"/>
              <a:sym typeface="Gill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2"/>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Levantamiento sin trámite</a:t>
            </a:r>
            <a:endParaRPr/>
          </a:p>
        </p:txBody>
      </p:sp>
      <p:sp>
        <p:nvSpPr>
          <p:cNvPr id="213" name="Google Shape;213;p22"/>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a:bodyPr>
          <a:lstStyle/>
          <a:p>
            <a:pPr indent="-304747" lvl="0" marL="304747" rtl="0" algn="just">
              <a:lnSpc>
                <a:spcPct val="95000"/>
              </a:lnSpc>
              <a:spcBef>
                <a:spcPts val="0"/>
              </a:spcBef>
              <a:spcAft>
                <a:spcPts val="0"/>
              </a:spcAft>
              <a:buClr>
                <a:schemeClr val="dk1"/>
              </a:buClr>
              <a:buSzPts val="2400"/>
              <a:buChar char="•"/>
            </a:pPr>
            <a:r>
              <a:rPr lang="es-ES"/>
              <a:t>LEVANTAMIENTO SIN TRÁMITE	</a:t>
            </a:r>
            <a:endParaRPr/>
          </a:p>
          <a:p>
            <a:pPr indent="-304747" lvl="1" marL="731392" rtl="0" algn="just">
              <a:lnSpc>
                <a:spcPct val="95000"/>
              </a:lnSpc>
              <a:spcBef>
                <a:spcPts val="1066"/>
              </a:spcBef>
              <a:spcAft>
                <a:spcPts val="0"/>
              </a:spcAft>
              <a:buClr>
                <a:schemeClr val="dk1"/>
              </a:buClr>
              <a:buSzPts val="2000"/>
              <a:buChar char="–"/>
            </a:pPr>
            <a:r>
              <a:rPr lang="es-ES"/>
              <a:t>Legitimación activa</a:t>
            </a:r>
            <a:endParaRPr/>
          </a:p>
          <a:p>
            <a:pPr indent="-304747" lvl="2" marL="1158037" rtl="0" algn="just">
              <a:lnSpc>
                <a:spcPct val="95000"/>
              </a:lnSpc>
              <a:spcBef>
                <a:spcPts val="1066"/>
              </a:spcBef>
              <a:spcAft>
                <a:spcPts val="0"/>
              </a:spcAft>
              <a:buClr>
                <a:schemeClr val="dk1"/>
              </a:buClr>
              <a:buSzPts val="1800"/>
              <a:buChar char="–"/>
            </a:pPr>
            <a:r>
              <a:rPr lang="es-ES"/>
              <a:t>el único legitimado para interponer este tipo de recursos es el fallido. </a:t>
            </a:r>
            <a:r>
              <a:rPr b="1" lang="es-ES"/>
              <a:t>Heredia</a:t>
            </a:r>
            <a:r>
              <a:rPr lang="es-ES"/>
              <a:t> aclara que “el depósito debe ser realizado por el propio deudor y con fondos de su pertenencia, ya que la consignación hecha por un tercero no desvirtúa la presunción de insolvencia”</a:t>
            </a:r>
            <a:endParaRPr/>
          </a:p>
          <a:p>
            <a:pPr indent="-304747" lvl="1" marL="731392" rtl="0" algn="just">
              <a:lnSpc>
                <a:spcPct val="95000"/>
              </a:lnSpc>
              <a:spcBef>
                <a:spcPts val="1066"/>
              </a:spcBef>
              <a:spcAft>
                <a:spcPts val="0"/>
              </a:spcAft>
              <a:buClr>
                <a:schemeClr val="dk1"/>
              </a:buClr>
              <a:buSzPts val="2000"/>
              <a:buChar char="–"/>
            </a:pPr>
            <a:r>
              <a:rPr lang="es-ES"/>
              <a:t>depositar </a:t>
            </a:r>
            <a:r>
              <a:rPr b="1" lang="es-ES"/>
              <a:t>"en pago" </a:t>
            </a:r>
            <a:r>
              <a:rPr lang="es-ES"/>
              <a:t>supone la ausencia de un cuestionamiento sobre la existencia y exigibilidad del crédito invocado por el acreedor</a:t>
            </a:r>
            <a:endParaRPr/>
          </a:p>
          <a:p>
            <a:pPr indent="-304747" lvl="1" marL="731392" rtl="0" algn="just">
              <a:lnSpc>
                <a:spcPct val="95000"/>
              </a:lnSpc>
              <a:spcBef>
                <a:spcPts val="1066"/>
              </a:spcBef>
              <a:spcAft>
                <a:spcPts val="0"/>
              </a:spcAft>
              <a:buClr>
                <a:schemeClr val="dk1"/>
              </a:buClr>
              <a:buSzPts val="2000"/>
              <a:buChar char="–"/>
            </a:pPr>
            <a:r>
              <a:rPr lang="es-ES"/>
              <a:t>el depósito </a:t>
            </a:r>
            <a:r>
              <a:rPr b="1" lang="es-ES"/>
              <a:t>"a embargo" </a:t>
            </a:r>
            <a:r>
              <a:rPr lang="es-ES"/>
              <a:t>procede cuando el fallido tiene defensas en contra del derecho crediticio invocado por el acreedor.</a:t>
            </a:r>
            <a:endParaRPr/>
          </a:p>
          <a:p>
            <a:pPr indent="-304747" lvl="1" marL="731392" rtl="0" algn="just">
              <a:lnSpc>
                <a:spcPct val="95000"/>
              </a:lnSpc>
              <a:spcBef>
                <a:spcPts val="1066"/>
              </a:spcBef>
              <a:spcAft>
                <a:spcPts val="0"/>
              </a:spcAft>
              <a:buClr>
                <a:schemeClr val="dk1"/>
              </a:buClr>
              <a:buSzPts val="2000"/>
              <a:buChar char="–"/>
            </a:pPr>
            <a:r>
              <a:rPr b="1" lang="es-ES" u="sng"/>
              <a:t>el depósito, el art. 96 requiere que sea suficiente para cubrir el crédito y sus accesorios, lo que abarca al capital y los intereses.</a:t>
            </a:r>
            <a:endParaRPr/>
          </a:p>
          <a:p>
            <a:pPr indent="-190447" lvl="2" marL="1158037" rtl="0" algn="just">
              <a:lnSpc>
                <a:spcPct val="95000"/>
              </a:lnSpc>
              <a:spcBef>
                <a:spcPts val="1066"/>
              </a:spcBef>
              <a:spcAft>
                <a:spcPts val="0"/>
              </a:spcAft>
              <a:buClr>
                <a:schemeClr val="dk1"/>
              </a:buClr>
              <a:buSzPts val="18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3"/>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Efectos de la interposición</a:t>
            </a:r>
            <a:endParaRPr/>
          </a:p>
        </p:txBody>
      </p:sp>
      <p:sp>
        <p:nvSpPr>
          <p:cNvPr id="219" name="Google Shape;219;p23"/>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a:bodyPr>
          <a:lstStyle/>
          <a:p>
            <a:pPr indent="-304747" lvl="0" marL="304747" rtl="0" algn="just">
              <a:lnSpc>
                <a:spcPct val="95000"/>
              </a:lnSpc>
              <a:spcBef>
                <a:spcPts val="0"/>
              </a:spcBef>
              <a:spcAft>
                <a:spcPts val="0"/>
              </a:spcAft>
              <a:buClr>
                <a:srgbClr val="000000"/>
              </a:buClr>
              <a:buSzPts val="2400"/>
              <a:buChar char="•"/>
            </a:pPr>
            <a:r>
              <a:rPr b="0" i="0" lang="es-ES">
                <a:solidFill>
                  <a:srgbClr val="000000"/>
                </a:solidFill>
                <a:latin typeface="Gill Sans"/>
                <a:ea typeface="Gill Sans"/>
                <a:cs typeface="Gill Sans"/>
                <a:sym typeface="Gill Sans"/>
              </a:rPr>
              <a:t>ARTICULO 97.- Efectos de la interposición. La interposición del recurso no impide la prosecución del proceso, salvo en cuanto importe disposición de bienes y sin perjuicio de la aplicación del Artículo 184.</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3d8d1f97848_0_0"/>
          <p:cNvSpPr txBox="1"/>
          <p:nvPr>
            <p:ph type="title"/>
          </p:nvPr>
        </p:nvSpPr>
        <p:spPr>
          <a:xfrm>
            <a:off x="1117309" y="76200"/>
            <a:ext cx="10157400" cy="1397100"/>
          </a:xfrm>
          <a:prstGeom prst="rect">
            <a:avLst/>
          </a:prstGeom>
        </p:spPr>
        <p:txBody>
          <a:bodyPr anchorCtr="0" anchor="b" bIns="60925" lIns="121875" spcFirstLastPara="1" rIns="121875" wrap="square" tIns="60925">
            <a:normAutofit/>
          </a:bodyPr>
          <a:lstStyle/>
          <a:p>
            <a:pPr indent="0" lvl="0" marL="0" rtl="0" algn="l">
              <a:spcBef>
                <a:spcPts val="0"/>
              </a:spcBef>
              <a:spcAft>
                <a:spcPts val="0"/>
              </a:spcAft>
              <a:buNone/>
            </a:pPr>
            <a:r>
              <a:t/>
            </a:r>
            <a:endParaRPr/>
          </a:p>
        </p:txBody>
      </p:sp>
      <p:sp>
        <p:nvSpPr>
          <p:cNvPr id="226" name="Google Shape;226;g3d8d1f97848_0_0"/>
          <p:cNvSpPr txBox="1"/>
          <p:nvPr>
            <p:ph idx="1" type="body"/>
          </p:nvPr>
        </p:nvSpPr>
        <p:spPr>
          <a:xfrm>
            <a:off x="1117309" y="1701800"/>
            <a:ext cx="10157400" cy="4470300"/>
          </a:xfrm>
          <a:prstGeom prst="rect">
            <a:avLst/>
          </a:prstGeom>
        </p:spPr>
        <p:txBody>
          <a:bodyPr anchorCtr="0" anchor="t" bIns="60925" lIns="121875" spcFirstLastPara="1" rIns="121875" wrap="square" tIns="60925">
            <a:normAutofit/>
          </a:bodyPr>
          <a:lstStyle/>
          <a:p>
            <a:pPr indent="0" lvl="0" marL="0" rtl="0" algn="l">
              <a:spcBef>
                <a:spcPts val="1866"/>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4"/>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Efectos de la Interposicion</a:t>
            </a:r>
            <a:endParaRPr/>
          </a:p>
        </p:txBody>
      </p:sp>
      <p:sp>
        <p:nvSpPr>
          <p:cNvPr id="232" name="Google Shape;232;p24"/>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a:bodyPr>
          <a:lstStyle/>
          <a:p>
            <a:pPr indent="-304747" lvl="0" marL="304747" rtl="0" algn="just">
              <a:lnSpc>
                <a:spcPct val="95000"/>
              </a:lnSpc>
              <a:spcBef>
                <a:spcPts val="0"/>
              </a:spcBef>
              <a:spcAft>
                <a:spcPts val="0"/>
              </a:spcAft>
              <a:buClr>
                <a:schemeClr val="dk1"/>
              </a:buClr>
              <a:buSzPts val="2400"/>
              <a:buChar char="•"/>
            </a:pPr>
            <a:r>
              <a:rPr lang="es-ES"/>
              <a:t>mientras tramita el recurso se aplican los siguientes efectos:  </a:t>
            </a:r>
            <a:endParaRPr/>
          </a:p>
          <a:p>
            <a:pPr indent="-304747" lvl="1" marL="731392" rtl="0" algn="just">
              <a:lnSpc>
                <a:spcPct val="95000"/>
              </a:lnSpc>
              <a:spcBef>
                <a:spcPts val="1066"/>
              </a:spcBef>
              <a:spcAft>
                <a:spcPts val="0"/>
              </a:spcAft>
              <a:buClr>
                <a:schemeClr val="dk1"/>
              </a:buClr>
              <a:buSzPts val="2000"/>
              <a:buChar char="–"/>
            </a:pPr>
            <a:r>
              <a:rPr lang="es-ES"/>
              <a:t>Rigen los efectos derivados de los arts. 102 a 176, lo que importa que también deben ejecutarse las medidas regladas en los arts. 177 y siguientes, en orden a la incautación y demás medidas que operativicen el desapoderamiento. </a:t>
            </a:r>
            <a:endParaRPr/>
          </a:p>
          <a:p>
            <a:pPr indent="-304747" lvl="1" marL="731392" rtl="0" algn="just">
              <a:lnSpc>
                <a:spcPct val="95000"/>
              </a:lnSpc>
              <a:spcBef>
                <a:spcPts val="1066"/>
              </a:spcBef>
              <a:spcAft>
                <a:spcPts val="0"/>
              </a:spcAft>
              <a:buClr>
                <a:schemeClr val="dk1"/>
              </a:buClr>
              <a:buSzPts val="2000"/>
              <a:buChar char="–"/>
            </a:pPr>
            <a:r>
              <a:rPr lang="es-ES"/>
              <a:t>Resultan de aplicación las reglas de la continuación de la explotación de la empresa (arts. 189 y ss., LCQ). </a:t>
            </a:r>
            <a:endParaRPr/>
          </a:p>
          <a:p>
            <a:pPr indent="-304747" lvl="1" marL="731392" rtl="0" algn="just">
              <a:lnSpc>
                <a:spcPct val="95000"/>
              </a:lnSpc>
              <a:spcBef>
                <a:spcPts val="1066"/>
              </a:spcBef>
              <a:spcAft>
                <a:spcPts val="0"/>
              </a:spcAft>
              <a:buClr>
                <a:schemeClr val="dk1"/>
              </a:buClr>
              <a:buSzPts val="2000"/>
              <a:buChar char="–"/>
            </a:pPr>
            <a:r>
              <a:rPr lang="es-ES"/>
              <a:t>Se sustancia el proceso de verificación de créditos (arts. 126, 200 y ss., LCQ)</a:t>
            </a:r>
            <a:endParaRPr b="0" i="0">
              <a:solidFill>
                <a:srgbClr val="000000"/>
              </a:solidFill>
              <a:latin typeface="Gill Sans"/>
              <a:ea typeface="Gill Sans"/>
              <a:cs typeface="Gill Sans"/>
              <a:sym typeface="Gill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5"/>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Efectos de la interposición - Jurisprudencia</a:t>
            </a:r>
            <a:endParaRPr/>
          </a:p>
        </p:txBody>
      </p:sp>
      <p:sp>
        <p:nvSpPr>
          <p:cNvPr id="238" name="Google Shape;238;p25"/>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a:bodyPr>
          <a:lstStyle/>
          <a:p>
            <a:pPr indent="-304747" lvl="0" marL="304747" rtl="0" algn="just">
              <a:lnSpc>
                <a:spcPct val="95000"/>
              </a:lnSpc>
              <a:spcBef>
                <a:spcPts val="0"/>
              </a:spcBef>
              <a:spcAft>
                <a:spcPts val="0"/>
              </a:spcAft>
              <a:buClr>
                <a:schemeClr val="dk1"/>
              </a:buClr>
              <a:buSzPts val="2400"/>
              <a:buChar char="•"/>
            </a:pPr>
            <a:r>
              <a:rPr lang="es-ES"/>
              <a:t>"Si bien la interposición de recursos contra la sentencia de quiebra impide comenzar la liquidación, carece de efectos suspensivos sobre el resto de los trámites del proceso de quiebra (art. 97, LCQ), razón por la que cobra operatividad entonces, desde ese decreto, el desapoderamiento del fallido y resulta necesario tomar la totalidad de las medidas necesarias en protección del activo falencia1 y las investigaciones tendientes a determinar la existencia de responsabilidades que puedan ser impuestas a terceros" (CNCom, Sala C, 6/8/04, "Scotiabank Quilmes SA s/quiebra s/inc. de investigación promovido por Colonial Bank", del dictamen fiscal).</a:t>
            </a:r>
            <a:endParaRPr b="0" i="0">
              <a:solidFill>
                <a:srgbClr val="000000"/>
              </a:solidFill>
              <a:latin typeface="Gill Sans"/>
              <a:ea typeface="Gill Sans"/>
              <a:cs typeface="Gill Sans"/>
              <a:sym typeface="Gill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6"/>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Efecto de la revocación</a:t>
            </a:r>
            <a:endParaRPr/>
          </a:p>
        </p:txBody>
      </p:sp>
      <p:sp>
        <p:nvSpPr>
          <p:cNvPr id="244" name="Google Shape;244;p26"/>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a:bodyPr>
          <a:lstStyle/>
          <a:p>
            <a:pPr indent="-304747" lvl="0" marL="304747" rtl="0" algn="just">
              <a:lnSpc>
                <a:spcPct val="95000"/>
              </a:lnSpc>
              <a:spcBef>
                <a:spcPts val="0"/>
              </a:spcBef>
              <a:spcAft>
                <a:spcPts val="0"/>
              </a:spcAft>
              <a:buClr>
                <a:srgbClr val="000000"/>
              </a:buClr>
              <a:buSzPts val="2400"/>
              <a:buChar char="•"/>
            </a:pPr>
            <a:r>
              <a:rPr b="0" i="0" lang="es-ES">
                <a:solidFill>
                  <a:srgbClr val="000000"/>
                </a:solidFill>
                <a:latin typeface="Gill Sans"/>
                <a:ea typeface="Gill Sans"/>
                <a:cs typeface="Gill Sans"/>
                <a:sym typeface="Gill Sans"/>
              </a:rPr>
              <a:t>ARTICULO 98.- Efecto de la revocación. La revocación de la sentencia de quiebra hace cesar los efectos del concurso.</a:t>
            </a:r>
            <a:endParaRPr/>
          </a:p>
          <a:p>
            <a:pPr indent="-304747" lvl="0" marL="304747" rtl="0" algn="just">
              <a:lnSpc>
                <a:spcPct val="95000"/>
              </a:lnSpc>
              <a:spcBef>
                <a:spcPts val="1866"/>
              </a:spcBef>
              <a:spcAft>
                <a:spcPts val="0"/>
              </a:spcAft>
              <a:buClr>
                <a:srgbClr val="000000"/>
              </a:buClr>
              <a:buSzPts val="2400"/>
              <a:buChar char="•"/>
            </a:pPr>
            <a:r>
              <a:rPr b="0" i="0" lang="es-ES">
                <a:solidFill>
                  <a:srgbClr val="000000"/>
                </a:solidFill>
                <a:latin typeface="Gill Sans"/>
                <a:ea typeface="Gill Sans"/>
                <a:cs typeface="Gill Sans"/>
                <a:sym typeface="Gill Sans"/>
              </a:rPr>
              <a:t>No obstante, los actos legalmente realizados por el síndico y la resolución producida de los contratos en curso de ejecución son oponibles al deudor, aun cuando los primeros consistieren en disposiciones de bienes en las condiciones del Artículo 184.</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7"/>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Efecto de la revocación</a:t>
            </a:r>
            <a:endParaRPr/>
          </a:p>
        </p:txBody>
      </p:sp>
      <p:sp>
        <p:nvSpPr>
          <p:cNvPr id="250" name="Google Shape;250;p27"/>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a:bodyPr>
          <a:lstStyle/>
          <a:p>
            <a:pPr indent="-304747" lvl="0" marL="304747" rtl="0" algn="just">
              <a:lnSpc>
                <a:spcPct val="95000"/>
              </a:lnSpc>
              <a:spcBef>
                <a:spcPts val="0"/>
              </a:spcBef>
              <a:spcAft>
                <a:spcPts val="0"/>
              </a:spcAft>
              <a:buClr>
                <a:schemeClr val="dk1"/>
              </a:buClr>
              <a:buSzPts val="2400"/>
              <a:buChar char="•"/>
            </a:pPr>
            <a:r>
              <a:rPr lang="es-ES"/>
              <a:t>cesan todos sus efectos ex nunc, corno si nunca hubiese existido, sin perjuicio de los actos legalmente realizados por el síndico, los cuales no son privados automáticarnente de sus efectos. </a:t>
            </a:r>
            <a:endParaRPr/>
          </a:p>
          <a:p>
            <a:pPr indent="-304747" lvl="0" marL="304747" rtl="0" algn="just">
              <a:lnSpc>
                <a:spcPct val="95000"/>
              </a:lnSpc>
              <a:spcBef>
                <a:spcPts val="1866"/>
              </a:spcBef>
              <a:spcAft>
                <a:spcPts val="0"/>
              </a:spcAft>
              <a:buClr>
                <a:schemeClr val="dk1"/>
              </a:buClr>
              <a:buSzPts val="2400"/>
              <a:buChar char="•"/>
            </a:pPr>
            <a:r>
              <a:rPr lang="es-ES"/>
              <a:t>la revocación de la sentencia de quiebra hace cesar los efectos del concurso</a:t>
            </a:r>
            <a:endParaRPr/>
          </a:p>
          <a:p>
            <a:pPr indent="-304747" lvl="0" marL="304747" rtl="0" algn="just">
              <a:lnSpc>
                <a:spcPct val="95000"/>
              </a:lnSpc>
              <a:spcBef>
                <a:spcPts val="1866"/>
              </a:spcBef>
              <a:spcAft>
                <a:spcPts val="0"/>
              </a:spcAft>
              <a:buClr>
                <a:schemeClr val="dk1"/>
              </a:buClr>
              <a:buSzPts val="2400"/>
              <a:buChar char="•"/>
            </a:pPr>
            <a:r>
              <a:rPr lang="es-ES"/>
              <a:t>el fallido recupera la administración y el derecho de disposición de los bienes, su legitimación procesal</a:t>
            </a:r>
            <a:endParaRPr b="0" i="0">
              <a:solidFill>
                <a:srgbClr val="000000"/>
              </a:solidFill>
              <a:latin typeface="Gill Sans"/>
              <a:ea typeface="Gill Sans"/>
              <a:cs typeface="Gill Sans"/>
              <a:sym typeface="Gill Sans"/>
            </a:endParaRPr>
          </a:p>
          <a:p>
            <a:pPr indent="-152347" lvl="0" marL="304747" rtl="0" algn="just">
              <a:lnSpc>
                <a:spcPct val="95000"/>
              </a:lnSpc>
              <a:spcBef>
                <a:spcPts val="1866"/>
              </a:spcBef>
              <a:spcAft>
                <a:spcPts val="0"/>
              </a:spcAft>
              <a:buClr>
                <a:schemeClr val="dk1"/>
              </a:buClr>
              <a:buSzPts val="24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8"/>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Daños y perjuicios contra el peticionario</a:t>
            </a:r>
            <a:endParaRPr/>
          </a:p>
        </p:txBody>
      </p:sp>
      <p:sp>
        <p:nvSpPr>
          <p:cNvPr id="256" name="Google Shape;256;p28"/>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a:bodyPr>
          <a:lstStyle/>
          <a:p>
            <a:pPr indent="-304747" lvl="0" marL="304747" rtl="0" algn="just">
              <a:lnSpc>
                <a:spcPct val="95000"/>
              </a:lnSpc>
              <a:spcBef>
                <a:spcPts val="0"/>
              </a:spcBef>
              <a:spcAft>
                <a:spcPts val="0"/>
              </a:spcAft>
              <a:buClr>
                <a:srgbClr val="000000"/>
              </a:buClr>
              <a:buSzPts val="2400"/>
              <a:buChar char="•"/>
            </a:pPr>
            <a:r>
              <a:rPr b="0" i="0" lang="es-ES">
                <a:solidFill>
                  <a:srgbClr val="000000"/>
                </a:solidFill>
                <a:latin typeface="Gill Sans"/>
                <a:ea typeface="Gill Sans"/>
                <a:cs typeface="Gill Sans"/>
                <a:sym typeface="Gill Sans"/>
              </a:rPr>
              <a:t>ARTICULO 99.- Daños y perjuicios contra el peticionario. Revocada la sentencia de quiebra, quien la peticionó con dolo o culpa grave es responsable por los daños y perjuicios causados al recurrente. La acción tramita por ante el juez del concurso.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9"/>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Daños y perjuicios contra el peticionario</a:t>
            </a:r>
            <a:endParaRPr/>
          </a:p>
        </p:txBody>
      </p:sp>
      <p:sp>
        <p:nvSpPr>
          <p:cNvPr id="262" name="Google Shape;262;p29"/>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a:bodyPr>
          <a:lstStyle/>
          <a:p>
            <a:pPr indent="-304747" lvl="0" marL="304747" rtl="0" algn="just">
              <a:lnSpc>
                <a:spcPct val="95000"/>
              </a:lnSpc>
              <a:spcBef>
                <a:spcPts val="0"/>
              </a:spcBef>
              <a:spcAft>
                <a:spcPts val="0"/>
              </a:spcAft>
              <a:buClr>
                <a:schemeClr val="dk1"/>
              </a:buClr>
              <a:buSzPts val="2400"/>
              <a:buChar char="•"/>
            </a:pPr>
            <a:r>
              <a:rPr lang="es-ES"/>
              <a:t>se requiere </a:t>
            </a:r>
            <a:endParaRPr/>
          </a:p>
          <a:p>
            <a:pPr indent="-304747" lvl="1" marL="731392" rtl="0" algn="just">
              <a:lnSpc>
                <a:spcPct val="95000"/>
              </a:lnSpc>
              <a:spcBef>
                <a:spcPts val="1066"/>
              </a:spcBef>
              <a:spcAft>
                <a:spcPts val="0"/>
              </a:spcAft>
              <a:buClr>
                <a:schemeClr val="dk1"/>
              </a:buClr>
              <a:buSzPts val="2000"/>
              <a:buChar char="–"/>
            </a:pPr>
            <a:r>
              <a:rPr lang="es-ES"/>
              <a:t>que la sentencia de quiebra sea revocada, </a:t>
            </a:r>
            <a:endParaRPr/>
          </a:p>
          <a:p>
            <a:pPr indent="-304747" lvl="1" marL="731392" rtl="0" algn="just">
              <a:lnSpc>
                <a:spcPct val="95000"/>
              </a:lnSpc>
              <a:spcBef>
                <a:spcPts val="1066"/>
              </a:spcBef>
              <a:spcAft>
                <a:spcPts val="0"/>
              </a:spcAft>
              <a:buClr>
                <a:schemeClr val="dk1"/>
              </a:buClr>
              <a:buSzPts val="2000"/>
              <a:buChar char="–"/>
            </a:pPr>
            <a:r>
              <a:rPr lang="es-ES"/>
              <a:t>que quien obtuvo la sentencia de falencia haya actuado con culpa o dolo </a:t>
            </a:r>
            <a:endParaRPr/>
          </a:p>
          <a:p>
            <a:pPr indent="-304747" lvl="1" marL="731392" rtl="0" algn="just">
              <a:lnSpc>
                <a:spcPct val="95000"/>
              </a:lnSpc>
              <a:spcBef>
                <a:spcPts val="1066"/>
              </a:spcBef>
              <a:spcAft>
                <a:spcPts val="0"/>
              </a:spcAft>
              <a:buClr>
                <a:schemeClr val="dk1"/>
              </a:buClr>
              <a:buSzPts val="2000"/>
              <a:buChar char="–"/>
            </a:pPr>
            <a:r>
              <a:rPr lang="es-ES"/>
              <a:t>que haya producido un daño concreto y especifico al ex fallido</a:t>
            </a:r>
            <a:endParaRPr b="0" i="0">
              <a:solidFill>
                <a:srgbClr val="000000"/>
              </a:solidFill>
              <a:latin typeface="Gill Sans"/>
              <a:ea typeface="Gill Sans"/>
              <a:cs typeface="Gill Sans"/>
              <a:sym typeface="Gill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0"/>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Daños y perjuicios contra el peticionario - Jurisprudencia</a:t>
            </a:r>
            <a:endParaRPr/>
          </a:p>
        </p:txBody>
      </p:sp>
      <p:sp>
        <p:nvSpPr>
          <p:cNvPr id="268" name="Google Shape;268;p30"/>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fontScale="70000" lnSpcReduction="20000"/>
          </a:bodyPr>
          <a:lstStyle/>
          <a:p>
            <a:pPr indent="-304747" lvl="0" marL="304747" rtl="0" algn="just">
              <a:lnSpc>
                <a:spcPct val="95000"/>
              </a:lnSpc>
              <a:spcBef>
                <a:spcPts val="0"/>
              </a:spcBef>
              <a:spcAft>
                <a:spcPts val="0"/>
              </a:spcAft>
              <a:buClr>
                <a:schemeClr val="dk1"/>
              </a:buClr>
              <a:buSzPct val="100000"/>
              <a:buChar char="•"/>
            </a:pPr>
            <a:r>
              <a:rPr lang="es-ES"/>
              <a:t>"Es procedente la demanda por daños y perjuicios derivados de la declaración de quiebra del actor, a instancias del acreedor demandado, que con posterioridad fue revocada, pues el actuar del peticionante fue antijuridico en tanto podía reclamar y percibir las respectivas prestaciones por los cauces ejecutivos ordinarios" (CNCom, Sala C, 11/5/04, LL, 2005-B-639; EL), 21 5-538, y JA, 2005-11-78).</a:t>
            </a:r>
            <a:endParaRPr/>
          </a:p>
          <a:p>
            <a:pPr indent="-304747" lvl="0" marL="304747" rtl="0" algn="just">
              <a:lnSpc>
                <a:spcPct val="95000"/>
              </a:lnSpc>
              <a:spcBef>
                <a:spcPts val="1866"/>
              </a:spcBef>
              <a:spcAft>
                <a:spcPts val="0"/>
              </a:spcAft>
              <a:buClr>
                <a:schemeClr val="dk1"/>
              </a:buClr>
              <a:buSzPct val="100000"/>
              <a:buChar char="•"/>
            </a:pPr>
            <a:r>
              <a:rPr lang="es-ES"/>
              <a:t>Para que en la acción emergente de la LCQ: 99, resulte factible atribuir al accionado responsabilidad por la falencia indebidamente decretada en su contra, resulta menester que concurran -además de los recaudos efectivamente establecidos en dicha norma (particularmente la concurrencia de dolo o culpa grave)- todos los requisitos configurativos de responsabilidad, tornándose relevante en este marco de interpretación verificar concretamente tres específicos aspectos vinculados a tales extremos -que resultan decisivos en el caso- a saber: (a) la autoría -directa o indirecta- del accionado en la maniobra de falsificación de firmas que contribuyó a que fuera declarada la quiebra de la accionante; (b) la configuración de una relación de causalidad eficiente entre esa eventual maniobra y la declaración de quiebra y, por último, (c) que todo ello resulte im putable al accionado a título de dolo o culpa grave conforme lo exige la LCQ: 99. CNCom., sala A, 1 1-2-20 10, "Consorcio Olivarero Argentino SA c/Olivera, Jorge s/Ordinario", Abeledo-Perrot On</a:t>
            </a:r>
            <a:endParaRPr b="0" i="0">
              <a:solidFill>
                <a:srgbClr val="000000"/>
              </a:solidFill>
              <a:latin typeface="Gill Sans"/>
              <a:ea typeface="Gill Sans"/>
              <a:cs typeface="Gill Sans"/>
              <a:sym typeface="Gill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1"/>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Incompetencia</a:t>
            </a:r>
            <a:endParaRPr/>
          </a:p>
        </p:txBody>
      </p:sp>
      <p:sp>
        <p:nvSpPr>
          <p:cNvPr id="274" name="Google Shape;274;p31"/>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a:bodyPr>
          <a:lstStyle/>
          <a:p>
            <a:pPr indent="-304747" lvl="0" marL="304747" rtl="0" algn="just">
              <a:lnSpc>
                <a:spcPct val="95000"/>
              </a:lnSpc>
              <a:spcBef>
                <a:spcPts val="0"/>
              </a:spcBef>
              <a:spcAft>
                <a:spcPts val="0"/>
              </a:spcAft>
              <a:buClr>
                <a:srgbClr val="000000"/>
              </a:buClr>
              <a:buSzPts val="2400"/>
              <a:buChar char="•"/>
            </a:pPr>
            <a:r>
              <a:rPr b="0" i="0" lang="es-ES">
                <a:solidFill>
                  <a:srgbClr val="000000"/>
                </a:solidFill>
                <a:latin typeface="Gill Sans"/>
                <a:ea typeface="Gill Sans"/>
                <a:cs typeface="Gill Sans"/>
                <a:sym typeface="Gill Sans"/>
              </a:rPr>
              <a:t>ARTICULO 100.- Incompetencia. En igual término que el indicado en el Artículo 94, el deudor y cualquier acreedor, excepto el que pidió la quiebra, pueden solicitar se declare la incompetencia del juzgado para entender en la causa.</a:t>
            </a:r>
            <a:endParaRPr/>
          </a:p>
          <a:p>
            <a:pPr indent="-304747" lvl="0" marL="304747" rtl="0" algn="just">
              <a:lnSpc>
                <a:spcPct val="95000"/>
              </a:lnSpc>
              <a:spcBef>
                <a:spcPts val="1866"/>
              </a:spcBef>
              <a:spcAft>
                <a:spcPts val="0"/>
              </a:spcAft>
              <a:buClr>
                <a:srgbClr val="000000"/>
              </a:buClr>
              <a:buSzPts val="2400"/>
              <a:buChar char="•"/>
            </a:pPr>
            <a:r>
              <a:rPr b="0" i="0" lang="es-ES">
                <a:solidFill>
                  <a:srgbClr val="000000"/>
                </a:solidFill>
                <a:latin typeface="Gill Sans"/>
                <a:ea typeface="Gill Sans"/>
                <a:cs typeface="Gill Sans"/>
                <a:sym typeface="Gill Sans"/>
              </a:rPr>
              <a:t>Son parte los indicados en el Artículo 95 y, en su caso, el acreedor que planteo la incompetencia.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2"/>
          <p:cNvSpPr txBox="1"/>
          <p:nvPr>
            <p:ph type="title"/>
          </p:nvPr>
        </p:nvSpPr>
        <p:spPr>
          <a:xfrm>
            <a:off x="1117308" y="76200"/>
            <a:ext cx="10768303" cy="1397000"/>
          </a:xfrm>
          <a:prstGeom prst="rect">
            <a:avLst/>
          </a:prstGeom>
          <a:noFill/>
          <a:ln>
            <a:noFill/>
          </a:ln>
        </p:spPr>
        <p:txBody>
          <a:bodyPr anchorCtr="0" anchor="b" bIns="60925" lIns="121875" spcFirstLastPara="1" rIns="121875" wrap="square" tIns="60925">
            <a:normAutofit/>
          </a:bodyPr>
          <a:lstStyle/>
          <a:p>
            <a:pPr indent="0" lvl="0" marL="0" rtl="0" algn="l">
              <a:lnSpc>
                <a:spcPct val="85000"/>
              </a:lnSpc>
              <a:spcBef>
                <a:spcPts val="0"/>
              </a:spcBef>
              <a:spcAft>
                <a:spcPts val="0"/>
              </a:spcAft>
              <a:buClr>
                <a:srgbClr val="000000"/>
              </a:buClr>
              <a:buSzPts val="4400"/>
              <a:buFont typeface="Gill Sans"/>
              <a:buNone/>
            </a:pPr>
            <a:r>
              <a:rPr b="0" i="0" lang="es-ES">
                <a:solidFill>
                  <a:srgbClr val="000000"/>
                </a:solidFill>
                <a:latin typeface="Gill Sans"/>
                <a:ea typeface="Gill Sans"/>
                <a:cs typeface="Gill Sans"/>
                <a:sym typeface="Gill Sans"/>
              </a:rPr>
              <a:t>Petición y admisión efectos</a:t>
            </a:r>
            <a:endParaRPr/>
          </a:p>
        </p:txBody>
      </p:sp>
      <p:sp>
        <p:nvSpPr>
          <p:cNvPr id="280" name="Google Shape;280;p32"/>
          <p:cNvSpPr txBox="1"/>
          <p:nvPr>
            <p:ph idx="1" type="body"/>
          </p:nvPr>
        </p:nvSpPr>
        <p:spPr>
          <a:xfrm>
            <a:off x="1117309" y="1701800"/>
            <a:ext cx="10157354" cy="4470400"/>
          </a:xfrm>
          <a:prstGeom prst="rect">
            <a:avLst/>
          </a:prstGeom>
          <a:noFill/>
          <a:ln>
            <a:noFill/>
          </a:ln>
        </p:spPr>
        <p:txBody>
          <a:bodyPr anchorCtr="0" anchor="t" bIns="60925" lIns="121875" spcFirstLastPara="1" rIns="121875" wrap="square" tIns="60925">
            <a:normAutofit/>
          </a:bodyPr>
          <a:lstStyle/>
          <a:p>
            <a:pPr indent="-304747" lvl="0" marL="304747" rtl="0" algn="just">
              <a:lnSpc>
                <a:spcPct val="95000"/>
              </a:lnSpc>
              <a:spcBef>
                <a:spcPts val="0"/>
              </a:spcBef>
              <a:spcAft>
                <a:spcPts val="0"/>
              </a:spcAft>
              <a:buClr>
                <a:srgbClr val="000000"/>
              </a:buClr>
              <a:buSzPts val="2400"/>
              <a:buChar char="•"/>
            </a:pPr>
            <a:r>
              <a:rPr b="0" i="0" lang="es-ES">
                <a:solidFill>
                  <a:srgbClr val="000000"/>
                </a:solidFill>
                <a:latin typeface="Gill Sans"/>
                <a:ea typeface="Gill Sans"/>
                <a:cs typeface="Gill Sans"/>
                <a:sym typeface="Gill Sans"/>
              </a:rPr>
              <a:t>ARTICULO 101.- Petición y admisión efectos. Esta petición no suspende el trámite del concurso si el deudor está inscrito en el Registro Público de Comercio de la jurisdicción del juzgado. En ningún caso cesa la aplicación de los efectos de la quiebra.</a:t>
            </a:r>
            <a:endParaRPr/>
          </a:p>
          <a:p>
            <a:pPr indent="-304747" lvl="0" marL="304747" rtl="0" algn="just">
              <a:lnSpc>
                <a:spcPct val="95000"/>
              </a:lnSpc>
              <a:spcBef>
                <a:spcPts val="1866"/>
              </a:spcBef>
              <a:spcAft>
                <a:spcPts val="0"/>
              </a:spcAft>
              <a:buClr>
                <a:srgbClr val="000000"/>
              </a:buClr>
              <a:buSzPts val="2400"/>
              <a:buChar char="•"/>
            </a:pPr>
            <a:r>
              <a:rPr b="0" i="0" lang="es-ES">
                <a:solidFill>
                  <a:srgbClr val="000000"/>
                </a:solidFill>
                <a:latin typeface="Gill Sans"/>
                <a:ea typeface="Gill Sans"/>
                <a:cs typeface="Gill Sans"/>
                <a:sym typeface="Gill Sans"/>
              </a:rPr>
              <a:t>La resolución que admite la incompetencia del juzgado ordena el pase del expediente a que corresponda, siendo válidas las actuaciones que se hubieren cumplido hasta entonces.</a:t>
            </a:r>
            <a:endParaRPr/>
          </a:p>
          <a:p>
            <a:pPr indent="-304747" lvl="0" marL="304747" rtl="0" algn="l">
              <a:lnSpc>
                <a:spcPct val="95000"/>
              </a:lnSpc>
              <a:spcBef>
                <a:spcPts val="1866"/>
              </a:spcBef>
              <a:spcAft>
                <a:spcPts val="0"/>
              </a:spcAft>
              <a:buClr>
                <a:schemeClr val="dk1"/>
              </a:buClr>
              <a:buSzPts val="2400"/>
              <a:buChar char="•"/>
            </a:pPr>
            <a:br>
              <a:rPr lang="es-ES"/>
            </a:br>
            <a:endParaRPr b="0" i="0">
              <a:solidFill>
                <a:srgbClr val="000000"/>
              </a:solidFill>
              <a:latin typeface="Gill Sans"/>
              <a:ea typeface="Gill Sans"/>
              <a:cs typeface="Gill Sans"/>
              <a:sym typeface="Gill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3"/>
          <p:cNvSpPr txBox="1"/>
          <p:nvPr>
            <p:ph type="title"/>
          </p:nvPr>
        </p:nvSpPr>
        <p:spPr>
          <a:xfrm>
            <a:off x="812589" y="4445000"/>
            <a:ext cx="7008574" cy="1930400"/>
          </a:xfrm>
          <a:prstGeom prst="rect">
            <a:avLst/>
          </a:prstGeom>
          <a:noFill/>
          <a:ln>
            <a:noFill/>
          </a:ln>
        </p:spPr>
        <p:txBody>
          <a:bodyPr anchorCtr="0" anchor="t" bIns="60925" lIns="121875" spcFirstLastPara="1" rIns="121875" wrap="square" tIns="60925">
            <a:normAutofit/>
          </a:bodyPr>
          <a:lstStyle/>
          <a:p>
            <a:pPr indent="0" lvl="0" marL="0" rtl="0" algn="l">
              <a:lnSpc>
                <a:spcPct val="85000"/>
              </a:lnSpc>
              <a:spcBef>
                <a:spcPts val="0"/>
              </a:spcBef>
              <a:spcAft>
                <a:spcPts val="0"/>
              </a:spcAft>
              <a:buClr>
                <a:schemeClr val="dk1"/>
              </a:buClr>
              <a:buSzPts val="5400"/>
              <a:buFont typeface="Century Gothic"/>
              <a:buNone/>
            </a:pPr>
            <a:r>
              <a:rPr lang="es-ES"/>
              <a:t>Muchas Gracias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Libros 16 × 9">
  <a:themeElements>
    <a:clrScheme name="Books_16x9">
      <a:dk1>
        <a:srgbClr val="374C81"/>
      </a:dk1>
      <a:lt1>
        <a:srgbClr val="FFFFFF"/>
      </a:lt1>
      <a:dk2>
        <a:srgbClr val="000000"/>
      </a:dk2>
      <a:lt2>
        <a:srgbClr val="EDE5DF"/>
      </a:lt2>
      <a:accent1>
        <a:srgbClr val="414E77"/>
      </a:accent1>
      <a:accent2>
        <a:srgbClr val="70AAC4"/>
      </a:accent2>
      <a:accent3>
        <a:srgbClr val="8B6A94"/>
      </a:accent3>
      <a:accent4>
        <a:srgbClr val="61A796"/>
      </a:accent4>
      <a:accent5>
        <a:srgbClr val="4E5798"/>
      </a:accent5>
      <a:accent6>
        <a:srgbClr val="7E5C5C"/>
      </a:accent6>
      <a:hlink>
        <a:srgbClr val="0070C0"/>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Books16x9">
      <a:dk1>
        <a:srgbClr val="374C81"/>
      </a:dk1>
      <a:lt1>
        <a:srgbClr val="FFFFFF"/>
      </a:lt1>
      <a:dk2>
        <a:srgbClr val="000000"/>
      </a:dk2>
      <a:lt2>
        <a:srgbClr val="EDE5DF"/>
      </a:lt2>
      <a:accent1>
        <a:srgbClr val="414E77"/>
      </a:accent1>
      <a:accent2>
        <a:srgbClr val="70AAC4"/>
      </a:accent2>
      <a:accent3>
        <a:srgbClr val="8B6A94"/>
      </a:accent3>
      <a:accent4>
        <a:srgbClr val="61A796"/>
      </a:accent4>
      <a:accent5>
        <a:srgbClr val="4E5798"/>
      </a:accent5>
      <a:accent6>
        <a:srgbClr val="7E5C5C"/>
      </a:accent6>
      <a:hlink>
        <a:srgbClr val="0070C0"/>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2021-04-26T17:46:24Z</dcterms:created>
  <dc:creator>maximiliano romei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