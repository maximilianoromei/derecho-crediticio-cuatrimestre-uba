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Lst>
  <p:sldSz cy="6858000" cx="12192000"/>
  <p:notesSz cx="6858000" cy="9144000"/>
  <p:embeddedFontLst>
    <p:embeddedFont>
      <p:font typeface="Gill Sans"/>
      <p:regular r:id="rId12"/>
      <p:bold r:id="rId13"/>
    </p:embeddedFont>
    <p:embeddedFont>
      <p:font typeface="Century Gothic"/>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8" roundtripDataSignature="AMtx7miZ0bOx9gqie707Kg4fn5Xacl8H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GillSans-bold.fntdata"/><Relationship Id="rId12" Type="http://schemas.openxmlformats.org/officeDocument/2006/relationships/font" Target="fonts/GillSans-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CenturyGothic-bold.fntdata"/><Relationship Id="rId14" Type="http://schemas.openxmlformats.org/officeDocument/2006/relationships/font" Target="fonts/CenturyGothic-regular.fntdata"/><Relationship Id="rId17" Type="http://schemas.openxmlformats.org/officeDocument/2006/relationships/font" Target="fonts/CenturyGothic-boldItalic.fntdata"/><Relationship Id="rId16" Type="http://schemas.openxmlformats.org/officeDocument/2006/relationships/font" Target="fonts/CenturyGothic-italic.fntdata"/><Relationship Id="rId5" Type="http://schemas.openxmlformats.org/officeDocument/2006/relationships/slide" Target="slides/slide1.xml"/><Relationship Id="rId6" Type="http://schemas.openxmlformats.org/officeDocument/2006/relationships/slide" Target="slides/slide2.xml"/><Relationship Id="rId18"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showMasterSp="0" type="title">
  <p:cSld name="TITLE">
    <p:spTree>
      <p:nvGrpSpPr>
        <p:cNvPr id="17" name="Shape 17"/>
        <p:cNvGrpSpPr/>
        <p:nvPr/>
      </p:nvGrpSpPr>
      <p:grpSpPr>
        <a:xfrm>
          <a:off x="0" y="0"/>
          <a:ext cx="0" cy="0"/>
          <a:chOff x="0" y="0"/>
          <a:chExt cx="0" cy="0"/>
        </a:xfrm>
      </p:grpSpPr>
      <p:sp>
        <p:nvSpPr>
          <p:cNvPr id="18" name="Google Shape;18;p9"/>
          <p:cNvSpPr txBox="1"/>
          <p:nvPr>
            <p:ph type="ctrTitle"/>
          </p:nvPr>
        </p:nvSpPr>
        <p:spPr>
          <a:xfrm>
            <a:off x="684212" y="685799"/>
            <a:ext cx="8001000" cy="297180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9"/>
          <p:cNvSpPr txBox="1"/>
          <p:nvPr>
            <p:ph idx="1" type="subTitle"/>
          </p:nvPr>
        </p:nvSpPr>
        <p:spPr>
          <a:xfrm>
            <a:off x="684212" y="3843867"/>
            <a:ext cx="6400800" cy="1947333"/>
          </a:xfrm>
          <a:prstGeom prst="rect">
            <a:avLst/>
          </a:prstGeom>
          <a:noFill/>
          <a:ln>
            <a:noFill/>
          </a:ln>
        </p:spPr>
        <p:txBody>
          <a:bodyPr anchorCtr="0" anchor="t" bIns="45700" lIns="91425" spcFirstLastPara="1" rIns="91425" wrap="square" tIns="45700">
            <a:normAutofit/>
          </a:bodyPr>
          <a:lstStyle>
            <a:lvl1pPr lvl="0" algn="l">
              <a:spcBef>
                <a:spcPts val="420"/>
              </a:spcBef>
              <a:spcAft>
                <a:spcPts val="0"/>
              </a:spcAft>
              <a:buSzPts val="1680"/>
              <a:buNone/>
              <a:defRPr sz="2100">
                <a:solidFill>
                  <a:srgbClr val="68370E"/>
                </a:solidFill>
              </a:defRPr>
            </a:lvl1pPr>
            <a:lvl2pPr lvl="1" algn="ctr">
              <a:spcBef>
                <a:spcPts val="600"/>
              </a:spcBef>
              <a:spcAft>
                <a:spcPts val="0"/>
              </a:spcAft>
              <a:buSzPts val="1440"/>
              <a:buNone/>
              <a:defRPr>
                <a:solidFill>
                  <a:schemeClr val="lt1"/>
                </a:solidFill>
              </a:defRPr>
            </a:lvl2pPr>
            <a:lvl3pPr lvl="2" algn="ctr">
              <a:spcBef>
                <a:spcPts val="600"/>
              </a:spcBef>
              <a:spcAft>
                <a:spcPts val="0"/>
              </a:spcAft>
              <a:buSzPts val="1280"/>
              <a:buNone/>
              <a:defRPr>
                <a:solidFill>
                  <a:schemeClr val="lt1"/>
                </a:solidFill>
              </a:defRPr>
            </a:lvl3pPr>
            <a:lvl4pPr lvl="3" algn="ctr">
              <a:spcBef>
                <a:spcPts val="600"/>
              </a:spcBef>
              <a:spcAft>
                <a:spcPts val="0"/>
              </a:spcAft>
              <a:buSzPts val="1120"/>
              <a:buNone/>
              <a:defRPr>
                <a:solidFill>
                  <a:schemeClr val="lt1"/>
                </a:solidFill>
              </a:defRPr>
            </a:lvl4pPr>
            <a:lvl5pPr lvl="4" algn="ctr">
              <a:spcBef>
                <a:spcPts val="600"/>
              </a:spcBef>
              <a:spcAft>
                <a:spcPts val="0"/>
              </a:spcAft>
              <a:buSzPts val="1120"/>
              <a:buNone/>
              <a:defRPr>
                <a:solidFill>
                  <a:schemeClr val="lt1"/>
                </a:solidFill>
              </a:defRPr>
            </a:lvl5pPr>
            <a:lvl6pPr lvl="5" algn="ctr">
              <a:spcBef>
                <a:spcPts val="600"/>
              </a:spcBef>
              <a:spcAft>
                <a:spcPts val="0"/>
              </a:spcAft>
              <a:buSzPts val="1120"/>
              <a:buNone/>
              <a:defRPr>
                <a:solidFill>
                  <a:schemeClr val="lt1"/>
                </a:solidFill>
              </a:defRPr>
            </a:lvl6pPr>
            <a:lvl7pPr lvl="6" algn="ctr">
              <a:spcBef>
                <a:spcPts val="600"/>
              </a:spcBef>
              <a:spcAft>
                <a:spcPts val="0"/>
              </a:spcAft>
              <a:buSzPts val="1120"/>
              <a:buNone/>
              <a:defRPr>
                <a:solidFill>
                  <a:schemeClr val="lt1"/>
                </a:solidFill>
              </a:defRPr>
            </a:lvl7pPr>
            <a:lvl8pPr lvl="7" algn="ctr">
              <a:spcBef>
                <a:spcPts val="600"/>
              </a:spcBef>
              <a:spcAft>
                <a:spcPts val="0"/>
              </a:spcAft>
              <a:buSzPts val="1120"/>
              <a:buNone/>
              <a:defRPr>
                <a:solidFill>
                  <a:schemeClr val="lt1"/>
                </a:solidFill>
              </a:defRPr>
            </a:lvl8pPr>
            <a:lvl9pPr lvl="8" algn="ctr">
              <a:spcBef>
                <a:spcPts val="600"/>
              </a:spcBef>
              <a:spcAft>
                <a:spcPts val="600"/>
              </a:spcAft>
              <a:buSzPts val="1120"/>
              <a:buNone/>
              <a:defRPr>
                <a:solidFill>
                  <a:schemeClr val="lt1"/>
                </a:solidFill>
              </a:defRPr>
            </a:lvl9pPr>
          </a:lstStyle>
          <a:p/>
        </p:txBody>
      </p:sp>
      <p:sp>
        <p:nvSpPr>
          <p:cNvPr id="20" name="Google Shape;20;p9"/>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9"/>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9"/>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cxnSp>
        <p:nvCxnSpPr>
          <p:cNvPr id="23" name="Google Shape;23;p9"/>
          <p:cNvCxnSpPr/>
          <p:nvPr/>
        </p:nvCxnSpPr>
        <p:spPr>
          <a:xfrm flipH="1">
            <a:off x="8228012" y="8467"/>
            <a:ext cx="3810000" cy="3810000"/>
          </a:xfrm>
          <a:prstGeom prst="straightConnector1">
            <a:avLst/>
          </a:prstGeom>
          <a:noFill/>
          <a:ln cap="flat" cmpd="sng" w="12700">
            <a:solidFill>
              <a:schemeClr val="lt1"/>
            </a:solidFill>
            <a:prstDash val="solid"/>
            <a:round/>
            <a:headEnd len="sm" w="sm" type="none"/>
            <a:tailEnd len="sm" w="sm" type="none"/>
          </a:ln>
        </p:spPr>
      </p:cxnSp>
      <p:cxnSp>
        <p:nvCxnSpPr>
          <p:cNvPr id="24" name="Google Shape;24;p9"/>
          <p:cNvCxnSpPr/>
          <p:nvPr/>
        </p:nvCxnSpPr>
        <p:spPr>
          <a:xfrm flipH="1">
            <a:off x="6108170" y="91545"/>
            <a:ext cx="6080655" cy="6080655"/>
          </a:xfrm>
          <a:prstGeom prst="straightConnector1">
            <a:avLst/>
          </a:prstGeom>
          <a:noFill/>
          <a:ln cap="flat" cmpd="sng" w="12700">
            <a:solidFill>
              <a:schemeClr val="lt1"/>
            </a:solidFill>
            <a:prstDash val="solid"/>
            <a:round/>
            <a:headEnd len="sm" w="sm" type="none"/>
            <a:tailEnd len="sm" w="sm" type="none"/>
          </a:ln>
        </p:spPr>
      </p:cxnSp>
      <p:cxnSp>
        <p:nvCxnSpPr>
          <p:cNvPr id="25" name="Google Shape;25;p9"/>
          <p:cNvCxnSpPr/>
          <p:nvPr/>
        </p:nvCxnSpPr>
        <p:spPr>
          <a:xfrm flipH="1">
            <a:off x="7235825" y="228600"/>
            <a:ext cx="4953000" cy="4953000"/>
          </a:xfrm>
          <a:prstGeom prst="straightConnector1">
            <a:avLst/>
          </a:prstGeom>
          <a:noFill/>
          <a:ln cap="flat" cmpd="sng" w="12700">
            <a:solidFill>
              <a:schemeClr val="lt1"/>
            </a:solidFill>
            <a:prstDash val="solid"/>
            <a:round/>
            <a:headEnd len="sm" w="sm" type="none"/>
            <a:tailEnd len="sm" w="sm" type="none"/>
          </a:ln>
        </p:spPr>
      </p:cxnSp>
      <p:cxnSp>
        <p:nvCxnSpPr>
          <p:cNvPr id="26" name="Google Shape;26;p9"/>
          <p:cNvCxnSpPr/>
          <p:nvPr/>
        </p:nvCxnSpPr>
        <p:spPr>
          <a:xfrm flipH="1">
            <a:off x="7335837" y="32278"/>
            <a:ext cx="4852989" cy="4852989"/>
          </a:xfrm>
          <a:prstGeom prst="straightConnector1">
            <a:avLst/>
          </a:prstGeom>
          <a:noFill/>
          <a:ln cap="flat" cmpd="sng" w="31750">
            <a:solidFill>
              <a:schemeClr val="lt1"/>
            </a:solidFill>
            <a:prstDash val="solid"/>
            <a:round/>
            <a:headEnd len="sm" w="sm" type="none"/>
            <a:tailEnd len="sm" w="sm" type="none"/>
          </a:ln>
        </p:spPr>
      </p:cxnSp>
      <p:cxnSp>
        <p:nvCxnSpPr>
          <p:cNvPr id="27" name="Google Shape;27;p9"/>
          <p:cNvCxnSpPr/>
          <p:nvPr/>
        </p:nvCxnSpPr>
        <p:spPr>
          <a:xfrm flipH="1">
            <a:off x="7845426" y="609601"/>
            <a:ext cx="4343399" cy="4343399"/>
          </a:xfrm>
          <a:prstGeom prst="straightConnector1">
            <a:avLst/>
          </a:prstGeom>
          <a:noFill/>
          <a:ln cap="flat" cmpd="sng" w="31750">
            <a:solidFill>
              <a:schemeClr val="lt1"/>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28" name="Shape 28"/>
        <p:cNvGrpSpPr/>
        <p:nvPr/>
      </p:nvGrpSpPr>
      <p:grpSpPr>
        <a:xfrm>
          <a:off x="0" y="0"/>
          <a:ext cx="0" cy="0"/>
          <a:chOff x="0" y="0"/>
          <a:chExt cx="0" cy="0"/>
        </a:xfrm>
      </p:grpSpPr>
      <p:sp>
        <p:nvSpPr>
          <p:cNvPr id="29" name="Google Shape;29;p10"/>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0"/>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0"/>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32" name="Shape 32"/>
        <p:cNvGrpSpPr/>
        <p:nvPr/>
      </p:nvGrpSpPr>
      <p:grpSpPr>
        <a:xfrm>
          <a:off x="0" y="0"/>
          <a:ext cx="0" cy="0"/>
          <a:chOff x="0" y="0"/>
          <a:chExt cx="0" cy="0"/>
        </a:xfrm>
      </p:grpSpPr>
      <p:sp>
        <p:nvSpPr>
          <p:cNvPr id="33" name="Google Shape;33;p11"/>
          <p:cNvSpPr txBox="1"/>
          <p:nvPr>
            <p:ph type="title"/>
          </p:nvPr>
        </p:nvSpPr>
        <p:spPr>
          <a:xfrm>
            <a:off x="684212" y="4487332"/>
            <a:ext cx="8534400" cy="150706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1"/>
          <p:cNvSpPr txBox="1"/>
          <p:nvPr>
            <p:ph idx="1" type="body"/>
          </p:nvPr>
        </p:nvSpPr>
        <p:spPr>
          <a:xfrm>
            <a:off x="684212" y="685800"/>
            <a:ext cx="8534400" cy="3615267"/>
          </a:xfrm>
          <a:prstGeom prst="rect">
            <a:avLst/>
          </a:prstGeom>
          <a:noFill/>
          <a:ln>
            <a:noFill/>
          </a:ln>
        </p:spPr>
        <p:txBody>
          <a:bodyPr anchorCtr="0" anchor="ctr" bIns="45700" lIns="91425" spcFirstLastPara="1" rIns="91425" wrap="square" tIns="45700">
            <a:normAutofit/>
          </a:bodyPr>
          <a:lstStyle>
            <a:lvl1pPr indent="-320040" lvl="0" marL="457200" algn="l">
              <a:spcBef>
                <a:spcPts val="360"/>
              </a:spcBef>
              <a:spcAft>
                <a:spcPts val="0"/>
              </a:spcAft>
              <a:buSzPts val="1440"/>
              <a:buChar char="▶"/>
              <a:defRPr/>
            </a:lvl1pPr>
            <a:lvl2pPr indent="-320040" lvl="1" marL="914400" algn="l">
              <a:spcBef>
                <a:spcPts val="600"/>
              </a:spcBef>
              <a:spcAft>
                <a:spcPts val="0"/>
              </a:spcAft>
              <a:buSzPts val="1440"/>
              <a:buChar char="▶"/>
              <a:defRPr/>
            </a:lvl2pPr>
            <a:lvl3pPr indent="-320039" lvl="2" marL="1371600" algn="l">
              <a:spcBef>
                <a:spcPts val="600"/>
              </a:spcBef>
              <a:spcAft>
                <a:spcPts val="0"/>
              </a:spcAft>
              <a:buSzPts val="1440"/>
              <a:buChar char="▶"/>
              <a:defRPr/>
            </a:lvl3pPr>
            <a:lvl4pPr indent="-320039" lvl="3" marL="1828800" algn="l">
              <a:spcBef>
                <a:spcPts val="600"/>
              </a:spcBef>
              <a:spcAft>
                <a:spcPts val="0"/>
              </a:spcAft>
              <a:buSzPts val="1440"/>
              <a:buChar char="▶"/>
              <a:defRPr/>
            </a:lvl4pPr>
            <a:lvl5pPr indent="-320039" lvl="4" marL="2286000" algn="l">
              <a:spcBef>
                <a:spcPts val="600"/>
              </a:spcBef>
              <a:spcAft>
                <a:spcPts val="0"/>
              </a:spcAft>
              <a:buSzPts val="1440"/>
              <a:buChar char="▶"/>
              <a:defRPr/>
            </a:lvl5pPr>
            <a:lvl6pPr indent="-320039" lvl="5" marL="2743200" algn="l">
              <a:spcBef>
                <a:spcPts val="600"/>
              </a:spcBef>
              <a:spcAft>
                <a:spcPts val="0"/>
              </a:spcAft>
              <a:buSzPts val="1440"/>
              <a:buChar char="▶"/>
              <a:defRPr/>
            </a:lvl6pPr>
            <a:lvl7pPr indent="-320039" lvl="6" marL="3200400" algn="l">
              <a:spcBef>
                <a:spcPts val="600"/>
              </a:spcBef>
              <a:spcAft>
                <a:spcPts val="0"/>
              </a:spcAft>
              <a:buSzPts val="1440"/>
              <a:buChar char="▶"/>
              <a:defRPr/>
            </a:lvl7pPr>
            <a:lvl8pPr indent="-320040" lvl="7" marL="3657600" algn="l">
              <a:spcBef>
                <a:spcPts val="600"/>
              </a:spcBef>
              <a:spcAft>
                <a:spcPts val="0"/>
              </a:spcAft>
              <a:buSzPts val="1440"/>
              <a:buChar char="▶"/>
              <a:defRPr/>
            </a:lvl8pPr>
            <a:lvl9pPr indent="-320040" lvl="8" marL="4114800" algn="l">
              <a:spcBef>
                <a:spcPts val="600"/>
              </a:spcBef>
              <a:spcAft>
                <a:spcPts val="600"/>
              </a:spcAft>
              <a:buSzPts val="1440"/>
              <a:buChar char="▶"/>
              <a:defRPr/>
            </a:lvl9pPr>
          </a:lstStyle>
          <a:p/>
        </p:txBody>
      </p:sp>
      <p:sp>
        <p:nvSpPr>
          <p:cNvPr id="35" name="Google Shape;35;p11"/>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1"/>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1"/>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8" name="Shape 38"/>
        <p:cNvGrpSpPr/>
        <p:nvPr/>
      </p:nvGrpSpPr>
      <p:grpSpPr>
        <a:xfrm>
          <a:off x="0" y="0"/>
          <a:ext cx="0" cy="0"/>
          <a:chOff x="0" y="0"/>
          <a:chExt cx="0" cy="0"/>
        </a:xfrm>
      </p:grpSpPr>
      <p:sp>
        <p:nvSpPr>
          <p:cNvPr id="39" name="Google Shape;39;p12"/>
          <p:cNvSpPr txBox="1"/>
          <p:nvPr>
            <p:ph type="title"/>
          </p:nvPr>
        </p:nvSpPr>
        <p:spPr>
          <a:xfrm>
            <a:off x="684211" y="2006600"/>
            <a:ext cx="8534401" cy="22816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3600"/>
              <a:buFont typeface="Century Gothic"/>
              <a:buNone/>
              <a:defRPr b="0" sz="36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2"/>
          <p:cNvSpPr txBox="1"/>
          <p:nvPr>
            <p:ph idx="1" type="body"/>
          </p:nvPr>
        </p:nvSpPr>
        <p:spPr>
          <a:xfrm>
            <a:off x="684213" y="4495800"/>
            <a:ext cx="8534400" cy="14986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440"/>
              <a:buNone/>
              <a:defRPr sz="1800">
                <a:solidFill>
                  <a:srgbClr val="68370E"/>
                </a:solidFill>
              </a:defRPr>
            </a:lvl1pPr>
            <a:lvl2pPr indent="-228600" lvl="1" marL="914400" algn="l">
              <a:spcBef>
                <a:spcPts val="600"/>
              </a:spcBef>
              <a:spcAft>
                <a:spcPts val="0"/>
              </a:spcAft>
              <a:buSzPts val="1440"/>
              <a:buNone/>
              <a:defRPr sz="1800">
                <a:solidFill>
                  <a:schemeClr val="lt1"/>
                </a:solidFill>
              </a:defRPr>
            </a:lvl2pPr>
            <a:lvl3pPr indent="-228600" lvl="2" marL="1371600" algn="l">
              <a:spcBef>
                <a:spcPts val="600"/>
              </a:spcBef>
              <a:spcAft>
                <a:spcPts val="0"/>
              </a:spcAft>
              <a:buSzPts val="1280"/>
              <a:buNone/>
              <a:defRPr sz="1600">
                <a:solidFill>
                  <a:schemeClr val="lt1"/>
                </a:solidFill>
              </a:defRPr>
            </a:lvl3pPr>
            <a:lvl4pPr indent="-228600" lvl="3" marL="1828800" algn="l">
              <a:spcBef>
                <a:spcPts val="600"/>
              </a:spcBef>
              <a:spcAft>
                <a:spcPts val="0"/>
              </a:spcAft>
              <a:buSzPts val="1120"/>
              <a:buNone/>
              <a:defRPr sz="1400">
                <a:solidFill>
                  <a:schemeClr val="lt1"/>
                </a:solidFill>
              </a:defRPr>
            </a:lvl4pPr>
            <a:lvl5pPr indent="-228600" lvl="4" marL="2286000" algn="l">
              <a:spcBef>
                <a:spcPts val="600"/>
              </a:spcBef>
              <a:spcAft>
                <a:spcPts val="0"/>
              </a:spcAft>
              <a:buSzPts val="1120"/>
              <a:buNone/>
              <a:defRPr sz="1400">
                <a:solidFill>
                  <a:schemeClr val="lt1"/>
                </a:solidFill>
              </a:defRPr>
            </a:lvl5pPr>
            <a:lvl6pPr indent="-228600" lvl="5" marL="2743200" algn="l">
              <a:spcBef>
                <a:spcPts val="600"/>
              </a:spcBef>
              <a:spcAft>
                <a:spcPts val="0"/>
              </a:spcAft>
              <a:buSzPts val="1120"/>
              <a:buNone/>
              <a:defRPr sz="1400">
                <a:solidFill>
                  <a:schemeClr val="lt1"/>
                </a:solidFill>
              </a:defRPr>
            </a:lvl6pPr>
            <a:lvl7pPr indent="-228600" lvl="6" marL="3200400" algn="l">
              <a:spcBef>
                <a:spcPts val="600"/>
              </a:spcBef>
              <a:spcAft>
                <a:spcPts val="0"/>
              </a:spcAft>
              <a:buSzPts val="1120"/>
              <a:buNone/>
              <a:defRPr sz="1400">
                <a:solidFill>
                  <a:schemeClr val="lt1"/>
                </a:solidFill>
              </a:defRPr>
            </a:lvl7pPr>
            <a:lvl8pPr indent="-228600" lvl="7" marL="3657600" algn="l">
              <a:spcBef>
                <a:spcPts val="600"/>
              </a:spcBef>
              <a:spcAft>
                <a:spcPts val="0"/>
              </a:spcAft>
              <a:buSzPts val="1120"/>
              <a:buNone/>
              <a:defRPr sz="1400">
                <a:solidFill>
                  <a:schemeClr val="lt1"/>
                </a:solidFill>
              </a:defRPr>
            </a:lvl8pPr>
            <a:lvl9pPr indent="-228600" lvl="8" marL="4114800" algn="l">
              <a:spcBef>
                <a:spcPts val="600"/>
              </a:spcBef>
              <a:spcAft>
                <a:spcPts val="600"/>
              </a:spcAft>
              <a:buSzPts val="1120"/>
              <a:buNone/>
              <a:defRPr sz="1400">
                <a:solidFill>
                  <a:schemeClr val="lt1"/>
                </a:solidFill>
              </a:defRPr>
            </a:lvl9pPr>
          </a:lstStyle>
          <a:p/>
        </p:txBody>
      </p:sp>
      <p:sp>
        <p:nvSpPr>
          <p:cNvPr id="41" name="Google Shape;41;p12"/>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2"/>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2"/>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4" name="Shape 44"/>
        <p:cNvGrpSpPr/>
        <p:nvPr/>
      </p:nvGrpSpPr>
      <p:grpSpPr>
        <a:xfrm>
          <a:off x="0" y="0"/>
          <a:ext cx="0" cy="0"/>
          <a:chOff x="0" y="0"/>
          <a:chExt cx="0" cy="0"/>
        </a:xfrm>
      </p:grpSpPr>
      <p:sp>
        <p:nvSpPr>
          <p:cNvPr id="45" name="Google Shape;45;p13"/>
          <p:cNvSpPr txBox="1"/>
          <p:nvPr>
            <p:ph type="title"/>
          </p:nvPr>
        </p:nvSpPr>
        <p:spPr>
          <a:xfrm>
            <a:off x="684212" y="4487332"/>
            <a:ext cx="8534400" cy="150706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3"/>
          <p:cNvSpPr txBox="1"/>
          <p:nvPr>
            <p:ph idx="1" type="body"/>
          </p:nvPr>
        </p:nvSpPr>
        <p:spPr>
          <a:xfrm>
            <a:off x="684211" y="685800"/>
            <a:ext cx="4937655" cy="3615267"/>
          </a:xfrm>
          <a:prstGeom prst="rect">
            <a:avLst/>
          </a:prstGeom>
          <a:noFill/>
          <a:ln>
            <a:noFill/>
          </a:ln>
        </p:spPr>
        <p:txBody>
          <a:bodyPr anchorCtr="0" anchor="ctr" bIns="45700" lIns="91425" spcFirstLastPara="1" rIns="91425" wrap="square" tIns="45700">
            <a:normAutofit/>
          </a:bodyPr>
          <a:lstStyle>
            <a:lvl1pPr indent="-320040" lvl="0" marL="457200" algn="l">
              <a:spcBef>
                <a:spcPts val="360"/>
              </a:spcBef>
              <a:spcAft>
                <a:spcPts val="0"/>
              </a:spcAft>
              <a:buSzPts val="1440"/>
              <a:buChar char="▶"/>
              <a:defRPr/>
            </a:lvl1pPr>
            <a:lvl2pPr indent="-320040" lvl="1" marL="914400" algn="l">
              <a:spcBef>
                <a:spcPts val="600"/>
              </a:spcBef>
              <a:spcAft>
                <a:spcPts val="0"/>
              </a:spcAft>
              <a:buSzPts val="1440"/>
              <a:buChar char="▶"/>
              <a:defRPr/>
            </a:lvl2pPr>
            <a:lvl3pPr indent="-320039" lvl="2" marL="1371600" algn="l">
              <a:spcBef>
                <a:spcPts val="600"/>
              </a:spcBef>
              <a:spcAft>
                <a:spcPts val="0"/>
              </a:spcAft>
              <a:buSzPts val="1440"/>
              <a:buChar char="▶"/>
              <a:defRPr/>
            </a:lvl3pPr>
            <a:lvl4pPr indent="-320039" lvl="3" marL="1828800" algn="l">
              <a:spcBef>
                <a:spcPts val="600"/>
              </a:spcBef>
              <a:spcAft>
                <a:spcPts val="0"/>
              </a:spcAft>
              <a:buSzPts val="1440"/>
              <a:buChar char="▶"/>
              <a:defRPr/>
            </a:lvl4pPr>
            <a:lvl5pPr indent="-320039" lvl="4" marL="2286000" algn="l">
              <a:spcBef>
                <a:spcPts val="600"/>
              </a:spcBef>
              <a:spcAft>
                <a:spcPts val="0"/>
              </a:spcAft>
              <a:buSzPts val="1440"/>
              <a:buChar char="▶"/>
              <a:defRPr/>
            </a:lvl5pPr>
            <a:lvl6pPr indent="-320039" lvl="5" marL="2743200" algn="l">
              <a:spcBef>
                <a:spcPts val="600"/>
              </a:spcBef>
              <a:spcAft>
                <a:spcPts val="0"/>
              </a:spcAft>
              <a:buSzPts val="1440"/>
              <a:buChar char="▶"/>
              <a:defRPr/>
            </a:lvl6pPr>
            <a:lvl7pPr indent="-320039" lvl="6" marL="3200400" algn="l">
              <a:spcBef>
                <a:spcPts val="600"/>
              </a:spcBef>
              <a:spcAft>
                <a:spcPts val="0"/>
              </a:spcAft>
              <a:buSzPts val="1440"/>
              <a:buChar char="▶"/>
              <a:defRPr/>
            </a:lvl7pPr>
            <a:lvl8pPr indent="-320040" lvl="7" marL="3657600" algn="l">
              <a:spcBef>
                <a:spcPts val="600"/>
              </a:spcBef>
              <a:spcAft>
                <a:spcPts val="0"/>
              </a:spcAft>
              <a:buSzPts val="1440"/>
              <a:buChar char="▶"/>
              <a:defRPr/>
            </a:lvl8pPr>
            <a:lvl9pPr indent="-320040" lvl="8" marL="4114800" algn="l">
              <a:spcBef>
                <a:spcPts val="600"/>
              </a:spcBef>
              <a:spcAft>
                <a:spcPts val="600"/>
              </a:spcAft>
              <a:buSzPts val="1440"/>
              <a:buChar char="▶"/>
              <a:defRPr/>
            </a:lvl9pPr>
          </a:lstStyle>
          <a:p/>
        </p:txBody>
      </p:sp>
      <p:sp>
        <p:nvSpPr>
          <p:cNvPr id="47" name="Google Shape;47;p13"/>
          <p:cNvSpPr txBox="1"/>
          <p:nvPr>
            <p:ph idx="2" type="body"/>
          </p:nvPr>
        </p:nvSpPr>
        <p:spPr>
          <a:xfrm>
            <a:off x="5808133" y="685801"/>
            <a:ext cx="4934479" cy="3615266"/>
          </a:xfrm>
          <a:prstGeom prst="rect">
            <a:avLst/>
          </a:prstGeom>
          <a:noFill/>
          <a:ln>
            <a:noFill/>
          </a:ln>
        </p:spPr>
        <p:txBody>
          <a:bodyPr anchorCtr="0" anchor="ctr" bIns="45700" lIns="91425" spcFirstLastPara="1" rIns="91425" wrap="square" tIns="45700">
            <a:normAutofit/>
          </a:bodyPr>
          <a:lstStyle>
            <a:lvl1pPr indent="-320040" lvl="0" marL="457200" algn="l">
              <a:spcBef>
                <a:spcPts val="360"/>
              </a:spcBef>
              <a:spcAft>
                <a:spcPts val="0"/>
              </a:spcAft>
              <a:buSzPts val="1440"/>
              <a:buChar char="▶"/>
              <a:defRPr/>
            </a:lvl1pPr>
            <a:lvl2pPr indent="-320040" lvl="1" marL="914400" algn="l">
              <a:spcBef>
                <a:spcPts val="600"/>
              </a:spcBef>
              <a:spcAft>
                <a:spcPts val="0"/>
              </a:spcAft>
              <a:buSzPts val="1440"/>
              <a:buChar char="▶"/>
              <a:defRPr/>
            </a:lvl2pPr>
            <a:lvl3pPr indent="-320039" lvl="2" marL="1371600" algn="l">
              <a:spcBef>
                <a:spcPts val="600"/>
              </a:spcBef>
              <a:spcAft>
                <a:spcPts val="0"/>
              </a:spcAft>
              <a:buSzPts val="1440"/>
              <a:buChar char="▶"/>
              <a:defRPr/>
            </a:lvl3pPr>
            <a:lvl4pPr indent="-320039" lvl="3" marL="1828800" algn="l">
              <a:spcBef>
                <a:spcPts val="600"/>
              </a:spcBef>
              <a:spcAft>
                <a:spcPts val="0"/>
              </a:spcAft>
              <a:buSzPts val="1440"/>
              <a:buChar char="▶"/>
              <a:defRPr/>
            </a:lvl4pPr>
            <a:lvl5pPr indent="-320039" lvl="4" marL="2286000" algn="l">
              <a:spcBef>
                <a:spcPts val="600"/>
              </a:spcBef>
              <a:spcAft>
                <a:spcPts val="0"/>
              </a:spcAft>
              <a:buSzPts val="1440"/>
              <a:buChar char="▶"/>
              <a:defRPr/>
            </a:lvl5pPr>
            <a:lvl6pPr indent="-320039" lvl="5" marL="2743200" algn="l">
              <a:spcBef>
                <a:spcPts val="600"/>
              </a:spcBef>
              <a:spcAft>
                <a:spcPts val="0"/>
              </a:spcAft>
              <a:buSzPts val="1440"/>
              <a:buChar char="▶"/>
              <a:defRPr/>
            </a:lvl6pPr>
            <a:lvl7pPr indent="-320039" lvl="6" marL="3200400" algn="l">
              <a:spcBef>
                <a:spcPts val="600"/>
              </a:spcBef>
              <a:spcAft>
                <a:spcPts val="0"/>
              </a:spcAft>
              <a:buSzPts val="1440"/>
              <a:buChar char="▶"/>
              <a:defRPr/>
            </a:lvl7pPr>
            <a:lvl8pPr indent="-320040" lvl="7" marL="3657600" algn="l">
              <a:spcBef>
                <a:spcPts val="600"/>
              </a:spcBef>
              <a:spcAft>
                <a:spcPts val="0"/>
              </a:spcAft>
              <a:buSzPts val="1440"/>
              <a:buChar char="▶"/>
              <a:defRPr/>
            </a:lvl8pPr>
            <a:lvl9pPr indent="-320040" lvl="8" marL="4114800" algn="l">
              <a:spcBef>
                <a:spcPts val="600"/>
              </a:spcBef>
              <a:spcAft>
                <a:spcPts val="600"/>
              </a:spcAft>
              <a:buSzPts val="1440"/>
              <a:buChar char="▶"/>
              <a:defRPr/>
            </a:lvl9pPr>
          </a:lstStyle>
          <a:p/>
        </p:txBody>
      </p:sp>
      <p:sp>
        <p:nvSpPr>
          <p:cNvPr id="48" name="Google Shape;48;p13"/>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3"/>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3"/>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51" name="Shape 51"/>
        <p:cNvGrpSpPr/>
        <p:nvPr/>
      </p:nvGrpSpPr>
      <p:grpSpPr>
        <a:xfrm>
          <a:off x="0" y="0"/>
          <a:ext cx="0" cy="0"/>
          <a:chOff x="0" y="0"/>
          <a:chExt cx="0" cy="0"/>
        </a:xfrm>
      </p:grpSpPr>
      <p:sp>
        <p:nvSpPr>
          <p:cNvPr id="52" name="Google Shape;52;p14"/>
          <p:cNvSpPr txBox="1"/>
          <p:nvPr>
            <p:ph type="title"/>
          </p:nvPr>
        </p:nvSpPr>
        <p:spPr>
          <a:xfrm>
            <a:off x="684212" y="4487332"/>
            <a:ext cx="8534400" cy="150706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36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4"/>
          <p:cNvSpPr txBox="1"/>
          <p:nvPr>
            <p:ph idx="1" type="body"/>
          </p:nvPr>
        </p:nvSpPr>
        <p:spPr>
          <a:xfrm>
            <a:off x="972080" y="685800"/>
            <a:ext cx="4649787" cy="576262"/>
          </a:xfrm>
          <a:prstGeom prst="rect">
            <a:avLst/>
          </a:prstGeom>
          <a:noFill/>
          <a:ln>
            <a:noFill/>
          </a:ln>
        </p:spPr>
        <p:txBody>
          <a:bodyPr anchorCtr="0" anchor="b" bIns="45700" lIns="91425" spcFirstLastPara="1" rIns="91425" wrap="square" tIns="45700">
            <a:noAutofit/>
          </a:bodyPr>
          <a:lstStyle>
            <a:lvl1pPr indent="-228600" lvl="0" marL="457200" algn="l">
              <a:spcBef>
                <a:spcPts val="560"/>
              </a:spcBef>
              <a:spcAft>
                <a:spcPts val="0"/>
              </a:spcAft>
              <a:buSzPts val="2240"/>
              <a:buNone/>
              <a:defRPr b="0" sz="2800">
                <a:solidFill>
                  <a:schemeClr val="lt1"/>
                </a:solidFill>
              </a:defRPr>
            </a:lvl1pPr>
            <a:lvl2pPr indent="-228600" lvl="1" marL="914400" algn="l">
              <a:spcBef>
                <a:spcPts val="600"/>
              </a:spcBef>
              <a:spcAft>
                <a:spcPts val="0"/>
              </a:spcAft>
              <a:buSzPts val="1600"/>
              <a:buNone/>
              <a:defRPr b="1" sz="2000"/>
            </a:lvl2pPr>
            <a:lvl3pPr indent="-228600" lvl="2" marL="1371600" algn="l">
              <a:spcBef>
                <a:spcPts val="600"/>
              </a:spcBef>
              <a:spcAft>
                <a:spcPts val="0"/>
              </a:spcAft>
              <a:buSzPts val="1440"/>
              <a:buNone/>
              <a:defRPr b="1" sz="1800"/>
            </a:lvl3pPr>
            <a:lvl4pPr indent="-228600" lvl="3" marL="1828800" algn="l">
              <a:spcBef>
                <a:spcPts val="600"/>
              </a:spcBef>
              <a:spcAft>
                <a:spcPts val="0"/>
              </a:spcAft>
              <a:buSzPts val="1280"/>
              <a:buNone/>
              <a:defRPr b="1" sz="1600"/>
            </a:lvl4pPr>
            <a:lvl5pPr indent="-228600" lvl="4" marL="2286000" algn="l">
              <a:spcBef>
                <a:spcPts val="600"/>
              </a:spcBef>
              <a:spcAft>
                <a:spcPts val="0"/>
              </a:spcAft>
              <a:buSzPts val="1280"/>
              <a:buNone/>
              <a:defRPr b="1" sz="1600"/>
            </a:lvl5pPr>
            <a:lvl6pPr indent="-228600" lvl="5" marL="2743200" algn="l">
              <a:spcBef>
                <a:spcPts val="600"/>
              </a:spcBef>
              <a:spcAft>
                <a:spcPts val="0"/>
              </a:spcAft>
              <a:buSzPts val="1280"/>
              <a:buNone/>
              <a:defRPr b="1" sz="1600"/>
            </a:lvl6pPr>
            <a:lvl7pPr indent="-228600" lvl="6" marL="3200400" algn="l">
              <a:spcBef>
                <a:spcPts val="600"/>
              </a:spcBef>
              <a:spcAft>
                <a:spcPts val="0"/>
              </a:spcAft>
              <a:buSzPts val="1280"/>
              <a:buNone/>
              <a:defRPr b="1" sz="1600"/>
            </a:lvl7pPr>
            <a:lvl8pPr indent="-228600" lvl="7" marL="3657600" algn="l">
              <a:spcBef>
                <a:spcPts val="600"/>
              </a:spcBef>
              <a:spcAft>
                <a:spcPts val="0"/>
              </a:spcAft>
              <a:buSzPts val="1280"/>
              <a:buNone/>
              <a:defRPr b="1" sz="1600"/>
            </a:lvl8pPr>
            <a:lvl9pPr indent="-228600" lvl="8" marL="4114800" algn="l">
              <a:spcBef>
                <a:spcPts val="600"/>
              </a:spcBef>
              <a:spcAft>
                <a:spcPts val="600"/>
              </a:spcAft>
              <a:buSzPts val="1280"/>
              <a:buNone/>
              <a:defRPr b="1" sz="1600"/>
            </a:lvl9pPr>
          </a:lstStyle>
          <a:p/>
        </p:txBody>
      </p:sp>
      <p:sp>
        <p:nvSpPr>
          <p:cNvPr id="54" name="Google Shape;54;p14"/>
          <p:cNvSpPr txBox="1"/>
          <p:nvPr>
            <p:ph idx="2" type="body"/>
          </p:nvPr>
        </p:nvSpPr>
        <p:spPr>
          <a:xfrm>
            <a:off x="684211" y="1270529"/>
            <a:ext cx="4937655" cy="3030538"/>
          </a:xfrm>
          <a:prstGeom prst="rect">
            <a:avLst/>
          </a:prstGeom>
          <a:noFill/>
          <a:ln>
            <a:noFill/>
          </a:ln>
        </p:spPr>
        <p:txBody>
          <a:bodyPr anchorCtr="0" anchor="t" bIns="45700" lIns="91425" spcFirstLastPara="1" rIns="91425" wrap="square" tIns="45700">
            <a:normAutofit/>
          </a:bodyPr>
          <a:lstStyle>
            <a:lvl1pPr indent="-320040" lvl="0" marL="457200" algn="l">
              <a:spcBef>
                <a:spcPts val="360"/>
              </a:spcBef>
              <a:spcAft>
                <a:spcPts val="0"/>
              </a:spcAft>
              <a:buSzPts val="1440"/>
              <a:buChar char="▶"/>
              <a:defRPr/>
            </a:lvl1pPr>
            <a:lvl2pPr indent="-320040" lvl="1" marL="914400" algn="l">
              <a:spcBef>
                <a:spcPts val="600"/>
              </a:spcBef>
              <a:spcAft>
                <a:spcPts val="0"/>
              </a:spcAft>
              <a:buSzPts val="1440"/>
              <a:buChar char="▶"/>
              <a:defRPr/>
            </a:lvl2pPr>
            <a:lvl3pPr indent="-320039" lvl="2" marL="1371600" algn="l">
              <a:spcBef>
                <a:spcPts val="600"/>
              </a:spcBef>
              <a:spcAft>
                <a:spcPts val="0"/>
              </a:spcAft>
              <a:buSzPts val="1440"/>
              <a:buChar char="▶"/>
              <a:defRPr/>
            </a:lvl3pPr>
            <a:lvl4pPr indent="-320039" lvl="3" marL="1828800" algn="l">
              <a:spcBef>
                <a:spcPts val="600"/>
              </a:spcBef>
              <a:spcAft>
                <a:spcPts val="0"/>
              </a:spcAft>
              <a:buSzPts val="1440"/>
              <a:buChar char="▶"/>
              <a:defRPr/>
            </a:lvl4pPr>
            <a:lvl5pPr indent="-320039" lvl="4" marL="2286000" algn="l">
              <a:spcBef>
                <a:spcPts val="600"/>
              </a:spcBef>
              <a:spcAft>
                <a:spcPts val="0"/>
              </a:spcAft>
              <a:buSzPts val="1440"/>
              <a:buChar char="▶"/>
              <a:defRPr/>
            </a:lvl5pPr>
            <a:lvl6pPr indent="-320039" lvl="5" marL="2743200" algn="l">
              <a:spcBef>
                <a:spcPts val="600"/>
              </a:spcBef>
              <a:spcAft>
                <a:spcPts val="0"/>
              </a:spcAft>
              <a:buSzPts val="1440"/>
              <a:buChar char="▶"/>
              <a:defRPr/>
            </a:lvl6pPr>
            <a:lvl7pPr indent="-320039" lvl="6" marL="3200400" algn="l">
              <a:spcBef>
                <a:spcPts val="600"/>
              </a:spcBef>
              <a:spcAft>
                <a:spcPts val="0"/>
              </a:spcAft>
              <a:buSzPts val="1440"/>
              <a:buChar char="▶"/>
              <a:defRPr/>
            </a:lvl7pPr>
            <a:lvl8pPr indent="-320040" lvl="7" marL="3657600" algn="l">
              <a:spcBef>
                <a:spcPts val="600"/>
              </a:spcBef>
              <a:spcAft>
                <a:spcPts val="0"/>
              </a:spcAft>
              <a:buSzPts val="1440"/>
              <a:buChar char="▶"/>
              <a:defRPr/>
            </a:lvl8pPr>
            <a:lvl9pPr indent="-320040" lvl="8" marL="4114800" algn="l">
              <a:spcBef>
                <a:spcPts val="600"/>
              </a:spcBef>
              <a:spcAft>
                <a:spcPts val="600"/>
              </a:spcAft>
              <a:buSzPts val="1440"/>
              <a:buChar char="▶"/>
              <a:defRPr/>
            </a:lvl9pPr>
          </a:lstStyle>
          <a:p/>
        </p:txBody>
      </p:sp>
      <p:sp>
        <p:nvSpPr>
          <p:cNvPr id="55" name="Google Shape;55;p14"/>
          <p:cNvSpPr txBox="1"/>
          <p:nvPr>
            <p:ph idx="3" type="body"/>
          </p:nvPr>
        </p:nvSpPr>
        <p:spPr>
          <a:xfrm>
            <a:off x="6079066" y="685800"/>
            <a:ext cx="4665134" cy="576262"/>
          </a:xfrm>
          <a:prstGeom prst="rect">
            <a:avLst/>
          </a:prstGeom>
          <a:noFill/>
          <a:ln>
            <a:noFill/>
          </a:ln>
        </p:spPr>
        <p:txBody>
          <a:bodyPr anchorCtr="0" anchor="b" bIns="45700" lIns="91425" spcFirstLastPara="1" rIns="91425" wrap="square" tIns="45700">
            <a:noAutofit/>
          </a:bodyPr>
          <a:lstStyle>
            <a:lvl1pPr indent="-228600" lvl="0" marL="457200" algn="l">
              <a:spcBef>
                <a:spcPts val="560"/>
              </a:spcBef>
              <a:spcAft>
                <a:spcPts val="0"/>
              </a:spcAft>
              <a:buSzPts val="2240"/>
              <a:buNone/>
              <a:defRPr b="0" sz="2800">
                <a:solidFill>
                  <a:schemeClr val="lt1"/>
                </a:solidFill>
              </a:defRPr>
            </a:lvl1pPr>
            <a:lvl2pPr indent="-228600" lvl="1" marL="914400" algn="l">
              <a:spcBef>
                <a:spcPts val="600"/>
              </a:spcBef>
              <a:spcAft>
                <a:spcPts val="0"/>
              </a:spcAft>
              <a:buSzPts val="1600"/>
              <a:buNone/>
              <a:defRPr b="1" sz="2000"/>
            </a:lvl2pPr>
            <a:lvl3pPr indent="-228600" lvl="2" marL="1371600" algn="l">
              <a:spcBef>
                <a:spcPts val="600"/>
              </a:spcBef>
              <a:spcAft>
                <a:spcPts val="0"/>
              </a:spcAft>
              <a:buSzPts val="1440"/>
              <a:buNone/>
              <a:defRPr b="1" sz="1800"/>
            </a:lvl3pPr>
            <a:lvl4pPr indent="-228600" lvl="3" marL="1828800" algn="l">
              <a:spcBef>
                <a:spcPts val="600"/>
              </a:spcBef>
              <a:spcAft>
                <a:spcPts val="0"/>
              </a:spcAft>
              <a:buSzPts val="1280"/>
              <a:buNone/>
              <a:defRPr b="1" sz="1600"/>
            </a:lvl4pPr>
            <a:lvl5pPr indent="-228600" lvl="4" marL="2286000" algn="l">
              <a:spcBef>
                <a:spcPts val="600"/>
              </a:spcBef>
              <a:spcAft>
                <a:spcPts val="0"/>
              </a:spcAft>
              <a:buSzPts val="1280"/>
              <a:buNone/>
              <a:defRPr b="1" sz="1600"/>
            </a:lvl5pPr>
            <a:lvl6pPr indent="-228600" lvl="5" marL="2743200" algn="l">
              <a:spcBef>
                <a:spcPts val="600"/>
              </a:spcBef>
              <a:spcAft>
                <a:spcPts val="0"/>
              </a:spcAft>
              <a:buSzPts val="1280"/>
              <a:buNone/>
              <a:defRPr b="1" sz="1600"/>
            </a:lvl6pPr>
            <a:lvl7pPr indent="-228600" lvl="6" marL="3200400" algn="l">
              <a:spcBef>
                <a:spcPts val="600"/>
              </a:spcBef>
              <a:spcAft>
                <a:spcPts val="0"/>
              </a:spcAft>
              <a:buSzPts val="1280"/>
              <a:buNone/>
              <a:defRPr b="1" sz="1600"/>
            </a:lvl7pPr>
            <a:lvl8pPr indent="-228600" lvl="7" marL="3657600" algn="l">
              <a:spcBef>
                <a:spcPts val="600"/>
              </a:spcBef>
              <a:spcAft>
                <a:spcPts val="0"/>
              </a:spcAft>
              <a:buSzPts val="1280"/>
              <a:buNone/>
              <a:defRPr b="1" sz="1600"/>
            </a:lvl8pPr>
            <a:lvl9pPr indent="-228600" lvl="8" marL="4114800" algn="l">
              <a:spcBef>
                <a:spcPts val="600"/>
              </a:spcBef>
              <a:spcAft>
                <a:spcPts val="600"/>
              </a:spcAft>
              <a:buSzPts val="1280"/>
              <a:buNone/>
              <a:defRPr b="1" sz="1600"/>
            </a:lvl9pPr>
          </a:lstStyle>
          <a:p/>
        </p:txBody>
      </p:sp>
      <p:sp>
        <p:nvSpPr>
          <p:cNvPr id="56" name="Google Shape;56;p14"/>
          <p:cNvSpPr txBox="1"/>
          <p:nvPr>
            <p:ph idx="4" type="body"/>
          </p:nvPr>
        </p:nvSpPr>
        <p:spPr>
          <a:xfrm>
            <a:off x="5806545" y="1262062"/>
            <a:ext cx="4929188" cy="3030538"/>
          </a:xfrm>
          <a:prstGeom prst="rect">
            <a:avLst/>
          </a:prstGeom>
          <a:noFill/>
          <a:ln>
            <a:noFill/>
          </a:ln>
        </p:spPr>
        <p:txBody>
          <a:bodyPr anchorCtr="0" anchor="t" bIns="45700" lIns="91425" spcFirstLastPara="1" rIns="91425" wrap="square" tIns="45700">
            <a:normAutofit/>
          </a:bodyPr>
          <a:lstStyle>
            <a:lvl1pPr indent="-320040" lvl="0" marL="457200" algn="l">
              <a:spcBef>
                <a:spcPts val="360"/>
              </a:spcBef>
              <a:spcAft>
                <a:spcPts val="0"/>
              </a:spcAft>
              <a:buSzPts val="1440"/>
              <a:buChar char="▶"/>
              <a:defRPr/>
            </a:lvl1pPr>
            <a:lvl2pPr indent="-320040" lvl="1" marL="914400" algn="l">
              <a:spcBef>
                <a:spcPts val="600"/>
              </a:spcBef>
              <a:spcAft>
                <a:spcPts val="0"/>
              </a:spcAft>
              <a:buSzPts val="1440"/>
              <a:buChar char="▶"/>
              <a:defRPr/>
            </a:lvl2pPr>
            <a:lvl3pPr indent="-320039" lvl="2" marL="1371600" algn="l">
              <a:spcBef>
                <a:spcPts val="600"/>
              </a:spcBef>
              <a:spcAft>
                <a:spcPts val="0"/>
              </a:spcAft>
              <a:buSzPts val="1440"/>
              <a:buChar char="▶"/>
              <a:defRPr/>
            </a:lvl3pPr>
            <a:lvl4pPr indent="-320039" lvl="3" marL="1828800" algn="l">
              <a:spcBef>
                <a:spcPts val="600"/>
              </a:spcBef>
              <a:spcAft>
                <a:spcPts val="0"/>
              </a:spcAft>
              <a:buSzPts val="1440"/>
              <a:buChar char="▶"/>
              <a:defRPr/>
            </a:lvl4pPr>
            <a:lvl5pPr indent="-320039" lvl="4" marL="2286000" algn="l">
              <a:spcBef>
                <a:spcPts val="600"/>
              </a:spcBef>
              <a:spcAft>
                <a:spcPts val="0"/>
              </a:spcAft>
              <a:buSzPts val="1440"/>
              <a:buChar char="▶"/>
              <a:defRPr/>
            </a:lvl5pPr>
            <a:lvl6pPr indent="-320039" lvl="5" marL="2743200" algn="l">
              <a:spcBef>
                <a:spcPts val="600"/>
              </a:spcBef>
              <a:spcAft>
                <a:spcPts val="0"/>
              </a:spcAft>
              <a:buSzPts val="1440"/>
              <a:buChar char="▶"/>
              <a:defRPr/>
            </a:lvl6pPr>
            <a:lvl7pPr indent="-320039" lvl="6" marL="3200400" algn="l">
              <a:spcBef>
                <a:spcPts val="600"/>
              </a:spcBef>
              <a:spcAft>
                <a:spcPts val="0"/>
              </a:spcAft>
              <a:buSzPts val="1440"/>
              <a:buChar char="▶"/>
              <a:defRPr/>
            </a:lvl7pPr>
            <a:lvl8pPr indent="-320040" lvl="7" marL="3657600" algn="l">
              <a:spcBef>
                <a:spcPts val="600"/>
              </a:spcBef>
              <a:spcAft>
                <a:spcPts val="0"/>
              </a:spcAft>
              <a:buSzPts val="1440"/>
              <a:buChar char="▶"/>
              <a:defRPr/>
            </a:lvl8pPr>
            <a:lvl9pPr indent="-320040" lvl="8" marL="4114800" algn="l">
              <a:spcBef>
                <a:spcPts val="600"/>
              </a:spcBef>
              <a:spcAft>
                <a:spcPts val="600"/>
              </a:spcAft>
              <a:buSzPts val="1440"/>
              <a:buChar char="▶"/>
              <a:defRPr/>
            </a:lvl9pPr>
          </a:lstStyle>
          <a:p/>
        </p:txBody>
      </p:sp>
      <p:sp>
        <p:nvSpPr>
          <p:cNvPr id="57" name="Google Shape;57;p14"/>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4"/>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4"/>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60" name="Shape 60"/>
        <p:cNvGrpSpPr/>
        <p:nvPr/>
      </p:nvGrpSpPr>
      <p:grpSpPr>
        <a:xfrm>
          <a:off x="0" y="0"/>
          <a:ext cx="0" cy="0"/>
          <a:chOff x="0" y="0"/>
          <a:chExt cx="0" cy="0"/>
        </a:xfrm>
      </p:grpSpPr>
      <p:sp>
        <p:nvSpPr>
          <p:cNvPr id="61" name="Google Shape;61;p15"/>
          <p:cNvSpPr txBox="1"/>
          <p:nvPr>
            <p:ph type="title"/>
          </p:nvPr>
        </p:nvSpPr>
        <p:spPr>
          <a:xfrm>
            <a:off x="684212" y="4487332"/>
            <a:ext cx="8534400" cy="150706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5"/>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5"/>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5"/>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5" name="Shape 65"/>
        <p:cNvGrpSpPr/>
        <p:nvPr/>
      </p:nvGrpSpPr>
      <p:grpSpPr>
        <a:xfrm>
          <a:off x="0" y="0"/>
          <a:ext cx="0" cy="0"/>
          <a:chOff x="0" y="0"/>
          <a:chExt cx="0" cy="0"/>
        </a:xfrm>
      </p:grpSpPr>
      <p:sp>
        <p:nvSpPr>
          <p:cNvPr id="66" name="Google Shape;66;p16"/>
          <p:cNvSpPr txBox="1"/>
          <p:nvPr>
            <p:ph type="title"/>
          </p:nvPr>
        </p:nvSpPr>
        <p:spPr>
          <a:xfrm>
            <a:off x="7085012" y="685800"/>
            <a:ext cx="3657600" cy="13716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6"/>
          <p:cNvSpPr txBox="1"/>
          <p:nvPr>
            <p:ph idx="1" type="body"/>
          </p:nvPr>
        </p:nvSpPr>
        <p:spPr>
          <a:xfrm>
            <a:off x="684212" y="685800"/>
            <a:ext cx="5943601" cy="5308600"/>
          </a:xfrm>
          <a:prstGeom prst="rect">
            <a:avLst/>
          </a:prstGeom>
          <a:noFill/>
          <a:ln>
            <a:noFill/>
          </a:ln>
        </p:spPr>
        <p:txBody>
          <a:bodyPr anchorCtr="0" anchor="ctr" bIns="45700" lIns="91425" spcFirstLastPara="1" rIns="91425" wrap="square" tIns="45700">
            <a:normAutofit/>
          </a:bodyPr>
          <a:lstStyle>
            <a:lvl1pPr indent="-320040" lvl="0" marL="457200" algn="l">
              <a:spcBef>
                <a:spcPts val="360"/>
              </a:spcBef>
              <a:spcAft>
                <a:spcPts val="0"/>
              </a:spcAft>
              <a:buSzPts val="1440"/>
              <a:buChar char="▶"/>
              <a:defRPr/>
            </a:lvl1pPr>
            <a:lvl2pPr indent="-320040" lvl="1" marL="914400" algn="l">
              <a:spcBef>
                <a:spcPts val="600"/>
              </a:spcBef>
              <a:spcAft>
                <a:spcPts val="0"/>
              </a:spcAft>
              <a:buSzPts val="1440"/>
              <a:buChar char="▶"/>
              <a:defRPr/>
            </a:lvl2pPr>
            <a:lvl3pPr indent="-320039" lvl="2" marL="1371600" algn="l">
              <a:spcBef>
                <a:spcPts val="600"/>
              </a:spcBef>
              <a:spcAft>
                <a:spcPts val="0"/>
              </a:spcAft>
              <a:buSzPts val="1440"/>
              <a:buChar char="▶"/>
              <a:defRPr/>
            </a:lvl3pPr>
            <a:lvl4pPr indent="-320039" lvl="3" marL="1828800" algn="l">
              <a:spcBef>
                <a:spcPts val="600"/>
              </a:spcBef>
              <a:spcAft>
                <a:spcPts val="0"/>
              </a:spcAft>
              <a:buSzPts val="1440"/>
              <a:buChar char="▶"/>
              <a:defRPr/>
            </a:lvl4pPr>
            <a:lvl5pPr indent="-320039" lvl="4" marL="2286000" algn="l">
              <a:spcBef>
                <a:spcPts val="600"/>
              </a:spcBef>
              <a:spcAft>
                <a:spcPts val="0"/>
              </a:spcAft>
              <a:buSzPts val="1440"/>
              <a:buChar char="▶"/>
              <a:defRPr/>
            </a:lvl5pPr>
            <a:lvl6pPr indent="-320039" lvl="5" marL="2743200" algn="l">
              <a:spcBef>
                <a:spcPts val="600"/>
              </a:spcBef>
              <a:spcAft>
                <a:spcPts val="0"/>
              </a:spcAft>
              <a:buSzPts val="1440"/>
              <a:buChar char="▶"/>
              <a:defRPr/>
            </a:lvl6pPr>
            <a:lvl7pPr indent="-320039" lvl="6" marL="3200400" algn="l">
              <a:spcBef>
                <a:spcPts val="600"/>
              </a:spcBef>
              <a:spcAft>
                <a:spcPts val="0"/>
              </a:spcAft>
              <a:buSzPts val="1440"/>
              <a:buChar char="▶"/>
              <a:defRPr/>
            </a:lvl7pPr>
            <a:lvl8pPr indent="-320040" lvl="7" marL="3657600" algn="l">
              <a:spcBef>
                <a:spcPts val="600"/>
              </a:spcBef>
              <a:spcAft>
                <a:spcPts val="0"/>
              </a:spcAft>
              <a:buSzPts val="1440"/>
              <a:buChar char="▶"/>
              <a:defRPr/>
            </a:lvl8pPr>
            <a:lvl9pPr indent="-320040" lvl="8" marL="4114800" algn="l">
              <a:spcBef>
                <a:spcPts val="600"/>
              </a:spcBef>
              <a:spcAft>
                <a:spcPts val="600"/>
              </a:spcAft>
              <a:buSzPts val="1440"/>
              <a:buChar char="▶"/>
              <a:defRPr/>
            </a:lvl9pPr>
          </a:lstStyle>
          <a:p/>
        </p:txBody>
      </p:sp>
      <p:sp>
        <p:nvSpPr>
          <p:cNvPr id="68" name="Google Shape;68;p16"/>
          <p:cNvSpPr txBox="1"/>
          <p:nvPr>
            <p:ph idx="2" type="body"/>
          </p:nvPr>
        </p:nvSpPr>
        <p:spPr>
          <a:xfrm>
            <a:off x="7085012" y="2209799"/>
            <a:ext cx="3657600" cy="2091267"/>
          </a:xfrm>
          <a:prstGeom prst="rect">
            <a:avLst/>
          </a:prstGeom>
          <a:noFill/>
          <a:ln>
            <a:noFill/>
          </a:ln>
        </p:spPr>
        <p:txBody>
          <a:bodyPr anchorCtr="0" anchor="t" bIns="45700" lIns="91425" spcFirstLastPara="1" rIns="91425" wrap="square" tIns="45700">
            <a:normAutofit/>
          </a:bodyPr>
          <a:lstStyle>
            <a:lvl1pPr indent="-228600" lvl="0" marL="457200" algn="l">
              <a:spcBef>
                <a:spcPts val="320"/>
              </a:spcBef>
              <a:spcAft>
                <a:spcPts val="0"/>
              </a:spcAft>
              <a:buSzPts val="1280"/>
              <a:buNone/>
              <a:defRPr sz="1600"/>
            </a:lvl1pPr>
            <a:lvl2pPr indent="-228600" lvl="1" marL="914400" algn="l">
              <a:spcBef>
                <a:spcPts val="600"/>
              </a:spcBef>
              <a:spcAft>
                <a:spcPts val="0"/>
              </a:spcAft>
              <a:buSzPts val="960"/>
              <a:buNone/>
              <a:defRPr sz="1200"/>
            </a:lvl2pPr>
            <a:lvl3pPr indent="-228600" lvl="2" marL="1371600" algn="l">
              <a:spcBef>
                <a:spcPts val="600"/>
              </a:spcBef>
              <a:spcAft>
                <a:spcPts val="0"/>
              </a:spcAft>
              <a:buSzPts val="800"/>
              <a:buNone/>
              <a:defRPr sz="1000"/>
            </a:lvl3pPr>
            <a:lvl4pPr indent="-228600" lvl="3" marL="1828800" algn="l">
              <a:spcBef>
                <a:spcPts val="600"/>
              </a:spcBef>
              <a:spcAft>
                <a:spcPts val="0"/>
              </a:spcAft>
              <a:buSzPts val="720"/>
              <a:buNone/>
              <a:defRPr sz="900"/>
            </a:lvl4pPr>
            <a:lvl5pPr indent="-228600" lvl="4" marL="2286000" algn="l">
              <a:spcBef>
                <a:spcPts val="600"/>
              </a:spcBef>
              <a:spcAft>
                <a:spcPts val="0"/>
              </a:spcAft>
              <a:buSzPts val="720"/>
              <a:buNone/>
              <a:defRPr sz="900"/>
            </a:lvl5pPr>
            <a:lvl6pPr indent="-228600" lvl="5" marL="2743200" algn="l">
              <a:spcBef>
                <a:spcPts val="600"/>
              </a:spcBef>
              <a:spcAft>
                <a:spcPts val="0"/>
              </a:spcAft>
              <a:buSzPts val="720"/>
              <a:buNone/>
              <a:defRPr sz="900"/>
            </a:lvl6pPr>
            <a:lvl7pPr indent="-228600" lvl="6" marL="3200400" algn="l">
              <a:spcBef>
                <a:spcPts val="600"/>
              </a:spcBef>
              <a:spcAft>
                <a:spcPts val="0"/>
              </a:spcAft>
              <a:buSzPts val="720"/>
              <a:buNone/>
              <a:defRPr sz="900"/>
            </a:lvl7pPr>
            <a:lvl8pPr indent="-228600" lvl="7" marL="3657600" algn="l">
              <a:spcBef>
                <a:spcPts val="600"/>
              </a:spcBef>
              <a:spcAft>
                <a:spcPts val="0"/>
              </a:spcAft>
              <a:buSzPts val="720"/>
              <a:buNone/>
              <a:defRPr sz="900"/>
            </a:lvl8pPr>
            <a:lvl9pPr indent="-228600" lvl="8" marL="4114800" algn="l">
              <a:spcBef>
                <a:spcPts val="600"/>
              </a:spcBef>
              <a:spcAft>
                <a:spcPts val="600"/>
              </a:spcAft>
              <a:buSzPts val="720"/>
              <a:buNone/>
              <a:defRPr sz="900"/>
            </a:lvl9pPr>
          </a:lstStyle>
          <a:p/>
        </p:txBody>
      </p:sp>
      <p:sp>
        <p:nvSpPr>
          <p:cNvPr id="69" name="Google Shape;69;p16"/>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6"/>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6"/>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72" name="Shape 72"/>
        <p:cNvGrpSpPr/>
        <p:nvPr/>
      </p:nvGrpSpPr>
      <p:grpSpPr>
        <a:xfrm>
          <a:off x="0" y="0"/>
          <a:ext cx="0" cy="0"/>
          <a:chOff x="0" y="0"/>
          <a:chExt cx="0" cy="0"/>
        </a:xfrm>
      </p:grpSpPr>
      <p:sp>
        <p:nvSpPr>
          <p:cNvPr id="73" name="Google Shape;73;p17"/>
          <p:cNvSpPr txBox="1"/>
          <p:nvPr>
            <p:ph type="title"/>
          </p:nvPr>
        </p:nvSpPr>
        <p:spPr>
          <a:xfrm>
            <a:off x="4722812" y="1447800"/>
            <a:ext cx="60198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2800"/>
              <a:buFont typeface="Century Gothic"/>
              <a:buNone/>
              <a:defRPr b="0"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7"/>
          <p:cNvSpPr/>
          <p:nvPr>
            <p:ph idx="2" type="pic"/>
          </p:nvPr>
        </p:nvSpPr>
        <p:spPr>
          <a:xfrm>
            <a:off x="989012" y="914400"/>
            <a:ext cx="3280974" cy="4572000"/>
          </a:xfrm>
          <a:prstGeom prst="snip2DiagRect">
            <a:avLst>
              <a:gd fmla="val 10815" name="adj1"/>
              <a:gd fmla="val 0" name="adj2"/>
            </a:avLst>
          </a:prstGeom>
          <a:noFill/>
          <a:ln cap="flat" cmpd="sng" w="15875">
            <a:solidFill>
              <a:schemeClr val="lt1">
                <a:alpha val="40000"/>
              </a:schemeClr>
            </a:solidFill>
            <a:prstDash val="solid"/>
            <a:round/>
            <a:headEnd len="sm" w="sm" type="none"/>
            <a:tailEnd len="sm" w="sm" type="none"/>
          </a:ln>
        </p:spPr>
      </p:sp>
      <p:sp>
        <p:nvSpPr>
          <p:cNvPr id="75" name="Google Shape;75;p17"/>
          <p:cNvSpPr txBox="1"/>
          <p:nvPr>
            <p:ph idx="1" type="body"/>
          </p:nvPr>
        </p:nvSpPr>
        <p:spPr>
          <a:xfrm>
            <a:off x="4722812" y="2777066"/>
            <a:ext cx="6021388" cy="2048933"/>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440"/>
              <a:buNone/>
              <a:defRPr sz="1800"/>
            </a:lvl1pPr>
            <a:lvl2pPr indent="-228600" lvl="1" marL="914400" algn="l">
              <a:spcBef>
                <a:spcPts val="600"/>
              </a:spcBef>
              <a:spcAft>
                <a:spcPts val="0"/>
              </a:spcAft>
              <a:buSzPts val="960"/>
              <a:buNone/>
              <a:defRPr sz="1200"/>
            </a:lvl2pPr>
            <a:lvl3pPr indent="-228600" lvl="2" marL="1371600" algn="l">
              <a:spcBef>
                <a:spcPts val="600"/>
              </a:spcBef>
              <a:spcAft>
                <a:spcPts val="0"/>
              </a:spcAft>
              <a:buSzPts val="800"/>
              <a:buNone/>
              <a:defRPr sz="1000"/>
            </a:lvl3pPr>
            <a:lvl4pPr indent="-228600" lvl="3" marL="1828800" algn="l">
              <a:spcBef>
                <a:spcPts val="600"/>
              </a:spcBef>
              <a:spcAft>
                <a:spcPts val="0"/>
              </a:spcAft>
              <a:buSzPts val="720"/>
              <a:buNone/>
              <a:defRPr sz="900"/>
            </a:lvl4pPr>
            <a:lvl5pPr indent="-228600" lvl="4" marL="2286000" algn="l">
              <a:spcBef>
                <a:spcPts val="600"/>
              </a:spcBef>
              <a:spcAft>
                <a:spcPts val="0"/>
              </a:spcAft>
              <a:buSzPts val="720"/>
              <a:buNone/>
              <a:defRPr sz="900"/>
            </a:lvl5pPr>
            <a:lvl6pPr indent="-228600" lvl="5" marL="2743200" algn="l">
              <a:spcBef>
                <a:spcPts val="600"/>
              </a:spcBef>
              <a:spcAft>
                <a:spcPts val="0"/>
              </a:spcAft>
              <a:buSzPts val="720"/>
              <a:buNone/>
              <a:defRPr sz="900"/>
            </a:lvl6pPr>
            <a:lvl7pPr indent="-228600" lvl="6" marL="3200400" algn="l">
              <a:spcBef>
                <a:spcPts val="600"/>
              </a:spcBef>
              <a:spcAft>
                <a:spcPts val="0"/>
              </a:spcAft>
              <a:buSzPts val="720"/>
              <a:buNone/>
              <a:defRPr sz="900"/>
            </a:lvl7pPr>
            <a:lvl8pPr indent="-228600" lvl="7" marL="3657600" algn="l">
              <a:spcBef>
                <a:spcPts val="600"/>
              </a:spcBef>
              <a:spcAft>
                <a:spcPts val="0"/>
              </a:spcAft>
              <a:buSzPts val="720"/>
              <a:buNone/>
              <a:defRPr sz="900"/>
            </a:lvl8pPr>
            <a:lvl9pPr indent="-228600" lvl="8" marL="4114800" algn="l">
              <a:spcBef>
                <a:spcPts val="600"/>
              </a:spcBef>
              <a:spcAft>
                <a:spcPts val="600"/>
              </a:spcAft>
              <a:buSzPts val="720"/>
              <a:buNone/>
              <a:defRPr sz="900"/>
            </a:lvl9pPr>
          </a:lstStyle>
          <a:p/>
        </p:txBody>
      </p:sp>
      <p:sp>
        <p:nvSpPr>
          <p:cNvPr id="76" name="Google Shape;76;p17"/>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7"/>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7"/>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panorámica con descripción">
  <p:cSld name="Imagen panorámica con descripción">
    <p:spTree>
      <p:nvGrpSpPr>
        <p:cNvPr id="79" name="Shape 79"/>
        <p:cNvGrpSpPr/>
        <p:nvPr/>
      </p:nvGrpSpPr>
      <p:grpSpPr>
        <a:xfrm>
          <a:off x="0" y="0"/>
          <a:ext cx="0" cy="0"/>
          <a:chOff x="0" y="0"/>
          <a:chExt cx="0" cy="0"/>
        </a:xfrm>
      </p:grpSpPr>
      <p:sp>
        <p:nvSpPr>
          <p:cNvPr id="80" name="Google Shape;80;p18"/>
          <p:cNvSpPr txBox="1"/>
          <p:nvPr>
            <p:ph type="title"/>
          </p:nvPr>
        </p:nvSpPr>
        <p:spPr>
          <a:xfrm>
            <a:off x="684212" y="4487332"/>
            <a:ext cx="8534400" cy="150706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8"/>
          <p:cNvSpPr/>
          <p:nvPr>
            <p:ph idx="2" type="pic"/>
          </p:nvPr>
        </p:nvSpPr>
        <p:spPr>
          <a:xfrm>
            <a:off x="685800" y="533400"/>
            <a:ext cx="10818812" cy="3124200"/>
          </a:xfrm>
          <a:prstGeom prst="snip2DiagRect">
            <a:avLst>
              <a:gd fmla="val 10815" name="adj1"/>
              <a:gd fmla="val 0" name="adj2"/>
            </a:avLst>
          </a:prstGeom>
          <a:noFill/>
          <a:ln cap="flat" cmpd="sng" w="15875">
            <a:solidFill>
              <a:schemeClr val="lt1">
                <a:alpha val="40000"/>
              </a:schemeClr>
            </a:solidFill>
            <a:prstDash val="solid"/>
            <a:round/>
            <a:headEnd len="sm" w="sm" type="none"/>
            <a:tailEnd len="sm" w="sm" type="none"/>
          </a:ln>
        </p:spPr>
      </p:sp>
      <p:sp>
        <p:nvSpPr>
          <p:cNvPr id="82" name="Google Shape;82;p18"/>
          <p:cNvSpPr txBox="1"/>
          <p:nvPr>
            <p:ph idx="1" type="body"/>
          </p:nvPr>
        </p:nvSpPr>
        <p:spPr>
          <a:xfrm>
            <a:off x="914402" y="3843867"/>
            <a:ext cx="8304210" cy="457200"/>
          </a:xfrm>
          <a:prstGeom prst="rect">
            <a:avLst/>
          </a:prstGeom>
          <a:noFill/>
          <a:ln>
            <a:noFill/>
          </a:ln>
        </p:spPr>
        <p:txBody>
          <a:bodyPr anchorCtr="0" anchor="t" bIns="45700" lIns="91425" spcFirstLastPara="1" rIns="91425" wrap="square" tIns="45700">
            <a:normAutofit/>
          </a:bodyPr>
          <a:lstStyle>
            <a:lvl1pPr indent="-228600" lvl="0" marL="457200" algn="l">
              <a:spcBef>
                <a:spcPts val="320"/>
              </a:spcBef>
              <a:spcAft>
                <a:spcPts val="0"/>
              </a:spcAft>
              <a:buSzPts val="1280"/>
              <a:buFont typeface="Century Gothic"/>
              <a:buNone/>
              <a:defRPr sz="1600"/>
            </a:lvl1pPr>
            <a:lvl2pPr indent="-228600" lvl="1" marL="914400" algn="l">
              <a:spcBef>
                <a:spcPts val="600"/>
              </a:spcBef>
              <a:spcAft>
                <a:spcPts val="0"/>
              </a:spcAft>
              <a:buSzPts val="1440"/>
              <a:buFont typeface="Century Gothic"/>
              <a:buNone/>
              <a:defRPr/>
            </a:lvl2pPr>
            <a:lvl3pPr indent="-228600" lvl="2" marL="1371600" algn="l">
              <a:spcBef>
                <a:spcPts val="600"/>
              </a:spcBef>
              <a:spcAft>
                <a:spcPts val="0"/>
              </a:spcAft>
              <a:buSzPts val="1280"/>
              <a:buFont typeface="Century Gothic"/>
              <a:buNone/>
              <a:defRPr/>
            </a:lvl3pPr>
            <a:lvl4pPr indent="-228600" lvl="3" marL="1828800" algn="l">
              <a:spcBef>
                <a:spcPts val="600"/>
              </a:spcBef>
              <a:spcAft>
                <a:spcPts val="0"/>
              </a:spcAft>
              <a:buSzPts val="1120"/>
              <a:buFont typeface="Century Gothic"/>
              <a:buNone/>
              <a:defRPr/>
            </a:lvl4pPr>
            <a:lvl5pPr indent="-228600" lvl="4" marL="2286000" algn="l">
              <a:spcBef>
                <a:spcPts val="600"/>
              </a:spcBef>
              <a:spcAft>
                <a:spcPts val="0"/>
              </a:spcAft>
              <a:buSzPts val="1120"/>
              <a:buFont typeface="Century Gothic"/>
              <a:buNone/>
              <a:defRPr/>
            </a:lvl5pPr>
            <a:lvl6pPr indent="-320039" lvl="5" marL="2743200" algn="l">
              <a:spcBef>
                <a:spcPts val="600"/>
              </a:spcBef>
              <a:spcAft>
                <a:spcPts val="0"/>
              </a:spcAft>
              <a:buSzPts val="1440"/>
              <a:buChar char="▶"/>
              <a:defRPr/>
            </a:lvl6pPr>
            <a:lvl7pPr indent="-320039" lvl="6" marL="3200400" algn="l">
              <a:spcBef>
                <a:spcPts val="600"/>
              </a:spcBef>
              <a:spcAft>
                <a:spcPts val="0"/>
              </a:spcAft>
              <a:buSzPts val="1440"/>
              <a:buChar char="▶"/>
              <a:defRPr/>
            </a:lvl7pPr>
            <a:lvl8pPr indent="-320040" lvl="7" marL="3657600" algn="l">
              <a:spcBef>
                <a:spcPts val="600"/>
              </a:spcBef>
              <a:spcAft>
                <a:spcPts val="0"/>
              </a:spcAft>
              <a:buSzPts val="1440"/>
              <a:buChar char="▶"/>
              <a:defRPr/>
            </a:lvl8pPr>
            <a:lvl9pPr indent="-320040" lvl="8" marL="4114800" algn="l">
              <a:spcBef>
                <a:spcPts val="600"/>
              </a:spcBef>
              <a:spcAft>
                <a:spcPts val="600"/>
              </a:spcAft>
              <a:buSzPts val="1440"/>
              <a:buChar char="▶"/>
              <a:defRPr/>
            </a:lvl9pPr>
          </a:lstStyle>
          <a:p/>
        </p:txBody>
      </p:sp>
      <p:sp>
        <p:nvSpPr>
          <p:cNvPr id="83" name="Google Shape;83;p18"/>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8"/>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8"/>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escripción">
  <p:cSld name="Título y descripción">
    <p:spTree>
      <p:nvGrpSpPr>
        <p:cNvPr id="86" name="Shape 86"/>
        <p:cNvGrpSpPr/>
        <p:nvPr/>
      </p:nvGrpSpPr>
      <p:grpSpPr>
        <a:xfrm>
          <a:off x="0" y="0"/>
          <a:ext cx="0" cy="0"/>
          <a:chOff x="0" y="0"/>
          <a:chExt cx="0" cy="0"/>
        </a:xfrm>
      </p:grpSpPr>
      <p:sp>
        <p:nvSpPr>
          <p:cNvPr id="87" name="Google Shape;87;p19"/>
          <p:cNvSpPr txBox="1"/>
          <p:nvPr>
            <p:ph type="title"/>
          </p:nvPr>
        </p:nvSpPr>
        <p:spPr>
          <a:xfrm>
            <a:off x="684213" y="685800"/>
            <a:ext cx="10058400" cy="27432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3200"/>
              <a:buFont typeface="Century Gothic"/>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9"/>
          <p:cNvSpPr txBox="1"/>
          <p:nvPr>
            <p:ph idx="1" type="body"/>
          </p:nvPr>
        </p:nvSpPr>
        <p:spPr>
          <a:xfrm>
            <a:off x="684212" y="4114800"/>
            <a:ext cx="8535988" cy="1879600"/>
          </a:xfrm>
          <a:prstGeom prst="rect">
            <a:avLst/>
          </a:prstGeom>
          <a:noFill/>
          <a:ln>
            <a:noFill/>
          </a:ln>
        </p:spPr>
        <p:txBody>
          <a:bodyPr anchorCtr="0" anchor="ctr" bIns="45700" lIns="91425" spcFirstLastPara="1" rIns="91425" wrap="square" tIns="45700">
            <a:normAutofit/>
          </a:bodyPr>
          <a:lstStyle>
            <a:lvl1pPr indent="-228600" lvl="0" marL="457200" algn="l">
              <a:spcBef>
                <a:spcPts val="400"/>
              </a:spcBef>
              <a:spcAft>
                <a:spcPts val="0"/>
              </a:spcAft>
              <a:buSzPts val="1600"/>
              <a:buNone/>
              <a:defRPr sz="2000">
                <a:solidFill>
                  <a:srgbClr val="68370E"/>
                </a:solidFill>
              </a:defRPr>
            </a:lvl1pPr>
            <a:lvl2pPr indent="-228600" lvl="1" marL="914400" algn="l">
              <a:spcBef>
                <a:spcPts val="600"/>
              </a:spcBef>
              <a:spcAft>
                <a:spcPts val="0"/>
              </a:spcAft>
              <a:buSzPts val="1440"/>
              <a:buNone/>
              <a:defRPr sz="1800">
                <a:solidFill>
                  <a:schemeClr val="lt1"/>
                </a:solidFill>
              </a:defRPr>
            </a:lvl2pPr>
            <a:lvl3pPr indent="-228600" lvl="2" marL="1371600" algn="l">
              <a:spcBef>
                <a:spcPts val="600"/>
              </a:spcBef>
              <a:spcAft>
                <a:spcPts val="0"/>
              </a:spcAft>
              <a:buSzPts val="1280"/>
              <a:buNone/>
              <a:defRPr sz="1600">
                <a:solidFill>
                  <a:schemeClr val="lt1"/>
                </a:solidFill>
              </a:defRPr>
            </a:lvl3pPr>
            <a:lvl4pPr indent="-228600" lvl="3" marL="1828800" algn="l">
              <a:spcBef>
                <a:spcPts val="600"/>
              </a:spcBef>
              <a:spcAft>
                <a:spcPts val="0"/>
              </a:spcAft>
              <a:buSzPts val="1120"/>
              <a:buNone/>
              <a:defRPr sz="1400">
                <a:solidFill>
                  <a:schemeClr val="lt1"/>
                </a:solidFill>
              </a:defRPr>
            </a:lvl4pPr>
            <a:lvl5pPr indent="-228600" lvl="4" marL="2286000" algn="l">
              <a:spcBef>
                <a:spcPts val="600"/>
              </a:spcBef>
              <a:spcAft>
                <a:spcPts val="0"/>
              </a:spcAft>
              <a:buSzPts val="1120"/>
              <a:buNone/>
              <a:defRPr sz="1400">
                <a:solidFill>
                  <a:schemeClr val="lt1"/>
                </a:solidFill>
              </a:defRPr>
            </a:lvl5pPr>
            <a:lvl6pPr indent="-228600" lvl="5" marL="2743200" algn="l">
              <a:spcBef>
                <a:spcPts val="600"/>
              </a:spcBef>
              <a:spcAft>
                <a:spcPts val="0"/>
              </a:spcAft>
              <a:buSzPts val="1120"/>
              <a:buNone/>
              <a:defRPr sz="1400">
                <a:solidFill>
                  <a:schemeClr val="lt1"/>
                </a:solidFill>
              </a:defRPr>
            </a:lvl6pPr>
            <a:lvl7pPr indent="-228600" lvl="6" marL="3200400" algn="l">
              <a:spcBef>
                <a:spcPts val="600"/>
              </a:spcBef>
              <a:spcAft>
                <a:spcPts val="0"/>
              </a:spcAft>
              <a:buSzPts val="1120"/>
              <a:buNone/>
              <a:defRPr sz="1400">
                <a:solidFill>
                  <a:schemeClr val="lt1"/>
                </a:solidFill>
              </a:defRPr>
            </a:lvl7pPr>
            <a:lvl8pPr indent="-228600" lvl="7" marL="3657600" algn="l">
              <a:spcBef>
                <a:spcPts val="600"/>
              </a:spcBef>
              <a:spcAft>
                <a:spcPts val="0"/>
              </a:spcAft>
              <a:buSzPts val="1120"/>
              <a:buNone/>
              <a:defRPr sz="1400">
                <a:solidFill>
                  <a:schemeClr val="lt1"/>
                </a:solidFill>
              </a:defRPr>
            </a:lvl8pPr>
            <a:lvl9pPr indent="-228600" lvl="8" marL="4114800" algn="l">
              <a:spcBef>
                <a:spcPts val="600"/>
              </a:spcBef>
              <a:spcAft>
                <a:spcPts val="600"/>
              </a:spcAft>
              <a:buSzPts val="1120"/>
              <a:buNone/>
              <a:defRPr sz="1400">
                <a:solidFill>
                  <a:schemeClr val="lt1"/>
                </a:solidFill>
              </a:defRPr>
            </a:lvl9pPr>
          </a:lstStyle>
          <a:p/>
        </p:txBody>
      </p:sp>
      <p:sp>
        <p:nvSpPr>
          <p:cNvPr id="89" name="Google Shape;89;p19"/>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9"/>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9"/>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 con descripción">
  <p:cSld name="Cita con descripción">
    <p:spTree>
      <p:nvGrpSpPr>
        <p:cNvPr id="92" name="Shape 92"/>
        <p:cNvGrpSpPr/>
        <p:nvPr/>
      </p:nvGrpSpPr>
      <p:grpSpPr>
        <a:xfrm>
          <a:off x="0" y="0"/>
          <a:ext cx="0" cy="0"/>
          <a:chOff x="0" y="0"/>
          <a:chExt cx="0" cy="0"/>
        </a:xfrm>
      </p:grpSpPr>
      <p:sp>
        <p:nvSpPr>
          <p:cNvPr id="93" name="Google Shape;93;p20"/>
          <p:cNvSpPr txBox="1"/>
          <p:nvPr>
            <p:ph type="title"/>
          </p:nvPr>
        </p:nvSpPr>
        <p:spPr>
          <a:xfrm>
            <a:off x="1141411" y="685800"/>
            <a:ext cx="9144001" cy="27432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3200"/>
              <a:buFont typeface="Century Gothic"/>
              <a:buNone/>
              <a:defRPr b="0" sz="3200" cap="none">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0"/>
          <p:cNvSpPr txBox="1"/>
          <p:nvPr>
            <p:ph idx="1" type="body"/>
          </p:nvPr>
        </p:nvSpPr>
        <p:spPr>
          <a:xfrm>
            <a:off x="1446212" y="3429000"/>
            <a:ext cx="8534400" cy="381000"/>
          </a:xfrm>
          <a:prstGeom prst="rect">
            <a:avLst/>
          </a:prstGeom>
          <a:noFill/>
          <a:ln>
            <a:noFill/>
          </a:ln>
        </p:spPr>
        <p:txBody>
          <a:bodyPr anchorCtr="0" anchor="ctr" bIns="45700" lIns="91425" spcFirstLastPara="1" rIns="91425" wrap="square" tIns="45700">
            <a:normAutofit/>
          </a:bodyPr>
          <a:lstStyle>
            <a:lvl1pPr indent="-228600" lvl="0" marL="457200" algn="l">
              <a:spcBef>
                <a:spcPts val="400"/>
              </a:spcBef>
              <a:spcAft>
                <a:spcPts val="0"/>
              </a:spcAft>
              <a:buSzPts val="1600"/>
              <a:buFont typeface="Century Gothic"/>
              <a:buNone/>
              <a:defRPr/>
            </a:lvl1pPr>
            <a:lvl2pPr indent="-228600" lvl="1" marL="914400" algn="l">
              <a:spcBef>
                <a:spcPts val="600"/>
              </a:spcBef>
              <a:spcAft>
                <a:spcPts val="0"/>
              </a:spcAft>
              <a:buSzPts val="1440"/>
              <a:buFont typeface="Century Gothic"/>
              <a:buNone/>
              <a:defRPr/>
            </a:lvl2pPr>
            <a:lvl3pPr indent="-228600" lvl="2" marL="1371600" algn="l">
              <a:spcBef>
                <a:spcPts val="600"/>
              </a:spcBef>
              <a:spcAft>
                <a:spcPts val="0"/>
              </a:spcAft>
              <a:buSzPts val="1280"/>
              <a:buFont typeface="Century Gothic"/>
              <a:buNone/>
              <a:defRPr/>
            </a:lvl3pPr>
            <a:lvl4pPr indent="-228600" lvl="3" marL="1828800" algn="l">
              <a:spcBef>
                <a:spcPts val="600"/>
              </a:spcBef>
              <a:spcAft>
                <a:spcPts val="0"/>
              </a:spcAft>
              <a:buSzPts val="1120"/>
              <a:buFont typeface="Century Gothic"/>
              <a:buNone/>
              <a:defRPr/>
            </a:lvl4pPr>
            <a:lvl5pPr indent="-228600" lvl="4" marL="2286000" algn="l">
              <a:spcBef>
                <a:spcPts val="600"/>
              </a:spcBef>
              <a:spcAft>
                <a:spcPts val="0"/>
              </a:spcAft>
              <a:buSzPts val="1120"/>
              <a:buFont typeface="Century Gothic"/>
              <a:buNone/>
              <a:defRPr/>
            </a:lvl5pPr>
            <a:lvl6pPr indent="-320039" lvl="5" marL="2743200" algn="l">
              <a:spcBef>
                <a:spcPts val="600"/>
              </a:spcBef>
              <a:spcAft>
                <a:spcPts val="0"/>
              </a:spcAft>
              <a:buSzPts val="1440"/>
              <a:buChar char="▶"/>
              <a:defRPr/>
            </a:lvl6pPr>
            <a:lvl7pPr indent="-320039" lvl="6" marL="3200400" algn="l">
              <a:spcBef>
                <a:spcPts val="600"/>
              </a:spcBef>
              <a:spcAft>
                <a:spcPts val="0"/>
              </a:spcAft>
              <a:buSzPts val="1440"/>
              <a:buChar char="▶"/>
              <a:defRPr/>
            </a:lvl7pPr>
            <a:lvl8pPr indent="-320040" lvl="7" marL="3657600" algn="l">
              <a:spcBef>
                <a:spcPts val="600"/>
              </a:spcBef>
              <a:spcAft>
                <a:spcPts val="0"/>
              </a:spcAft>
              <a:buSzPts val="1440"/>
              <a:buChar char="▶"/>
              <a:defRPr/>
            </a:lvl8pPr>
            <a:lvl9pPr indent="-320040" lvl="8" marL="4114800" algn="l">
              <a:spcBef>
                <a:spcPts val="600"/>
              </a:spcBef>
              <a:spcAft>
                <a:spcPts val="600"/>
              </a:spcAft>
              <a:buSzPts val="1440"/>
              <a:buChar char="▶"/>
              <a:defRPr/>
            </a:lvl9pPr>
          </a:lstStyle>
          <a:p/>
        </p:txBody>
      </p:sp>
      <p:sp>
        <p:nvSpPr>
          <p:cNvPr id="95" name="Google Shape;95;p20"/>
          <p:cNvSpPr txBox="1"/>
          <p:nvPr>
            <p:ph idx="2" type="body"/>
          </p:nvPr>
        </p:nvSpPr>
        <p:spPr>
          <a:xfrm>
            <a:off x="684213" y="4301067"/>
            <a:ext cx="8534400" cy="1684865"/>
          </a:xfrm>
          <a:prstGeom prst="rect">
            <a:avLst/>
          </a:prstGeom>
          <a:noFill/>
          <a:ln>
            <a:noFill/>
          </a:ln>
        </p:spPr>
        <p:txBody>
          <a:bodyPr anchorCtr="0" anchor="ctr" bIns="45700" lIns="91425" spcFirstLastPara="1" rIns="91425" wrap="square" tIns="45700">
            <a:normAutofit/>
          </a:bodyPr>
          <a:lstStyle>
            <a:lvl1pPr indent="-228600" lvl="0" marL="457200" algn="l">
              <a:spcBef>
                <a:spcPts val="400"/>
              </a:spcBef>
              <a:spcAft>
                <a:spcPts val="0"/>
              </a:spcAft>
              <a:buSzPts val="1600"/>
              <a:buNone/>
              <a:defRPr sz="2000">
                <a:solidFill>
                  <a:srgbClr val="68370E"/>
                </a:solidFill>
              </a:defRPr>
            </a:lvl1pPr>
            <a:lvl2pPr indent="-228600" lvl="1" marL="914400" algn="l">
              <a:spcBef>
                <a:spcPts val="600"/>
              </a:spcBef>
              <a:spcAft>
                <a:spcPts val="0"/>
              </a:spcAft>
              <a:buSzPts val="1440"/>
              <a:buNone/>
              <a:defRPr sz="1800">
                <a:solidFill>
                  <a:schemeClr val="lt1"/>
                </a:solidFill>
              </a:defRPr>
            </a:lvl2pPr>
            <a:lvl3pPr indent="-228600" lvl="2" marL="1371600" algn="l">
              <a:spcBef>
                <a:spcPts val="600"/>
              </a:spcBef>
              <a:spcAft>
                <a:spcPts val="0"/>
              </a:spcAft>
              <a:buSzPts val="1280"/>
              <a:buNone/>
              <a:defRPr sz="1600">
                <a:solidFill>
                  <a:schemeClr val="lt1"/>
                </a:solidFill>
              </a:defRPr>
            </a:lvl3pPr>
            <a:lvl4pPr indent="-228600" lvl="3" marL="1828800" algn="l">
              <a:spcBef>
                <a:spcPts val="600"/>
              </a:spcBef>
              <a:spcAft>
                <a:spcPts val="0"/>
              </a:spcAft>
              <a:buSzPts val="1120"/>
              <a:buNone/>
              <a:defRPr sz="1400">
                <a:solidFill>
                  <a:schemeClr val="lt1"/>
                </a:solidFill>
              </a:defRPr>
            </a:lvl4pPr>
            <a:lvl5pPr indent="-228600" lvl="4" marL="2286000" algn="l">
              <a:spcBef>
                <a:spcPts val="600"/>
              </a:spcBef>
              <a:spcAft>
                <a:spcPts val="0"/>
              </a:spcAft>
              <a:buSzPts val="1120"/>
              <a:buNone/>
              <a:defRPr sz="1400">
                <a:solidFill>
                  <a:schemeClr val="lt1"/>
                </a:solidFill>
              </a:defRPr>
            </a:lvl5pPr>
            <a:lvl6pPr indent="-228600" lvl="5" marL="2743200" algn="l">
              <a:spcBef>
                <a:spcPts val="600"/>
              </a:spcBef>
              <a:spcAft>
                <a:spcPts val="0"/>
              </a:spcAft>
              <a:buSzPts val="1120"/>
              <a:buNone/>
              <a:defRPr sz="1400">
                <a:solidFill>
                  <a:schemeClr val="lt1"/>
                </a:solidFill>
              </a:defRPr>
            </a:lvl6pPr>
            <a:lvl7pPr indent="-228600" lvl="6" marL="3200400" algn="l">
              <a:spcBef>
                <a:spcPts val="600"/>
              </a:spcBef>
              <a:spcAft>
                <a:spcPts val="0"/>
              </a:spcAft>
              <a:buSzPts val="1120"/>
              <a:buNone/>
              <a:defRPr sz="1400">
                <a:solidFill>
                  <a:schemeClr val="lt1"/>
                </a:solidFill>
              </a:defRPr>
            </a:lvl7pPr>
            <a:lvl8pPr indent="-228600" lvl="7" marL="3657600" algn="l">
              <a:spcBef>
                <a:spcPts val="600"/>
              </a:spcBef>
              <a:spcAft>
                <a:spcPts val="0"/>
              </a:spcAft>
              <a:buSzPts val="1120"/>
              <a:buNone/>
              <a:defRPr sz="1400">
                <a:solidFill>
                  <a:schemeClr val="lt1"/>
                </a:solidFill>
              </a:defRPr>
            </a:lvl8pPr>
            <a:lvl9pPr indent="-228600" lvl="8" marL="4114800" algn="l">
              <a:spcBef>
                <a:spcPts val="600"/>
              </a:spcBef>
              <a:spcAft>
                <a:spcPts val="600"/>
              </a:spcAft>
              <a:buSzPts val="1120"/>
              <a:buNone/>
              <a:defRPr sz="1400">
                <a:solidFill>
                  <a:schemeClr val="lt1"/>
                </a:solidFill>
              </a:defRPr>
            </a:lvl9pPr>
          </a:lstStyle>
          <a:p/>
        </p:txBody>
      </p:sp>
      <p:sp>
        <p:nvSpPr>
          <p:cNvPr id="96" name="Google Shape;96;p20"/>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20"/>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0"/>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
        <p:nvSpPr>
          <p:cNvPr id="99" name="Google Shape;99;p20"/>
          <p:cNvSpPr txBox="1"/>
          <p:nvPr/>
        </p:nvSpPr>
        <p:spPr>
          <a:xfrm>
            <a:off x="531812" y="812222"/>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s-ES" sz="8000">
                <a:solidFill>
                  <a:schemeClr val="lt1"/>
                </a:solidFill>
                <a:latin typeface="Century Gothic"/>
                <a:ea typeface="Century Gothic"/>
                <a:cs typeface="Century Gothic"/>
                <a:sym typeface="Century Gothic"/>
              </a:rPr>
              <a:t>“</a:t>
            </a:r>
            <a:endParaRPr/>
          </a:p>
        </p:txBody>
      </p:sp>
      <p:sp>
        <p:nvSpPr>
          <p:cNvPr id="100" name="Google Shape;100;p20"/>
          <p:cNvSpPr txBox="1"/>
          <p:nvPr/>
        </p:nvSpPr>
        <p:spPr>
          <a:xfrm>
            <a:off x="10285412" y="2768601"/>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s-ES" sz="8000">
                <a:solidFill>
                  <a:schemeClr val="lt1"/>
                </a:solidFill>
                <a:latin typeface="Century Gothic"/>
                <a:ea typeface="Century Gothic"/>
                <a:cs typeface="Century Gothic"/>
                <a:sym typeface="Century Gothic"/>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rjeta de nombre">
  <p:cSld name="Tarjeta de nombre">
    <p:spTree>
      <p:nvGrpSpPr>
        <p:cNvPr id="101" name="Shape 101"/>
        <p:cNvGrpSpPr/>
        <p:nvPr/>
      </p:nvGrpSpPr>
      <p:grpSpPr>
        <a:xfrm>
          <a:off x="0" y="0"/>
          <a:ext cx="0" cy="0"/>
          <a:chOff x="0" y="0"/>
          <a:chExt cx="0" cy="0"/>
        </a:xfrm>
      </p:grpSpPr>
      <p:sp>
        <p:nvSpPr>
          <p:cNvPr id="102" name="Google Shape;102;p21"/>
          <p:cNvSpPr txBox="1"/>
          <p:nvPr>
            <p:ph type="title"/>
          </p:nvPr>
        </p:nvSpPr>
        <p:spPr>
          <a:xfrm>
            <a:off x="684212" y="3429000"/>
            <a:ext cx="8534400" cy="1697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3200"/>
              <a:buFont typeface="Century Gothic"/>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21"/>
          <p:cNvSpPr txBox="1"/>
          <p:nvPr>
            <p:ph idx="1" type="body"/>
          </p:nvPr>
        </p:nvSpPr>
        <p:spPr>
          <a:xfrm>
            <a:off x="684211" y="5132981"/>
            <a:ext cx="8535990"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400"/>
              </a:spcBef>
              <a:spcAft>
                <a:spcPts val="0"/>
              </a:spcAft>
              <a:buSzPts val="1600"/>
              <a:buNone/>
              <a:defRPr sz="2000">
                <a:solidFill>
                  <a:srgbClr val="68370E"/>
                </a:solidFill>
              </a:defRPr>
            </a:lvl1pPr>
            <a:lvl2pPr indent="-228600" lvl="1" marL="914400" algn="l">
              <a:spcBef>
                <a:spcPts val="600"/>
              </a:spcBef>
              <a:spcAft>
                <a:spcPts val="0"/>
              </a:spcAft>
              <a:buSzPts val="1440"/>
              <a:buNone/>
              <a:defRPr sz="1800">
                <a:solidFill>
                  <a:schemeClr val="lt1"/>
                </a:solidFill>
              </a:defRPr>
            </a:lvl2pPr>
            <a:lvl3pPr indent="-228600" lvl="2" marL="1371600" algn="l">
              <a:spcBef>
                <a:spcPts val="600"/>
              </a:spcBef>
              <a:spcAft>
                <a:spcPts val="0"/>
              </a:spcAft>
              <a:buSzPts val="1280"/>
              <a:buNone/>
              <a:defRPr sz="1600">
                <a:solidFill>
                  <a:schemeClr val="lt1"/>
                </a:solidFill>
              </a:defRPr>
            </a:lvl3pPr>
            <a:lvl4pPr indent="-228600" lvl="3" marL="1828800" algn="l">
              <a:spcBef>
                <a:spcPts val="600"/>
              </a:spcBef>
              <a:spcAft>
                <a:spcPts val="0"/>
              </a:spcAft>
              <a:buSzPts val="1120"/>
              <a:buNone/>
              <a:defRPr sz="1400">
                <a:solidFill>
                  <a:schemeClr val="lt1"/>
                </a:solidFill>
              </a:defRPr>
            </a:lvl4pPr>
            <a:lvl5pPr indent="-228600" lvl="4" marL="2286000" algn="l">
              <a:spcBef>
                <a:spcPts val="600"/>
              </a:spcBef>
              <a:spcAft>
                <a:spcPts val="0"/>
              </a:spcAft>
              <a:buSzPts val="1120"/>
              <a:buNone/>
              <a:defRPr sz="1400">
                <a:solidFill>
                  <a:schemeClr val="lt1"/>
                </a:solidFill>
              </a:defRPr>
            </a:lvl5pPr>
            <a:lvl6pPr indent="-228600" lvl="5" marL="2743200" algn="l">
              <a:spcBef>
                <a:spcPts val="600"/>
              </a:spcBef>
              <a:spcAft>
                <a:spcPts val="0"/>
              </a:spcAft>
              <a:buSzPts val="1120"/>
              <a:buNone/>
              <a:defRPr sz="1400">
                <a:solidFill>
                  <a:schemeClr val="lt1"/>
                </a:solidFill>
              </a:defRPr>
            </a:lvl6pPr>
            <a:lvl7pPr indent="-228600" lvl="6" marL="3200400" algn="l">
              <a:spcBef>
                <a:spcPts val="600"/>
              </a:spcBef>
              <a:spcAft>
                <a:spcPts val="0"/>
              </a:spcAft>
              <a:buSzPts val="1120"/>
              <a:buNone/>
              <a:defRPr sz="1400">
                <a:solidFill>
                  <a:schemeClr val="lt1"/>
                </a:solidFill>
              </a:defRPr>
            </a:lvl7pPr>
            <a:lvl8pPr indent="-228600" lvl="7" marL="3657600" algn="l">
              <a:spcBef>
                <a:spcPts val="600"/>
              </a:spcBef>
              <a:spcAft>
                <a:spcPts val="0"/>
              </a:spcAft>
              <a:buSzPts val="1120"/>
              <a:buNone/>
              <a:defRPr sz="1400">
                <a:solidFill>
                  <a:schemeClr val="lt1"/>
                </a:solidFill>
              </a:defRPr>
            </a:lvl8pPr>
            <a:lvl9pPr indent="-228600" lvl="8" marL="4114800" algn="l">
              <a:spcBef>
                <a:spcPts val="600"/>
              </a:spcBef>
              <a:spcAft>
                <a:spcPts val="600"/>
              </a:spcAft>
              <a:buSzPts val="1120"/>
              <a:buNone/>
              <a:defRPr sz="1400">
                <a:solidFill>
                  <a:schemeClr val="lt1"/>
                </a:solidFill>
              </a:defRPr>
            </a:lvl9pPr>
          </a:lstStyle>
          <a:p/>
        </p:txBody>
      </p:sp>
      <p:sp>
        <p:nvSpPr>
          <p:cNvPr id="104" name="Google Shape;104;p21"/>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1"/>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21"/>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r la tarjeta de nombre">
  <p:cSld name="Citar la tarjeta de nombre">
    <p:spTree>
      <p:nvGrpSpPr>
        <p:cNvPr id="107" name="Shape 107"/>
        <p:cNvGrpSpPr/>
        <p:nvPr/>
      </p:nvGrpSpPr>
      <p:grpSpPr>
        <a:xfrm>
          <a:off x="0" y="0"/>
          <a:ext cx="0" cy="0"/>
          <a:chOff x="0" y="0"/>
          <a:chExt cx="0" cy="0"/>
        </a:xfrm>
      </p:grpSpPr>
      <p:sp>
        <p:nvSpPr>
          <p:cNvPr id="108" name="Google Shape;108;p22"/>
          <p:cNvSpPr txBox="1"/>
          <p:nvPr>
            <p:ph type="title"/>
          </p:nvPr>
        </p:nvSpPr>
        <p:spPr>
          <a:xfrm>
            <a:off x="1141413" y="685800"/>
            <a:ext cx="9144000" cy="27432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3200"/>
              <a:buFont typeface="Century Gothic"/>
              <a:buNone/>
              <a:defRPr b="0" sz="3200" cap="none">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22"/>
          <p:cNvSpPr txBox="1"/>
          <p:nvPr>
            <p:ph idx="1" type="body"/>
          </p:nvPr>
        </p:nvSpPr>
        <p:spPr>
          <a:xfrm>
            <a:off x="684212" y="3928534"/>
            <a:ext cx="8534401" cy="1049866"/>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SzPts val="1920"/>
              <a:buNone/>
              <a:defRPr b="0" sz="2400" cap="none">
                <a:solidFill>
                  <a:schemeClr val="lt1"/>
                </a:solidFill>
              </a:defRPr>
            </a:lvl1pPr>
            <a:lvl2pPr indent="-320040" lvl="1" marL="914400" algn="l">
              <a:spcBef>
                <a:spcPts val="600"/>
              </a:spcBef>
              <a:spcAft>
                <a:spcPts val="0"/>
              </a:spcAft>
              <a:buSzPts val="1440"/>
              <a:buChar char="▶"/>
              <a:defRPr/>
            </a:lvl2pPr>
            <a:lvl3pPr indent="-320039" lvl="2" marL="1371600" algn="l">
              <a:spcBef>
                <a:spcPts val="600"/>
              </a:spcBef>
              <a:spcAft>
                <a:spcPts val="0"/>
              </a:spcAft>
              <a:buSzPts val="1440"/>
              <a:buChar char="▶"/>
              <a:defRPr/>
            </a:lvl3pPr>
            <a:lvl4pPr indent="-320039" lvl="3" marL="1828800" algn="l">
              <a:spcBef>
                <a:spcPts val="600"/>
              </a:spcBef>
              <a:spcAft>
                <a:spcPts val="0"/>
              </a:spcAft>
              <a:buSzPts val="1440"/>
              <a:buChar char="▶"/>
              <a:defRPr/>
            </a:lvl4pPr>
            <a:lvl5pPr indent="-320039" lvl="4" marL="2286000" algn="l">
              <a:spcBef>
                <a:spcPts val="600"/>
              </a:spcBef>
              <a:spcAft>
                <a:spcPts val="0"/>
              </a:spcAft>
              <a:buSzPts val="1440"/>
              <a:buChar char="▶"/>
              <a:defRPr/>
            </a:lvl5pPr>
            <a:lvl6pPr indent="-320039" lvl="5" marL="2743200" algn="l">
              <a:spcBef>
                <a:spcPts val="600"/>
              </a:spcBef>
              <a:spcAft>
                <a:spcPts val="0"/>
              </a:spcAft>
              <a:buSzPts val="1440"/>
              <a:buChar char="▶"/>
              <a:defRPr/>
            </a:lvl6pPr>
            <a:lvl7pPr indent="-320039" lvl="6" marL="3200400" algn="l">
              <a:spcBef>
                <a:spcPts val="600"/>
              </a:spcBef>
              <a:spcAft>
                <a:spcPts val="0"/>
              </a:spcAft>
              <a:buSzPts val="1440"/>
              <a:buChar char="▶"/>
              <a:defRPr/>
            </a:lvl7pPr>
            <a:lvl8pPr indent="-320040" lvl="7" marL="3657600" algn="l">
              <a:spcBef>
                <a:spcPts val="600"/>
              </a:spcBef>
              <a:spcAft>
                <a:spcPts val="0"/>
              </a:spcAft>
              <a:buSzPts val="1440"/>
              <a:buChar char="▶"/>
              <a:defRPr/>
            </a:lvl8pPr>
            <a:lvl9pPr indent="-320040" lvl="8" marL="4114800" algn="l">
              <a:spcBef>
                <a:spcPts val="600"/>
              </a:spcBef>
              <a:spcAft>
                <a:spcPts val="600"/>
              </a:spcAft>
              <a:buSzPts val="1440"/>
              <a:buChar char="▶"/>
              <a:defRPr/>
            </a:lvl9pPr>
          </a:lstStyle>
          <a:p/>
        </p:txBody>
      </p:sp>
      <p:sp>
        <p:nvSpPr>
          <p:cNvPr id="110" name="Google Shape;110;p22"/>
          <p:cNvSpPr txBox="1"/>
          <p:nvPr>
            <p:ph idx="2" type="body"/>
          </p:nvPr>
        </p:nvSpPr>
        <p:spPr>
          <a:xfrm>
            <a:off x="684211" y="4978400"/>
            <a:ext cx="8534401" cy="10160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440"/>
              <a:buNone/>
              <a:defRPr sz="1800">
                <a:solidFill>
                  <a:srgbClr val="68370E"/>
                </a:solidFill>
              </a:defRPr>
            </a:lvl1pPr>
            <a:lvl2pPr indent="-228600" lvl="1" marL="914400" algn="l">
              <a:spcBef>
                <a:spcPts val="600"/>
              </a:spcBef>
              <a:spcAft>
                <a:spcPts val="0"/>
              </a:spcAft>
              <a:buSzPts val="1440"/>
              <a:buNone/>
              <a:defRPr sz="1800">
                <a:solidFill>
                  <a:schemeClr val="lt1"/>
                </a:solidFill>
              </a:defRPr>
            </a:lvl2pPr>
            <a:lvl3pPr indent="-228600" lvl="2" marL="1371600" algn="l">
              <a:spcBef>
                <a:spcPts val="600"/>
              </a:spcBef>
              <a:spcAft>
                <a:spcPts val="0"/>
              </a:spcAft>
              <a:buSzPts val="1280"/>
              <a:buNone/>
              <a:defRPr sz="1600">
                <a:solidFill>
                  <a:schemeClr val="lt1"/>
                </a:solidFill>
              </a:defRPr>
            </a:lvl3pPr>
            <a:lvl4pPr indent="-228600" lvl="3" marL="1828800" algn="l">
              <a:spcBef>
                <a:spcPts val="600"/>
              </a:spcBef>
              <a:spcAft>
                <a:spcPts val="0"/>
              </a:spcAft>
              <a:buSzPts val="1120"/>
              <a:buNone/>
              <a:defRPr sz="1400">
                <a:solidFill>
                  <a:schemeClr val="lt1"/>
                </a:solidFill>
              </a:defRPr>
            </a:lvl4pPr>
            <a:lvl5pPr indent="-228600" lvl="4" marL="2286000" algn="l">
              <a:spcBef>
                <a:spcPts val="600"/>
              </a:spcBef>
              <a:spcAft>
                <a:spcPts val="0"/>
              </a:spcAft>
              <a:buSzPts val="1120"/>
              <a:buNone/>
              <a:defRPr sz="1400">
                <a:solidFill>
                  <a:schemeClr val="lt1"/>
                </a:solidFill>
              </a:defRPr>
            </a:lvl5pPr>
            <a:lvl6pPr indent="-228600" lvl="5" marL="2743200" algn="l">
              <a:spcBef>
                <a:spcPts val="600"/>
              </a:spcBef>
              <a:spcAft>
                <a:spcPts val="0"/>
              </a:spcAft>
              <a:buSzPts val="1120"/>
              <a:buNone/>
              <a:defRPr sz="1400">
                <a:solidFill>
                  <a:schemeClr val="lt1"/>
                </a:solidFill>
              </a:defRPr>
            </a:lvl6pPr>
            <a:lvl7pPr indent="-228600" lvl="6" marL="3200400" algn="l">
              <a:spcBef>
                <a:spcPts val="600"/>
              </a:spcBef>
              <a:spcAft>
                <a:spcPts val="0"/>
              </a:spcAft>
              <a:buSzPts val="1120"/>
              <a:buNone/>
              <a:defRPr sz="1400">
                <a:solidFill>
                  <a:schemeClr val="lt1"/>
                </a:solidFill>
              </a:defRPr>
            </a:lvl7pPr>
            <a:lvl8pPr indent="-228600" lvl="7" marL="3657600" algn="l">
              <a:spcBef>
                <a:spcPts val="600"/>
              </a:spcBef>
              <a:spcAft>
                <a:spcPts val="0"/>
              </a:spcAft>
              <a:buSzPts val="1120"/>
              <a:buNone/>
              <a:defRPr sz="1400">
                <a:solidFill>
                  <a:schemeClr val="lt1"/>
                </a:solidFill>
              </a:defRPr>
            </a:lvl8pPr>
            <a:lvl9pPr indent="-228600" lvl="8" marL="4114800" algn="l">
              <a:spcBef>
                <a:spcPts val="600"/>
              </a:spcBef>
              <a:spcAft>
                <a:spcPts val="600"/>
              </a:spcAft>
              <a:buSzPts val="1120"/>
              <a:buNone/>
              <a:defRPr sz="1400">
                <a:solidFill>
                  <a:schemeClr val="lt1"/>
                </a:solidFill>
              </a:defRPr>
            </a:lvl9pPr>
          </a:lstStyle>
          <a:p/>
        </p:txBody>
      </p:sp>
      <p:sp>
        <p:nvSpPr>
          <p:cNvPr id="111" name="Google Shape;111;p22"/>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22"/>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22"/>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
        <p:nvSpPr>
          <p:cNvPr id="114" name="Google Shape;114;p22"/>
          <p:cNvSpPr txBox="1"/>
          <p:nvPr/>
        </p:nvSpPr>
        <p:spPr>
          <a:xfrm>
            <a:off x="531812" y="812222"/>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s-ES" sz="8000">
                <a:solidFill>
                  <a:schemeClr val="lt1"/>
                </a:solidFill>
                <a:latin typeface="Century Gothic"/>
                <a:ea typeface="Century Gothic"/>
                <a:cs typeface="Century Gothic"/>
                <a:sym typeface="Century Gothic"/>
              </a:rPr>
              <a:t>“</a:t>
            </a:r>
            <a:endParaRPr/>
          </a:p>
        </p:txBody>
      </p:sp>
      <p:sp>
        <p:nvSpPr>
          <p:cNvPr id="115" name="Google Shape;115;p22"/>
          <p:cNvSpPr txBox="1"/>
          <p:nvPr/>
        </p:nvSpPr>
        <p:spPr>
          <a:xfrm>
            <a:off x="10285412" y="2768601"/>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s-ES" sz="8000">
                <a:solidFill>
                  <a:schemeClr val="lt1"/>
                </a:solidFill>
                <a:latin typeface="Century Gothic"/>
                <a:ea typeface="Century Gothic"/>
                <a:cs typeface="Century Gothic"/>
                <a:sym typeface="Century Gothic"/>
              </a:rPr>
              <a:t>”</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dadero o falso">
  <p:cSld name="Verdadero o falso">
    <p:spTree>
      <p:nvGrpSpPr>
        <p:cNvPr id="116" name="Shape 116"/>
        <p:cNvGrpSpPr/>
        <p:nvPr/>
      </p:nvGrpSpPr>
      <p:grpSpPr>
        <a:xfrm>
          <a:off x="0" y="0"/>
          <a:ext cx="0" cy="0"/>
          <a:chOff x="0" y="0"/>
          <a:chExt cx="0" cy="0"/>
        </a:xfrm>
      </p:grpSpPr>
      <p:sp>
        <p:nvSpPr>
          <p:cNvPr id="117" name="Google Shape;117;p23"/>
          <p:cNvSpPr txBox="1"/>
          <p:nvPr>
            <p:ph type="title"/>
          </p:nvPr>
        </p:nvSpPr>
        <p:spPr>
          <a:xfrm>
            <a:off x="684213" y="685800"/>
            <a:ext cx="10058400" cy="27432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3600"/>
              <a:buFont typeface="Century Gothic"/>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23"/>
          <p:cNvSpPr txBox="1"/>
          <p:nvPr>
            <p:ph idx="1" type="body"/>
          </p:nvPr>
        </p:nvSpPr>
        <p:spPr>
          <a:xfrm>
            <a:off x="684212" y="3928534"/>
            <a:ext cx="8534400" cy="838200"/>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SzPts val="1920"/>
              <a:buNone/>
              <a:defRPr b="0" sz="2400" cap="none">
                <a:solidFill>
                  <a:schemeClr val="lt1"/>
                </a:solidFill>
              </a:defRPr>
            </a:lvl1pPr>
            <a:lvl2pPr indent="-320040" lvl="1" marL="914400" algn="l">
              <a:spcBef>
                <a:spcPts val="600"/>
              </a:spcBef>
              <a:spcAft>
                <a:spcPts val="0"/>
              </a:spcAft>
              <a:buSzPts val="1440"/>
              <a:buChar char="▶"/>
              <a:defRPr/>
            </a:lvl2pPr>
            <a:lvl3pPr indent="-320039" lvl="2" marL="1371600" algn="l">
              <a:spcBef>
                <a:spcPts val="600"/>
              </a:spcBef>
              <a:spcAft>
                <a:spcPts val="0"/>
              </a:spcAft>
              <a:buSzPts val="1440"/>
              <a:buChar char="▶"/>
              <a:defRPr/>
            </a:lvl3pPr>
            <a:lvl4pPr indent="-320039" lvl="3" marL="1828800" algn="l">
              <a:spcBef>
                <a:spcPts val="600"/>
              </a:spcBef>
              <a:spcAft>
                <a:spcPts val="0"/>
              </a:spcAft>
              <a:buSzPts val="1440"/>
              <a:buChar char="▶"/>
              <a:defRPr/>
            </a:lvl4pPr>
            <a:lvl5pPr indent="-320039" lvl="4" marL="2286000" algn="l">
              <a:spcBef>
                <a:spcPts val="600"/>
              </a:spcBef>
              <a:spcAft>
                <a:spcPts val="0"/>
              </a:spcAft>
              <a:buSzPts val="1440"/>
              <a:buChar char="▶"/>
              <a:defRPr/>
            </a:lvl5pPr>
            <a:lvl6pPr indent="-320039" lvl="5" marL="2743200" algn="l">
              <a:spcBef>
                <a:spcPts val="600"/>
              </a:spcBef>
              <a:spcAft>
                <a:spcPts val="0"/>
              </a:spcAft>
              <a:buSzPts val="1440"/>
              <a:buChar char="▶"/>
              <a:defRPr/>
            </a:lvl6pPr>
            <a:lvl7pPr indent="-320039" lvl="6" marL="3200400" algn="l">
              <a:spcBef>
                <a:spcPts val="600"/>
              </a:spcBef>
              <a:spcAft>
                <a:spcPts val="0"/>
              </a:spcAft>
              <a:buSzPts val="1440"/>
              <a:buChar char="▶"/>
              <a:defRPr/>
            </a:lvl7pPr>
            <a:lvl8pPr indent="-320040" lvl="7" marL="3657600" algn="l">
              <a:spcBef>
                <a:spcPts val="600"/>
              </a:spcBef>
              <a:spcAft>
                <a:spcPts val="0"/>
              </a:spcAft>
              <a:buSzPts val="1440"/>
              <a:buChar char="▶"/>
              <a:defRPr/>
            </a:lvl8pPr>
            <a:lvl9pPr indent="-320040" lvl="8" marL="4114800" algn="l">
              <a:spcBef>
                <a:spcPts val="600"/>
              </a:spcBef>
              <a:spcAft>
                <a:spcPts val="600"/>
              </a:spcAft>
              <a:buSzPts val="1440"/>
              <a:buChar char="▶"/>
              <a:defRPr/>
            </a:lvl9pPr>
          </a:lstStyle>
          <a:p/>
        </p:txBody>
      </p:sp>
      <p:sp>
        <p:nvSpPr>
          <p:cNvPr id="119" name="Google Shape;119;p23"/>
          <p:cNvSpPr txBox="1"/>
          <p:nvPr>
            <p:ph idx="2" type="body"/>
          </p:nvPr>
        </p:nvSpPr>
        <p:spPr>
          <a:xfrm>
            <a:off x="684211" y="4766732"/>
            <a:ext cx="8534401" cy="1227667"/>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440"/>
              <a:buNone/>
              <a:defRPr sz="1800">
                <a:solidFill>
                  <a:srgbClr val="68370E"/>
                </a:solidFill>
              </a:defRPr>
            </a:lvl1pPr>
            <a:lvl2pPr indent="-228600" lvl="1" marL="914400" algn="l">
              <a:spcBef>
                <a:spcPts val="600"/>
              </a:spcBef>
              <a:spcAft>
                <a:spcPts val="0"/>
              </a:spcAft>
              <a:buSzPts val="1440"/>
              <a:buNone/>
              <a:defRPr sz="1800">
                <a:solidFill>
                  <a:schemeClr val="lt1"/>
                </a:solidFill>
              </a:defRPr>
            </a:lvl2pPr>
            <a:lvl3pPr indent="-228600" lvl="2" marL="1371600" algn="l">
              <a:spcBef>
                <a:spcPts val="600"/>
              </a:spcBef>
              <a:spcAft>
                <a:spcPts val="0"/>
              </a:spcAft>
              <a:buSzPts val="1280"/>
              <a:buNone/>
              <a:defRPr sz="1600">
                <a:solidFill>
                  <a:schemeClr val="lt1"/>
                </a:solidFill>
              </a:defRPr>
            </a:lvl3pPr>
            <a:lvl4pPr indent="-228600" lvl="3" marL="1828800" algn="l">
              <a:spcBef>
                <a:spcPts val="600"/>
              </a:spcBef>
              <a:spcAft>
                <a:spcPts val="0"/>
              </a:spcAft>
              <a:buSzPts val="1120"/>
              <a:buNone/>
              <a:defRPr sz="1400">
                <a:solidFill>
                  <a:schemeClr val="lt1"/>
                </a:solidFill>
              </a:defRPr>
            </a:lvl4pPr>
            <a:lvl5pPr indent="-228600" lvl="4" marL="2286000" algn="l">
              <a:spcBef>
                <a:spcPts val="600"/>
              </a:spcBef>
              <a:spcAft>
                <a:spcPts val="0"/>
              </a:spcAft>
              <a:buSzPts val="1120"/>
              <a:buNone/>
              <a:defRPr sz="1400">
                <a:solidFill>
                  <a:schemeClr val="lt1"/>
                </a:solidFill>
              </a:defRPr>
            </a:lvl5pPr>
            <a:lvl6pPr indent="-228600" lvl="5" marL="2743200" algn="l">
              <a:spcBef>
                <a:spcPts val="600"/>
              </a:spcBef>
              <a:spcAft>
                <a:spcPts val="0"/>
              </a:spcAft>
              <a:buSzPts val="1120"/>
              <a:buNone/>
              <a:defRPr sz="1400">
                <a:solidFill>
                  <a:schemeClr val="lt1"/>
                </a:solidFill>
              </a:defRPr>
            </a:lvl6pPr>
            <a:lvl7pPr indent="-228600" lvl="6" marL="3200400" algn="l">
              <a:spcBef>
                <a:spcPts val="600"/>
              </a:spcBef>
              <a:spcAft>
                <a:spcPts val="0"/>
              </a:spcAft>
              <a:buSzPts val="1120"/>
              <a:buNone/>
              <a:defRPr sz="1400">
                <a:solidFill>
                  <a:schemeClr val="lt1"/>
                </a:solidFill>
              </a:defRPr>
            </a:lvl7pPr>
            <a:lvl8pPr indent="-228600" lvl="7" marL="3657600" algn="l">
              <a:spcBef>
                <a:spcPts val="600"/>
              </a:spcBef>
              <a:spcAft>
                <a:spcPts val="0"/>
              </a:spcAft>
              <a:buSzPts val="1120"/>
              <a:buNone/>
              <a:defRPr sz="1400">
                <a:solidFill>
                  <a:schemeClr val="lt1"/>
                </a:solidFill>
              </a:defRPr>
            </a:lvl8pPr>
            <a:lvl9pPr indent="-228600" lvl="8" marL="4114800" algn="l">
              <a:spcBef>
                <a:spcPts val="600"/>
              </a:spcBef>
              <a:spcAft>
                <a:spcPts val="600"/>
              </a:spcAft>
              <a:buSzPts val="1120"/>
              <a:buNone/>
              <a:defRPr sz="1400">
                <a:solidFill>
                  <a:schemeClr val="lt1"/>
                </a:solidFill>
              </a:defRPr>
            </a:lvl9pPr>
          </a:lstStyle>
          <a:p/>
        </p:txBody>
      </p:sp>
      <p:sp>
        <p:nvSpPr>
          <p:cNvPr id="120" name="Google Shape;120;p23"/>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23"/>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23"/>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123" name="Shape 123"/>
        <p:cNvGrpSpPr/>
        <p:nvPr/>
      </p:nvGrpSpPr>
      <p:grpSpPr>
        <a:xfrm>
          <a:off x="0" y="0"/>
          <a:ext cx="0" cy="0"/>
          <a:chOff x="0" y="0"/>
          <a:chExt cx="0" cy="0"/>
        </a:xfrm>
      </p:grpSpPr>
      <p:sp>
        <p:nvSpPr>
          <p:cNvPr id="124" name="Google Shape;124;p24"/>
          <p:cNvSpPr txBox="1"/>
          <p:nvPr>
            <p:ph type="title"/>
          </p:nvPr>
        </p:nvSpPr>
        <p:spPr>
          <a:xfrm>
            <a:off x="684212" y="4487332"/>
            <a:ext cx="8534400" cy="150706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36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24"/>
          <p:cNvSpPr txBox="1"/>
          <p:nvPr>
            <p:ph idx="1" type="body"/>
          </p:nvPr>
        </p:nvSpPr>
        <p:spPr>
          <a:xfrm rot="5400000">
            <a:off x="3143778" y="-1773766"/>
            <a:ext cx="3615267" cy="8534400"/>
          </a:xfrm>
          <a:prstGeom prst="rect">
            <a:avLst/>
          </a:prstGeom>
          <a:noFill/>
          <a:ln>
            <a:noFill/>
          </a:ln>
        </p:spPr>
        <p:txBody>
          <a:bodyPr anchorCtr="0" anchor="t" bIns="45700" lIns="91425" spcFirstLastPara="1" rIns="91425" wrap="square" tIns="45700">
            <a:normAutofit/>
          </a:bodyPr>
          <a:lstStyle>
            <a:lvl1pPr indent="-320040" lvl="0" marL="457200" algn="l">
              <a:spcBef>
                <a:spcPts val="360"/>
              </a:spcBef>
              <a:spcAft>
                <a:spcPts val="0"/>
              </a:spcAft>
              <a:buSzPts val="1440"/>
              <a:buChar char="▶"/>
              <a:defRPr/>
            </a:lvl1pPr>
            <a:lvl2pPr indent="-320040" lvl="1" marL="914400" algn="l">
              <a:spcBef>
                <a:spcPts val="600"/>
              </a:spcBef>
              <a:spcAft>
                <a:spcPts val="0"/>
              </a:spcAft>
              <a:buSzPts val="1440"/>
              <a:buChar char="▶"/>
              <a:defRPr/>
            </a:lvl2pPr>
            <a:lvl3pPr indent="-320039" lvl="2" marL="1371600" algn="l">
              <a:spcBef>
                <a:spcPts val="600"/>
              </a:spcBef>
              <a:spcAft>
                <a:spcPts val="0"/>
              </a:spcAft>
              <a:buSzPts val="1440"/>
              <a:buChar char="▶"/>
              <a:defRPr/>
            </a:lvl3pPr>
            <a:lvl4pPr indent="-320039" lvl="3" marL="1828800" algn="l">
              <a:spcBef>
                <a:spcPts val="600"/>
              </a:spcBef>
              <a:spcAft>
                <a:spcPts val="0"/>
              </a:spcAft>
              <a:buSzPts val="1440"/>
              <a:buChar char="▶"/>
              <a:defRPr/>
            </a:lvl4pPr>
            <a:lvl5pPr indent="-320039" lvl="4" marL="2286000" algn="l">
              <a:spcBef>
                <a:spcPts val="600"/>
              </a:spcBef>
              <a:spcAft>
                <a:spcPts val="0"/>
              </a:spcAft>
              <a:buSzPts val="1440"/>
              <a:buChar char="▶"/>
              <a:defRPr/>
            </a:lvl5pPr>
            <a:lvl6pPr indent="-320039" lvl="5" marL="2743200" algn="l">
              <a:spcBef>
                <a:spcPts val="600"/>
              </a:spcBef>
              <a:spcAft>
                <a:spcPts val="0"/>
              </a:spcAft>
              <a:buSzPts val="1440"/>
              <a:buChar char="▶"/>
              <a:defRPr/>
            </a:lvl6pPr>
            <a:lvl7pPr indent="-320039" lvl="6" marL="3200400" algn="l">
              <a:spcBef>
                <a:spcPts val="600"/>
              </a:spcBef>
              <a:spcAft>
                <a:spcPts val="0"/>
              </a:spcAft>
              <a:buSzPts val="1440"/>
              <a:buChar char="▶"/>
              <a:defRPr/>
            </a:lvl7pPr>
            <a:lvl8pPr indent="-320040" lvl="7" marL="3657600" algn="l">
              <a:spcBef>
                <a:spcPts val="600"/>
              </a:spcBef>
              <a:spcAft>
                <a:spcPts val="0"/>
              </a:spcAft>
              <a:buSzPts val="1440"/>
              <a:buChar char="▶"/>
              <a:defRPr/>
            </a:lvl8pPr>
            <a:lvl9pPr indent="-320040" lvl="8" marL="4114800" algn="l">
              <a:spcBef>
                <a:spcPts val="600"/>
              </a:spcBef>
              <a:spcAft>
                <a:spcPts val="600"/>
              </a:spcAft>
              <a:buSzPts val="1440"/>
              <a:buChar char="▶"/>
              <a:defRPr/>
            </a:lvl9pPr>
          </a:lstStyle>
          <a:p/>
        </p:txBody>
      </p:sp>
      <p:sp>
        <p:nvSpPr>
          <p:cNvPr id="126" name="Google Shape;126;p24"/>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24"/>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24"/>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129" name="Shape 129"/>
        <p:cNvGrpSpPr/>
        <p:nvPr/>
      </p:nvGrpSpPr>
      <p:grpSpPr>
        <a:xfrm>
          <a:off x="0" y="0"/>
          <a:ext cx="0" cy="0"/>
          <a:chOff x="0" y="0"/>
          <a:chExt cx="0" cy="0"/>
        </a:xfrm>
      </p:grpSpPr>
      <p:sp>
        <p:nvSpPr>
          <p:cNvPr id="130" name="Google Shape;130;p25"/>
          <p:cNvSpPr txBox="1"/>
          <p:nvPr>
            <p:ph type="title"/>
          </p:nvPr>
        </p:nvSpPr>
        <p:spPr>
          <a:xfrm rot="5400000">
            <a:off x="7427912" y="1943100"/>
            <a:ext cx="4572000" cy="20574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25"/>
          <p:cNvSpPr txBox="1"/>
          <p:nvPr>
            <p:ph idx="1" type="body"/>
          </p:nvPr>
        </p:nvSpPr>
        <p:spPr>
          <a:xfrm rot="5400000">
            <a:off x="1943100" y="-571500"/>
            <a:ext cx="5308600" cy="7823200"/>
          </a:xfrm>
          <a:prstGeom prst="rect">
            <a:avLst/>
          </a:prstGeom>
          <a:noFill/>
          <a:ln>
            <a:noFill/>
          </a:ln>
        </p:spPr>
        <p:txBody>
          <a:bodyPr anchorCtr="0" anchor="t" bIns="45700" lIns="91425" spcFirstLastPara="1" rIns="91425" wrap="square" tIns="45700">
            <a:normAutofit/>
          </a:bodyPr>
          <a:lstStyle>
            <a:lvl1pPr indent="-320040" lvl="0" marL="457200" algn="l">
              <a:spcBef>
                <a:spcPts val="360"/>
              </a:spcBef>
              <a:spcAft>
                <a:spcPts val="0"/>
              </a:spcAft>
              <a:buSzPts val="1440"/>
              <a:buChar char="▶"/>
              <a:defRPr/>
            </a:lvl1pPr>
            <a:lvl2pPr indent="-320040" lvl="1" marL="914400" algn="l">
              <a:spcBef>
                <a:spcPts val="600"/>
              </a:spcBef>
              <a:spcAft>
                <a:spcPts val="0"/>
              </a:spcAft>
              <a:buSzPts val="1440"/>
              <a:buChar char="▶"/>
              <a:defRPr/>
            </a:lvl2pPr>
            <a:lvl3pPr indent="-320039" lvl="2" marL="1371600" algn="l">
              <a:spcBef>
                <a:spcPts val="600"/>
              </a:spcBef>
              <a:spcAft>
                <a:spcPts val="0"/>
              </a:spcAft>
              <a:buSzPts val="1440"/>
              <a:buChar char="▶"/>
              <a:defRPr/>
            </a:lvl3pPr>
            <a:lvl4pPr indent="-320039" lvl="3" marL="1828800" algn="l">
              <a:spcBef>
                <a:spcPts val="600"/>
              </a:spcBef>
              <a:spcAft>
                <a:spcPts val="0"/>
              </a:spcAft>
              <a:buSzPts val="1440"/>
              <a:buChar char="▶"/>
              <a:defRPr/>
            </a:lvl4pPr>
            <a:lvl5pPr indent="-320039" lvl="4" marL="2286000" algn="l">
              <a:spcBef>
                <a:spcPts val="600"/>
              </a:spcBef>
              <a:spcAft>
                <a:spcPts val="0"/>
              </a:spcAft>
              <a:buSzPts val="1440"/>
              <a:buChar char="▶"/>
              <a:defRPr/>
            </a:lvl5pPr>
            <a:lvl6pPr indent="-320039" lvl="5" marL="2743200" algn="l">
              <a:spcBef>
                <a:spcPts val="600"/>
              </a:spcBef>
              <a:spcAft>
                <a:spcPts val="0"/>
              </a:spcAft>
              <a:buSzPts val="1440"/>
              <a:buChar char="▶"/>
              <a:defRPr/>
            </a:lvl6pPr>
            <a:lvl7pPr indent="-320039" lvl="6" marL="3200400" algn="l">
              <a:spcBef>
                <a:spcPts val="600"/>
              </a:spcBef>
              <a:spcAft>
                <a:spcPts val="0"/>
              </a:spcAft>
              <a:buSzPts val="1440"/>
              <a:buChar char="▶"/>
              <a:defRPr/>
            </a:lvl7pPr>
            <a:lvl8pPr indent="-320040" lvl="7" marL="3657600" algn="l">
              <a:spcBef>
                <a:spcPts val="600"/>
              </a:spcBef>
              <a:spcAft>
                <a:spcPts val="0"/>
              </a:spcAft>
              <a:buSzPts val="1440"/>
              <a:buChar char="▶"/>
              <a:defRPr/>
            </a:lvl8pPr>
            <a:lvl9pPr indent="-320040" lvl="8" marL="4114800" algn="l">
              <a:spcBef>
                <a:spcPts val="600"/>
              </a:spcBef>
              <a:spcAft>
                <a:spcPts val="600"/>
              </a:spcAft>
              <a:buSzPts val="1440"/>
              <a:buChar char="▶"/>
              <a:defRPr/>
            </a:lvl9pPr>
          </a:lstStyle>
          <a:p/>
        </p:txBody>
      </p:sp>
      <p:sp>
        <p:nvSpPr>
          <p:cNvPr id="132" name="Google Shape;132;p25"/>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25"/>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25"/>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C43D"/>
            </a:gs>
            <a:gs pos="10000">
              <a:srgbClr val="FFC43D"/>
            </a:gs>
            <a:gs pos="100000">
              <a:srgbClr val="D13E00"/>
            </a:gs>
          </a:gsLst>
          <a:lin ang="6120000" scaled="0"/>
        </a:gradFill>
      </p:bgPr>
    </p:bg>
    <p:spTree>
      <p:nvGrpSpPr>
        <p:cNvPr id="5" name="Shape 5"/>
        <p:cNvGrpSpPr/>
        <p:nvPr/>
      </p:nvGrpSpPr>
      <p:grpSpPr>
        <a:xfrm>
          <a:off x="0" y="0"/>
          <a:ext cx="0" cy="0"/>
          <a:chOff x="0" y="0"/>
          <a:chExt cx="0" cy="0"/>
        </a:xfrm>
      </p:grpSpPr>
      <p:grpSp>
        <p:nvGrpSpPr>
          <p:cNvPr id="6" name="Google Shape;6;p8"/>
          <p:cNvGrpSpPr/>
          <p:nvPr/>
        </p:nvGrpSpPr>
        <p:grpSpPr>
          <a:xfrm>
            <a:off x="9206969" y="2963333"/>
            <a:ext cx="2981858" cy="3208867"/>
            <a:chOff x="9206969" y="2963333"/>
            <a:chExt cx="2981858" cy="3208867"/>
          </a:xfrm>
        </p:grpSpPr>
        <p:cxnSp>
          <p:nvCxnSpPr>
            <p:cNvPr id="7" name="Google Shape;7;p8"/>
            <p:cNvCxnSpPr/>
            <p:nvPr/>
          </p:nvCxnSpPr>
          <p:spPr>
            <a:xfrm flipH="1">
              <a:off x="11276012" y="2963333"/>
              <a:ext cx="912814" cy="912812"/>
            </a:xfrm>
            <a:prstGeom prst="straightConnector1">
              <a:avLst/>
            </a:prstGeom>
            <a:noFill/>
            <a:ln cap="flat" cmpd="sng" w="9525">
              <a:solidFill>
                <a:schemeClr val="lt1"/>
              </a:solidFill>
              <a:prstDash val="solid"/>
              <a:round/>
              <a:headEnd len="sm" w="sm" type="none"/>
              <a:tailEnd len="sm" w="sm" type="none"/>
            </a:ln>
          </p:spPr>
        </p:cxnSp>
        <p:cxnSp>
          <p:nvCxnSpPr>
            <p:cNvPr id="8" name="Google Shape;8;p8"/>
            <p:cNvCxnSpPr/>
            <p:nvPr/>
          </p:nvCxnSpPr>
          <p:spPr>
            <a:xfrm flipH="1">
              <a:off x="9206969" y="3190344"/>
              <a:ext cx="2981857" cy="2981856"/>
            </a:xfrm>
            <a:prstGeom prst="straightConnector1">
              <a:avLst/>
            </a:prstGeom>
            <a:noFill/>
            <a:ln cap="flat" cmpd="sng" w="9525">
              <a:solidFill>
                <a:schemeClr val="lt1"/>
              </a:solidFill>
              <a:prstDash val="solid"/>
              <a:round/>
              <a:headEnd len="sm" w="sm" type="none"/>
              <a:tailEnd len="sm" w="sm" type="none"/>
            </a:ln>
          </p:spPr>
        </p:cxnSp>
        <p:cxnSp>
          <p:nvCxnSpPr>
            <p:cNvPr id="9" name="Google Shape;9;p8"/>
            <p:cNvCxnSpPr/>
            <p:nvPr/>
          </p:nvCxnSpPr>
          <p:spPr>
            <a:xfrm flipH="1">
              <a:off x="10292292" y="3285067"/>
              <a:ext cx="1896534" cy="1896533"/>
            </a:xfrm>
            <a:prstGeom prst="straightConnector1">
              <a:avLst/>
            </a:prstGeom>
            <a:noFill/>
            <a:ln cap="flat" cmpd="sng" w="9525">
              <a:solidFill>
                <a:schemeClr val="lt1"/>
              </a:solidFill>
              <a:prstDash val="solid"/>
              <a:round/>
              <a:headEnd len="sm" w="sm" type="none"/>
              <a:tailEnd len="sm" w="sm" type="none"/>
            </a:ln>
          </p:spPr>
        </p:cxnSp>
        <p:cxnSp>
          <p:nvCxnSpPr>
            <p:cNvPr id="10" name="Google Shape;10;p8"/>
            <p:cNvCxnSpPr/>
            <p:nvPr/>
          </p:nvCxnSpPr>
          <p:spPr>
            <a:xfrm flipH="1">
              <a:off x="10443103" y="3131080"/>
              <a:ext cx="1745722" cy="1745720"/>
            </a:xfrm>
            <a:prstGeom prst="straightConnector1">
              <a:avLst/>
            </a:prstGeom>
            <a:noFill/>
            <a:ln cap="flat" cmpd="sng" w="28575">
              <a:solidFill>
                <a:schemeClr val="lt1"/>
              </a:solidFill>
              <a:prstDash val="solid"/>
              <a:round/>
              <a:headEnd len="sm" w="sm" type="none"/>
              <a:tailEnd len="sm" w="sm" type="none"/>
            </a:ln>
          </p:spPr>
        </p:cxnSp>
        <p:cxnSp>
          <p:nvCxnSpPr>
            <p:cNvPr id="11" name="Google Shape;11;p8"/>
            <p:cNvCxnSpPr/>
            <p:nvPr/>
          </p:nvCxnSpPr>
          <p:spPr>
            <a:xfrm flipH="1">
              <a:off x="10918826" y="3683001"/>
              <a:ext cx="1270001" cy="1269999"/>
            </a:xfrm>
            <a:prstGeom prst="straightConnector1">
              <a:avLst/>
            </a:prstGeom>
            <a:noFill/>
            <a:ln cap="flat" cmpd="sng" w="28575">
              <a:solidFill>
                <a:schemeClr val="lt1"/>
              </a:solidFill>
              <a:prstDash val="solid"/>
              <a:round/>
              <a:headEnd len="sm" w="sm" type="none"/>
              <a:tailEnd len="sm" w="sm" type="none"/>
            </a:ln>
          </p:spPr>
        </p:cxnSp>
      </p:grpSp>
      <p:sp>
        <p:nvSpPr>
          <p:cNvPr id="12" name="Google Shape;12;p8"/>
          <p:cNvSpPr txBox="1"/>
          <p:nvPr>
            <p:ph type="title"/>
          </p:nvPr>
        </p:nvSpPr>
        <p:spPr>
          <a:xfrm>
            <a:off x="684212" y="4487332"/>
            <a:ext cx="8534400" cy="1507067"/>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chemeClr val="lt1"/>
              </a:buClr>
              <a:buSzPts val="3600"/>
              <a:buFont typeface="Century Gothic"/>
              <a:buNone/>
              <a:defRPr b="0" i="0" sz="3600" u="none" cap="none" strike="noStrike">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13" name="Google Shape;13;p8"/>
          <p:cNvSpPr txBox="1"/>
          <p:nvPr>
            <p:ph idx="1" type="body"/>
          </p:nvPr>
        </p:nvSpPr>
        <p:spPr>
          <a:xfrm>
            <a:off x="684212" y="685800"/>
            <a:ext cx="8534400" cy="3615267"/>
          </a:xfrm>
          <a:prstGeom prst="rect">
            <a:avLst/>
          </a:prstGeom>
          <a:noFill/>
          <a:ln>
            <a:noFill/>
          </a:ln>
        </p:spPr>
        <p:txBody>
          <a:bodyPr anchorCtr="0" anchor="ctr" bIns="45700" lIns="91425" spcFirstLastPara="1" rIns="91425" wrap="square" tIns="45700">
            <a:normAutofit/>
          </a:bodyPr>
          <a:lstStyle>
            <a:lvl1pPr indent="-330200" lvl="0" marL="457200" marR="0" rtl="0" algn="l">
              <a:spcBef>
                <a:spcPts val="400"/>
              </a:spcBef>
              <a:spcAft>
                <a:spcPts val="0"/>
              </a:spcAft>
              <a:buClr>
                <a:schemeClr val="lt1"/>
              </a:buClr>
              <a:buSzPts val="1600"/>
              <a:buFont typeface="Noto Sans Symbols"/>
              <a:buChar char="▶"/>
              <a:defRPr b="0" i="0" sz="2000" u="none" cap="none" strike="noStrike">
                <a:solidFill>
                  <a:srgbClr val="68370E"/>
                </a:solidFill>
                <a:latin typeface="Century Gothic"/>
                <a:ea typeface="Century Gothic"/>
                <a:cs typeface="Century Gothic"/>
                <a:sym typeface="Century Gothic"/>
              </a:defRPr>
            </a:lvl1pPr>
            <a:lvl2pPr indent="-320040" lvl="1" marL="914400" marR="0" rtl="0" algn="l">
              <a:spcBef>
                <a:spcPts val="600"/>
              </a:spcBef>
              <a:spcAft>
                <a:spcPts val="0"/>
              </a:spcAft>
              <a:buClr>
                <a:schemeClr val="lt1"/>
              </a:buClr>
              <a:buSzPts val="1440"/>
              <a:buFont typeface="Noto Sans Symbols"/>
              <a:buChar char="▶"/>
              <a:defRPr b="0" i="0" sz="1800" u="none" cap="none" strike="noStrike">
                <a:solidFill>
                  <a:srgbClr val="68370E"/>
                </a:solidFill>
                <a:latin typeface="Century Gothic"/>
                <a:ea typeface="Century Gothic"/>
                <a:cs typeface="Century Gothic"/>
                <a:sym typeface="Century Gothic"/>
              </a:defRPr>
            </a:lvl2pPr>
            <a:lvl3pPr indent="-309880" lvl="2" marL="1371600" marR="0" rtl="0" algn="l">
              <a:spcBef>
                <a:spcPts val="600"/>
              </a:spcBef>
              <a:spcAft>
                <a:spcPts val="0"/>
              </a:spcAft>
              <a:buClr>
                <a:schemeClr val="lt1"/>
              </a:buClr>
              <a:buSzPts val="1280"/>
              <a:buFont typeface="Noto Sans Symbols"/>
              <a:buChar char="▶"/>
              <a:defRPr b="0" i="0" sz="1600" u="none" cap="none" strike="noStrike">
                <a:solidFill>
                  <a:srgbClr val="68370E"/>
                </a:solidFill>
                <a:latin typeface="Century Gothic"/>
                <a:ea typeface="Century Gothic"/>
                <a:cs typeface="Century Gothic"/>
                <a:sym typeface="Century Gothic"/>
              </a:defRPr>
            </a:lvl3pPr>
            <a:lvl4pPr indent="-299719" lvl="3" marL="1828800" marR="0" rtl="0" algn="l">
              <a:spcBef>
                <a:spcPts val="600"/>
              </a:spcBef>
              <a:spcAft>
                <a:spcPts val="0"/>
              </a:spcAft>
              <a:buClr>
                <a:schemeClr val="lt1"/>
              </a:buClr>
              <a:buSzPts val="1120"/>
              <a:buFont typeface="Noto Sans Symbols"/>
              <a:buChar char="▶"/>
              <a:defRPr b="0" i="0" sz="1400" u="none" cap="none" strike="noStrike">
                <a:solidFill>
                  <a:srgbClr val="68370E"/>
                </a:solidFill>
                <a:latin typeface="Century Gothic"/>
                <a:ea typeface="Century Gothic"/>
                <a:cs typeface="Century Gothic"/>
                <a:sym typeface="Century Gothic"/>
              </a:defRPr>
            </a:lvl4pPr>
            <a:lvl5pPr indent="-299720" lvl="4" marL="2286000" marR="0" rtl="0" algn="l">
              <a:spcBef>
                <a:spcPts val="600"/>
              </a:spcBef>
              <a:spcAft>
                <a:spcPts val="0"/>
              </a:spcAft>
              <a:buClr>
                <a:schemeClr val="lt1"/>
              </a:buClr>
              <a:buSzPts val="1120"/>
              <a:buFont typeface="Noto Sans Symbols"/>
              <a:buChar char="▶"/>
              <a:defRPr b="0" i="0" sz="1400" u="none" cap="none" strike="noStrike">
                <a:solidFill>
                  <a:srgbClr val="68370E"/>
                </a:solidFill>
                <a:latin typeface="Century Gothic"/>
                <a:ea typeface="Century Gothic"/>
                <a:cs typeface="Century Gothic"/>
                <a:sym typeface="Century Gothic"/>
              </a:defRPr>
            </a:lvl5pPr>
            <a:lvl6pPr indent="-299720" lvl="5" marL="2743200" marR="0" rtl="0" algn="l">
              <a:spcBef>
                <a:spcPts val="600"/>
              </a:spcBef>
              <a:spcAft>
                <a:spcPts val="0"/>
              </a:spcAft>
              <a:buClr>
                <a:schemeClr val="lt1"/>
              </a:buClr>
              <a:buSzPts val="1120"/>
              <a:buFont typeface="Noto Sans Symbols"/>
              <a:buChar char="▶"/>
              <a:defRPr b="0" i="0" sz="1400" u="none" cap="none" strike="noStrike">
                <a:solidFill>
                  <a:srgbClr val="68370E"/>
                </a:solidFill>
                <a:latin typeface="Century Gothic"/>
                <a:ea typeface="Century Gothic"/>
                <a:cs typeface="Century Gothic"/>
                <a:sym typeface="Century Gothic"/>
              </a:defRPr>
            </a:lvl6pPr>
            <a:lvl7pPr indent="-299720" lvl="6" marL="3200400" marR="0" rtl="0" algn="l">
              <a:spcBef>
                <a:spcPts val="600"/>
              </a:spcBef>
              <a:spcAft>
                <a:spcPts val="0"/>
              </a:spcAft>
              <a:buClr>
                <a:schemeClr val="lt1"/>
              </a:buClr>
              <a:buSzPts val="1120"/>
              <a:buFont typeface="Noto Sans Symbols"/>
              <a:buChar char="▶"/>
              <a:defRPr b="0" i="0" sz="1400" u="none" cap="none" strike="noStrike">
                <a:solidFill>
                  <a:srgbClr val="68370E"/>
                </a:solidFill>
                <a:latin typeface="Century Gothic"/>
                <a:ea typeface="Century Gothic"/>
                <a:cs typeface="Century Gothic"/>
                <a:sym typeface="Century Gothic"/>
              </a:defRPr>
            </a:lvl7pPr>
            <a:lvl8pPr indent="-299720" lvl="7" marL="3657600" marR="0" rtl="0" algn="l">
              <a:spcBef>
                <a:spcPts val="600"/>
              </a:spcBef>
              <a:spcAft>
                <a:spcPts val="0"/>
              </a:spcAft>
              <a:buClr>
                <a:schemeClr val="lt1"/>
              </a:buClr>
              <a:buSzPts val="1120"/>
              <a:buFont typeface="Noto Sans Symbols"/>
              <a:buChar char="▶"/>
              <a:defRPr b="0" i="0" sz="1400" u="none" cap="none" strike="noStrike">
                <a:solidFill>
                  <a:srgbClr val="68370E"/>
                </a:solidFill>
                <a:latin typeface="Century Gothic"/>
                <a:ea typeface="Century Gothic"/>
                <a:cs typeface="Century Gothic"/>
                <a:sym typeface="Century Gothic"/>
              </a:defRPr>
            </a:lvl8pPr>
            <a:lvl9pPr indent="-299720" lvl="8" marL="4114800" marR="0" rtl="0" algn="l">
              <a:spcBef>
                <a:spcPts val="600"/>
              </a:spcBef>
              <a:spcAft>
                <a:spcPts val="600"/>
              </a:spcAft>
              <a:buClr>
                <a:schemeClr val="lt1"/>
              </a:buClr>
              <a:buSzPts val="1120"/>
              <a:buFont typeface="Noto Sans Symbols"/>
              <a:buChar char="▶"/>
              <a:defRPr b="0" i="0" sz="1400" u="none" cap="none" strike="noStrike">
                <a:solidFill>
                  <a:srgbClr val="68370E"/>
                </a:solidFill>
                <a:latin typeface="Century Gothic"/>
                <a:ea typeface="Century Gothic"/>
                <a:cs typeface="Century Gothic"/>
                <a:sym typeface="Century Gothic"/>
              </a:defRPr>
            </a:lvl9pPr>
          </a:lstStyle>
          <a:p/>
        </p:txBody>
      </p:sp>
      <p:sp>
        <p:nvSpPr>
          <p:cNvPr id="14" name="Google Shape;14;p8"/>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68370E"/>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5" name="Google Shape;15;p8"/>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68370E"/>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6" name="Google Shape;16;p8"/>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buNone/>
              <a:defRPr b="0" i="0" sz="3200" u="none" cap="none" strike="noStrike">
                <a:solidFill>
                  <a:srgbClr val="68370E"/>
                </a:solidFill>
                <a:latin typeface="Century Gothic"/>
                <a:ea typeface="Century Gothic"/>
                <a:cs typeface="Century Gothic"/>
                <a:sym typeface="Century Gothic"/>
              </a:defRPr>
            </a:lvl1pPr>
            <a:lvl2pPr indent="0" lvl="1" marL="0" marR="0" rtl="0" algn="r">
              <a:spcBef>
                <a:spcPts val="0"/>
              </a:spcBef>
              <a:buNone/>
              <a:defRPr b="0" i="0" sz="3200" u="none" cap="none" strike="noStrike">
                <a:solidFill>
                  <a:srgbClr val="68370E"/>
                </a:solidFill>
                <a:latin typeface="Century Gothic"/>
                <a:ea typeface="Century Gothic"/>
                <a:cs typeface="Century Gothic"/>
                <a:sym typeface="Century Gothic"/>
              </a:defRPr>
            </a:lvl2pPr>
            <a:lvl3pPr indent="0" lvl="2" marL="0" marR="0" rtl="0" algn="r">
              <a:spcBef>
                <a:spcPts val="0"/>
              </a:spcBef>
              <a:buNone/>
              <a:defRPr b="0" i="0" sz="3200" u="none" cap="none" strike="noStrike">
                <a:solidFill>
                  <a:srgbClr val="68370E"/>
                </a:solidFill>
                <a:latin typeface="Century Gothic"/>
                <a:ea typeface="Century Gothic"/>
                <a:cs typeface="Century Gothic"/>
                <a:sym typeface="Century Gothic"/>
              </a:defRPr>
            </a:lvl3pPr>
            <a:lvl4pPr indent="0" lvl="3" marL="0" marR="0" rtl="0" algn="r">
              <a:spcBef>
                <a:spcPts val="0"/>
              </a:spcBef>
              <a:buNone/>
              <a:defRPr b="0" i="0" sz="3200" u="none" cap="none" strike="noStrike">
                <a:solidFill>
                  <a:srgbClr val="68370E"/>
                </a:solidFill>
                <a:latin typeface="Century Gothic"/>
                <a:ea typeface="Century Gothic"/>
                <a:cs typeface="Century Gothic"/>
                <a:sym typeface="Century Gothic"/>
              </a:defRPr>
            </a:lvl4pPr>
            <a:lvl5pPr indent="0" lvl="4" marL="0" marR="0" rtl="0" algn="r">
              <a:spcBef>
                <a:spcPts val="0"/>
              </a:spcBef>
              <a:buNone/>
              <a:defRPr b="0" i="0" sz="3200" u="none" cap="none" strike="noStrike">
                <a:solidFill>
                  <a:srgbClr val="68370E"/>
                </a:solidFill>
                <a:latin typeface="Century Gothic"/>
                <a:ea typeface="Century Gothic"/>
                <a:cs typeface="Century Gothic"/>
                <a:sym typeface="Century Gothic"/>
              </a:defRPr>
            </a:lvl5pPr>
            <a:lvl6pPr indent="0" lvl="5" marL="0" marR="0" rtl="0" algn="r">
              <a:spcBef>
                <a:spcPts val="0"/>
              </a:spcBef>
              <a:buNone/>
              <a:defRPr b="0" i="0" sz="3200" u="none" cap="none" strike="noStrike">
                <a:solidFill>
                  <a:srgbClr val="68370E"/>
                </a:solidFill>
                <a:latin typeface="Century Gothic"/>
                <a:ea typeface="Century Gothic"/>
                <a:cs typeface="Century Gothic"/>
                <a:sym typeface="Century Gothic"/>
              </a:defRPr>
            </a:lvl6pPr>
            <a:lvl7pPr indent="0" lvl="6" marL="0" marR="0" rtl="0" algn="r">
              <a:spcBef>
                <a:spcPts val="0"/>
              </a:spcBef>
              <a:buNone/>
              <a:defRPr b="0" i="0" sz="3200" u="none" cap="none" strike="noStrike">
                <a:solidFill>
                  <a:srgbClr val="68370E"/>
                </a:solidFill>
                <a:latin typeface="Century Gothic"/>
                <a:ea typeface="Century Gothic"/>
                <a:cs typeface="Century Gothic"/>
                <a:sym typeface="Century Gothic"/>
              </a:defRPr>
            </a:lvl7pPr>
            <a:lvl8pPr indent="0" lvl="7" marL="0" marR="0" rtl="0" algn="r">
              <a:spcBef>
                <a:spcPts val="0"/>
              </a:spcBef>
              <a:buNone/>
              <a:defRPr b="0" i="0" sz="3200" u="none" cap="none" strike="noStrike">
                <a:solidFill>
                  <a:srgbClr val="68370E"/>
                </a:solidFill>
                <a:latin typeface="Century Gothic"/>
                <a:ea typeface="Century Gothic"/>
                <a:cs typeface="Century Gothic"/>
                <a:sym typeface="Century Gothic"/>
              </a:defRPr>
            </a:lvl8pPr>
            <a:lvl9pPr indent="0" lvl="8" marL="0" marR="0" rtl="0" algn="r">
              <a:spcBef>
                <a:spcPts val="0"/>
              </a:spcBef>
              <a:buNone/>
              <a:defRPr b="0" i="0" sz="3200" u="none" cap="none" strike="noStrike">
                <a:solidFill>
                  <a:srgbClr val="68370E"/>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
          <p:cNvSpPr txBox="1"/>
          <p:nvPr>
            <p:ph type="ctrTitle"/>
          </p:nvPr>
        </p:nvSpPr>
        <p:spPr>
          <a:xfrm>
            <a:off x="684212" y="685799"/>
            <a:ext cx="8001000" cy="2971801"/>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4800"/>
              <a:buFont typeface="Century Gothic"/>
              <a:buNone/>
            </a:pPr>
            <a:r>
              <a:rPr lang="es-ES"/>
              <a:t>CONCURSO EN EL EXTERIOR</a:t>
            </a:r>
            <a:endParaRPr/>
          </a:p>
        </p:txBody>
      </p:sp>
      <p:sp>
        <p:nvSpPr>
          <p:cNvPr id="140" name="Google Shape;140;p1"/>
          <p:cNvSpPr txBox="1"/>
          <p:nvPr>
            <p:ph idx="1" type="subTitle"/>
          </p:nvPr>
        </p:nvSpPr>
        <p:spPr>
          <a:xfrm>
            <a:off x="684212" y="3843867"/>
            <a:ext cx="6400800" cy="194733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80"/>
              <a:buNone/>
            </a:pPr>
            <a:r>
              <a:rPr lang="es-ES"/>
              <a:t>Art. 4 ley 24522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
          <p:cNvSpPr txBox="1"/>
          <p:nvPr/>
        </p:nvSpPr>
        <p:spPr>
          <a:xfrm>
            <a:off x="682831" y="385948"/>
            <a:ext cx="10842172" cy="480131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ES" sz="1800" u="sng" cap="none" strike="noStrike">
                <a:solidFill>
                  <a:srgbClr val="000000"/>
                </a:solidFill>
                <a:latin typeface="Gill Sans"/>
                <a:ea typeface="Gill Sans"/>
                <a:cs typeface="Gill Sans"/>
                <a:sym typeface="Gill Sans"/>
              </a:rPr>
              <a:t>ARTICULO 4</a:t>
            </a:r>
            <a:r>
              <a:rPr b="0" i="0" lang="es-ES" sz="1800" u="none" cap="none" strike="noStrike">
                <a:solidFill>
                  <a:srgbClr val="000000"/>
                </a:solidFill>
                <a:latin typeface="Gill Sans"/>
                <a:ea typeface="Gill Sans"/>
                <a:cs typeface="Gill Sans"/>
                <a:sym typeface="Gill Sans"/>
              </a:rPr>
              <a:t>.- </a:t>
            </a:r>
            <a:endParaRPr/>
          </a:p>
          <a:p>
            <a:pPr indent="0" lvl="0" marL="0" marR="0" rtl="0" algn="just">
              <a:spcBef>
                <a:spcPts val="0"/>
              </a:spcBef>
              <a:spcAft>
                <a:spcPts val="0"/>
              </a:spcAft>
              <a:buNone/>
            </a:pPr>
            <a:r>
              <a:rPr b="0" i="0" lang="es-ES" sz="1800" u="none" cap="none" strike="noStrike">
                <a:solidFill>
                  <a:srgbClr val="000000"/>
                </a:solidFill>
                <a:latin typeface="Gill Sans"/>
                <a:ea typeface="Gill Sans"/>
                <a:cs typeface="Gill Sans"/>
                <a:sym typeface="Gill Sans"/>
              </a:rPr>
              <a:t>Concursos declarados en el extranjero. La declaración de concurso en el extranjero es causal para la apertura del concurso en el país, a pedido del deudor o del acreedor cuyo crédito debe hacerse efectivo en la REPUBLICA ARGENTINA. Sin perjuicio de lo dispuesto en los tratados internacionales, el concurso en el extranjero, no puede ser invocado contra los acreedores cuyos créditos deban ser pagados en la REPUBLICA ARGENTINA, para disputarles derechos que éstos pretenden sobre los bienes existentes en el territorio ni para anular los actos que hayan celebrado con el concursado.</a:t>
            </a:r>
            <a:endParaRPr/>
          </a:p>
          <a:p>
            <a:pPr indent="0" lvl="0" marL="0" marR="0" rtl="0" algn="just">
              <a:spcBef>
                <a:spcPts val="0"/>
              </a:spcBef>
              <a:spcAft>
                <a:spcPts val="0"/>
              </a:spcAft>
              <a:buNone/>
            </a:pPr>
            <a:r>
              <a:rPr b="0" i="0" lang="es-ES" sz="1800" u="none" cap="none" strike="noStrike">
                <a:solidFill>
                  <a:srgbClr val="000000"/>
                </a:solidFill>
                <a:latin typeface="Gill Sans"/>
                <a:ea typeface="Gill Sans"/>
                <a:cs typeface="Gill Sans"/>
                <a:sym typeface="Gill Sans"/>
              </a:rPr>
              <a:t>Pluralidad de concursos. Declarada también la quiebra en el país, los acreedor pertenecientes al concurso formado en el extranjero actuarán sobre el saldo, un satisfechos los demás créditos verificados en aquélla.</a:t>
            </a:r>
            <a:endParaRPr/>
          </a:p>
          <a:p>
            <a:pPr indent="0" lvl="0" marL="0" marR="0" rtl="0" algn="just">
              <a:spcBef>
                <a:spcPts val="0"/>
              </a:spcBef>
              <a:spcAft>
                <a:spcPts val="0"/>
              </a:spcAft>
              <a:buNone/>
            </a:pPr>
            <a:r>
              <a:rPr b="0" i="0" lang="es-ES" sz="1800" u="none" cap="none" strike="noStrike">
                <a:solidFill>
                  <a:srgbClr val="000000"/>
                </a:solidFill>
                <a:latin typeface="Gill Sans"/>
                <a:ea typeface="Gill Sans"/>
                <a:cs typeface="Gill Sans"/>
                <a:sym typeface="Gill Sans"/>
              </a:rPr>
              <a:t>Reciprocidad. La verificación del acreedor cuyo crédito es pagadero en el extranjero y que no pertenezca a un concurso abierto en el exterior, está condicionada a que se demuestre que, recíprocamente, un acreedor cuyo crédito es pagadero en la REPUBLICA ARGENTINA puede verificarse y cobrar -en iguales condiciones- en un concurso abierto en el país en el cual aquel crédito es pagadero.</a:t>
            </a:r>
            <a:endParaRPr/>
          </a:p>
          <a:p>
            <a:pPr indent="0" lvl="0" marL="0" marR="0" rtl="0" algn="just">
              <a:spcBef>
                <a:spcPts val="0"/>
              </a:spcBef>
              <a:spcAft>
                <a:spcPts val="0"/>
              </a:spcAft>
              <a:buNone/>
            </a:pPr>
            <a:r>
              <a:rPr b="0" i="0" lang="es-ES" sz="1800" u="none" cap="none" strike="noStrike">
                <a:solidFill>
                  <a:srgbClr val="000000"/>
                </a:solidFill>
                <a:latin typeface="Gill Sans"/>
                <a:ea typeface="Gill Sans"/>
                <a:cs typeface="Gill Sans"/>
                <a:sym typeface="Gill Sans"/>
              </a:rPr>
              <a:t>Paridad en los dividendos. Los cobros de créditos quirografarios con posterioridad a la apertura del concurso nacional, efectuados en el extranjero, serán imputados al dividendo correspondiente a sus beneficiarios por causas de créditos comunes. Quedan exceptuados de acreditar la reciprocidad los titulares de créditos con garantía real.</a:t>
            </a:r>
            <a:endParaRPr/>
          </a:p>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3"/>
          <p:cNvSpPr txBox="1"/>
          <p:nvPr/>
        </p:nvSpPr>
        <p:spPr>
          <a:xfrm>
            <a:off x="2505693" y="225631"/>
            <a:ext cx="566452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u="sng">
                <a:solidFill>
                  <a:schemeClr val="lt1"/>
                </a:solidFill>
                <a:latin typeface="Century Gothic"/>
                <a:ea typeface="Century Gothic"/>
                <a:cs typeface="Century Gothic"/>
                <a:sym typeface="Century Gothic"/>
              </a:rPr>
              <a:t>Regla el fenómeno de la quiebra transfronteriza</a:t>
            </a:r>
            <a:r>
              <a:rPr lang="es-ES" sz="1800">
                <a:solidFill>
                  <a:schemeClr val="lt1"/>
                </a:solidFill>
                <a:latin typeface="Century Gothic"/>
                <a:ea typeface="Century Gothic"/>
                <a:cs typeface="Century Gothic"/>
                <a:sym typeface="Century Gothic"/>
              </a:rPr>
              <a:t>.</a:t>
            </a:r>
            <a:endParaRPr/>
          </a:p>
          <a:p>
            <a:pPr indent="-171450" lvl="0" marL="285750" marR="0" rtl="0" algn="l">
              <a:spcBef>
                <a:spcPts val="0"/>
              </a:spcBef>
              <a:spcAft>
                <a:spcPts val="0"/>
              </a:spcAft>
              <a:buClr>
                <a:schemeClr val="lt1"/>
              </a:buClr>
              <a:buSzPts val="1800"/>
              <a:buFont typeface="Arial"/>
              <a:buNone/>
            </a:pPr>
            <a:r>
              <a:t/>
            </a:r>
            <a:endParaRPr sz="1800">
              <a:solidFill>
                <a:schemeClr val="lt1"/>
              </a:solidFill>
              <a:latin typeface="Century Gothic"/>
              <a:ea typeface="Century Gothic"/>
              <a:cs typeface="Century Gothic"/>
              <a:sym typeface="Century Gothic"/>
            </a:endParaRPr>
          </a:p>
        </p:txBody>
      </p:sp>
      <p:sp>
        <p:nvSpPr>
          <p:cNvPr id="151" name="Google Shape;151;p3"/>
          <p:cNvSpPr txBox="1"/>
          <p:nvPr/>
        </p:nvSpPr>
        <p:spPr>
          <a:xfrm>
            <a:off x="3716975" y="1330036"/>
            <a:ext cx="32419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lt1"/>
                </a:solidFill>
                <a:latin typeface="Century Gothic"/>
                <a:ea typeface="Century Gothic"/>
                <a:cs typeface="Century Gothic"/>
                <a:sym typeface="Century Gothic"/>
              </a:rPr>
              <a:t>PLURALIDAD CONCURSAL</a:t>
            </a:r>
            <a:endParaRPr/>
          </a:p>
        </p:txBody>
      </p:sp>
      <p:sp>
        <p:nvSpPr>
          <p:cNvPr id="152" name="Google Shape;152;p3"/>
          <p:cNvSpPr txBox="1"/>
          <p:nvPr/>
        </p:nvSpPr>
        <p:spPr>
          <a:xfrm>
            <a:off x="635330" y="2125683"/>
            <a:ext cx="2214748" cy="24622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u="sng">
                <a:solidFill>
                  <a:schemeClr val="lt1"/>
                </a:solidFill>
                <a:latin typeface="Century Gothic"/>
                <a:ea typeface="Century Gothic"/>
                <a:cs typeface="Century Gothic"/>
                <a:sym typeface="Century Gothic"/>
              </a:rPr>
              <a:t>Extraterritorialidad de la sentencia</a:t>
            </a:r>
            <a:endParaRPr/>
          </a:p>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a:p>
            <a:pPr indent="-285750" lvl="0" marL="285750" marR="0" rtl="0" algn="l">
              <a:spcBef>
                <a:spcPts val="0"/>
              </a:spcBef>
              <a:spcAft>
                <a:spcPts val="0"/>
              </a:spcAft>
              <a:buClr>
                <a:schemeClr val="lt1"/>
              </a:buClr>
              <a:buSzPts val="1000"/>
              <a:buFont typeface="Arial"/>
              <a:buChar char="•"/>
            </a:pPr>
            <a:r>
              <a:rPr lang="es-ES" sz="1000">
                <a:solidFill>
                  <a:schemeClr val="lt1"/>
                </a:solidFill>
                <a:latin typeface="Century Gothic"/>
                <a:ea typeface="Century Gothic"/>
                <a:cs typeface="Century Gothic"/>
                <a:sym typeface="Century Gothic"/>
              </a:rPr>
              <a:t>denominado principio general, prescribe que la declaración de concurso en el extranjero es causal para la apertura del concurso en el país, a pedido del deudor o de acreedor cuyo crédito deba hacerse efectivo en la República.</a:t>
            </a:r>
            <a:endParaRPr sz="1000">
              <a:solidFill>
                <a:schemeClr val="lt1"/>
              </a:solidFill>
              <a:latin typeface="Century Gothic"/>
              <a:ea typeface="Century Gothic"/>
              <a:cs typeface="Century Gothic"/>
              <a:sym typeface="Century Gothic"/>
            </a:endParaRPr>
          </a:p>
        </p:txBody>
      </p:sp>
      <p:sp>
        <p:nvSpPr>
          <p:cNvPr id="153" name="Google Shape;153;p3"/>
          <p:cNvSpPr txBox="1"/>
          <p:nvPr/>
        </p:nvSpPr>
        <p:spPr>
          <a:xfrm>
            <a:off x="7697190" y="2169609"/>
            <a:ext cx="2214748" cy="4462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u="sng">
                <a:solidFill>
                  <a:schemeClr val="lt1"/>
                </a:solidFill>
                <a:latin typeface="Century Gothic"/>
                <a:ea typeface="Century Gothic"/>
                <a:cs typeface="Century Gothic"/>
                <a:sym typeface="Century Gothic"/>
              </a:rPr>
              <a:t>Legitimación</a:t>
            </a:r>
            <a:endParaRPr/>
          </a:p>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a:p>
            <a:pPr indent="-285750" lvl="0" marL="285750" marR="0" rtl="0" algn="l">
              <a:spcBef>
                <a:spcPts val="0"/>
              </a:spcBef>
              <a:spcAft>
                <a:spcPts val="0"/>
              </a:spcAft>
              <a:buClr>
                <a:schemeClr val="lt1"/>
              </a:buClr>
              <a:buSzPts val="1000"/>
              <a:buFont typeface="Arial"/>
              <a:buChar char="•"/>
            </a:pPr>
            <a:r>
              <a:rPr lang="es-ES" sz="1000">
                <a:solidFill>
                  <a:schemeClr val="lt1"/>
                </a:solidFill>
                <a:latin typeface="Century Gothic"/>
                <a:ea typeface="Century Gothic"/>
                <a:cs typeface="Century Gothic"/>
                <a:sym typeface="Century Gothic"/>
              </a:rPr>
              <a:t>El lugar preferente de los  acreedores locales se  deduce de su exclusiva legitimación para solicitar la apertura del concurso en el país por el solo fundamento de la declaración en el  extranjero.</a:t>
            </a:r>
            <a:endParaRPr/>
          </a:p>
          <a:p>
            <a:pPr indent="-222250" lvl="0" marL="285750" marR="0" rtl="0" algn="l">
              <a:spcBef>
                <a:spcPts val="0"/>
              </a:spcBef>
              <a:spcAft>
                <a:spcPts val="0"/>
              </a:spcAft>
              <a:buClr>
                <a:schemeClr val="lt1"/>
              </a:buClr>
              <a:buSzPts val="1000"/>
              <a:buFont typeface="Arial"/>
              <a:buNone/>
            </a:pPr>
            <a:r>
              <a:t/>
            </a:r>
            <a:endParaRPr sz="1000">
              <a:solidFill>
                <a:schemeClr val="lt1"/>
              </a:solidFill>
              <a:latin typeface="Century Gothic"/>
              <a:ea typeface="Century Gothic"/>
              <a:cs typeface="Century Gothic"/>
              <a:sym typeface="Century Gothic"/>
            </a:endParaRPr>
          </a:p>
          <a:p>
            <a:pPr indent="-285750" lvl="0" marL="285750" marR="0" rtl="0" algn="l">
              <a:spcBef>
                <a:spcPts val="0"/>
              </a:spcBef>
              <a:spcAft>
                <a:spcPts val="0"/>
              </a:spcAft>
              <a:buClr>
                <a:schemeClr val="lt1"/>
              </a:buClr>
              <a:buSzPts val="1000"/>
              <a:buFont typeface="Arial"/>
              <a:buChar char="•"/>
            </a:pPr>
            <a:r>
              <a:rPr lang="es-ES" sz="1000">
                <a:solidFill>
                  <a:schemeClr val="lt1"/>
                </a:solidFill>
                <a:latin typeface="Century Gothic"/>
                <a:ea typeface="Century Gothic"/>
                <a:cs typeface="Century Gothic"/>
                <a:sym typeface="Century Gothic"/>
              </a:rPr>
              <a:t>La legitimación para pedir la quiebra se otorga a quienes el art. 46 del Tratado de Montevideo denomina "acreedores locales" (pagaderos en nuestro país), quedando excluidos de tal posibilidad aquellos acreedores que deban ser satisfechos en el extranjero, siendo  indiferente la nacionalidad o el domicilio.</a:t>
            </a:r>
            <a:endParaRPr sz="1000">
              <a:solidFill>
                <a:schemeClr val="lt1"/>
              </a:solidFill>
              <a:latin typeface="Century Gothic"/>
              <a:ea typeface="Century Gothic"/>
              <a:cs typeface="Century Gothic"/>
              <a:sym typeface="Century Gothic"/>
            </a:endParaRPr>
          </a:p>
        </p:txBody>
      </p:sp>
      <p:sp>
        <p:nvSpPr>
          <p:cNvPr id="154" name="Google Shape;154;p3"/>
          <p:cNvSpPr txBox="1"/>
          <p:nvPr/>
        </p:nvSpPr>
        <p:spPr>
          <a:xfrm>
            <a:off x="5482442" y="2157442"/>
            <a:ext cx="2214748" cy="215443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u="sng">
                <a:solidFill>
                  <a:schemeClr val="lt1"/>
                </a:solidFill>
                <a:latin typeface="Century Gothic"/>
                <a:ea typeface="Century Gothic"/>
                <a:cs typeface="Century Gothic"/>
                <a:sym typeface="Century Gothic"/>
              </a:rPr>
              <a:t>Pluralidad concursal</a:t>
            </a:r>
            <a:endParaRPr/>
          </a:p>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a:p>
            <a:pPr indent="-171450" lvl="0" marL="171450" marR="0" rtl="0" algn="l">
              <a:spcBef>
                <a:spcPts val="0"/>
              </a:spcBef>
              <a:spcAft>
                <a:spcPts val="0"/>
              </a:spcAft>
              <a:buClr>
                <a:schemeClr val="lt1"/>
              </a:buClr>
              <a:buSzPts val="1000"/>
              <a:buFont typeface="Arial"/>
              <a:buChar char="•"/>
            </a:pPr>
            <a:r>
              <a:rPr lang="es-ES" sz="1000">
                <a:solidFill>
                  <a:schemeClr val="lt1"/>
                </a:solidFill>
                <a:latin typeface="Century Gothic"/>
                <a:ea typeface="Century Gothic"/>
                <a:cs typeface="Century Gothic"/>
                <a:sym typeface="Century Gothic"/>
              </a:rPr>
              <a:t>admite la coexistencia de varios concursos a la vez.</a:t>
            </a:r>
            <a:endParaRPr/>
          </a:p>
          <a:p>
            <a:pPr indent="-107950" lvl="0" marL="171450" marR="0" rtl="0" algn="l">
              <a:spcBef>
                <a:spcPts val="0"/>
              </a:spcBef>
              <a:spcAft>
                <a:spcPts val="0"/>
              </a:spcAft>
              <a:buClr>
                <a:schemeClr val="lt1"/>
              </a:buClr>
              <a:buSzPts val="1000"/>
              <a:buFont typeface="Arial"/>
              <a:buNone/>
            </a:pPr>
            <a:r>
              <a:t/>
            </a:r>
            <a:endParaRPr sz="1000">
              <a:solidFill>
                <a:schemeClr val="lt1"/>
              </a:solidFill>
              <a:latin typeface="Century Gothic"/>
              <a:ea typeface="Century Gothic"/>
              <a:cs typeface="Century Gothic"/>
              <a:sym typeface="Century Gothic"/>
            </a:endParaRPr>
          </a:p>
          <a:p>
            <a:pPr indent="-171450" lvl="0" marL="171450" marR="0" rtl="0" algn="l">
              <a:spcBef>
                <a:spcPts val="0"/>
              </a:spcBef>
              <a:spcAft>
                <a:spcPts val="0"/>
              </a:spcAft>
              <a:buClr>
                <a:schemeClr val="lt1"/>
              </a:buClr>
              <a:buSzPts val="1000"/>
              <a:buFont typeface="Arial"/>
              <a:buChar char="•"/>
            </a:pPr>
            <a:r>
              <a:rPr lang="es-ES" sz="1000">
                <a:solidFill>
                  <a:schemeClr val="lt1"/>
                </a:solidFill>
                <a:latin typeface="Century Gothic"/>
                <a:ea typeface="Century Gothic"/>
                <a:cs typeface="Century Gothic"/>
                <a:sym typeface="Century Gothic"/>
              </a:rPr>
              <a:t>el precepto distingue entre los llamados acreedores  locales y los no locales o extranjeros.</a:t>
            </a:r>
            <a:endParaRPr/>
          </a:p>
          <a:p>
            <a:pPr indent="-107950" lvl="1" marL="628650" marR="0" rtl="0" algn="l">
              <a:spcBef>
                <a:spcPts val="0"/>
              </a:spcBef>
              <a:spcAft>
                <a:spcPts val="0"/>
              </a:spcAft>
              <a:buClr>
                <a:schemeClr val="lt1"/>
              </a:buClr>
              <a:buSzPts val="1000"/>
              <a:buFont typeface="Arial"/>
              <a:buNone/>
            </a:pPr>
            <a:r>
              <a:t/>
            </a:r>
            <a:endParaRPr b="0" i="0" sz="1000" u="none" cap="none" strike="noStrike">
              <a:solidFill>
                <a:schemeClr val="lt1"/>
              </a:solidFill>
              <a:latin typeface="Century Gothic"/>
              <a:ea typeface="Century Gothic"/>
              <a:cs typeface="Century Gothic"/>
              <a:sym typeface="Century Gothic"/>
            </a:endParaRPr>
          </a:p>
        </p:txBody>
      </p:sp>
      <p:sp>
        <p:nvSpPr>
          <p:cNvPr id="155" name="Google Shape;155;p3"/>
          <p:cNvSpPr txBox="1"/>
          <p:nvPr/>
        </p:nvSpPr>
        <p:spPr>
          <a:xfrm>
            <a:off x="3002478" y="2157442"/>
            <a:ext cx="2214748" cy="4462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u="sng">
                <a:solidFill>
                  <a:schemeClr val="lt1"/>
                </a:solidFill>
                <a:latin typeface="Century Gothic"/>
                <a:ea typeface="Century Gothic"/>
                <a:cs typeface="Century Gothic"/>
                <a:sym typeface="Century Gothic"/>
              </a:rPr>
              <a:t>Sentencia de quiebra</a:t>
            </a:r>
            <a:endParaRPr/>
          </a:p>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a:p>
            <a:pPr indent="-171450" lvl="0" marL="171450" marR="0" rtl="0" algn="l">
              <a:spcBef>
                <a:spcPts val="0"/>
              </a:spcBef>
              <a:spcAft>
                <a:spcPts val="0"/>
              </a:spcAft>
              <a:buClr>
                <a:schemeClr val="lt1"/>
              </a:buClr>
              <a:buSzPts val="1000"/>
              <a:buFont typeface="Arial"/>
              <a:buChar char="•"/>
            </a:pPr>
            <a:r>
              <a:rPr lang="es-ES" sz="1000">
                <a:solidFill>
                  <a:schemeClr val="lt1"/>
                </a:solidFill>
                <a:latin typeface="Century Gothic"/>
                <a:ea typeface="Century Gothic"/>
                <a:cs typeface="Century Gothic"/>
                <a:sym typeface="Century Gothic"/>
              </a:rPr>
              <a:t>cuando el art. 4 alude a la posibilidad de abrir un concurso en la República </a:t>
            </a:r>
            <a:r>
              <a:rPr b="1" lang="es-ES" sz="1000">
                <a:solidFill>
                  <a:schemeClr val="lt1"/>
                </a:solidFill>
                <a:latin typeface="Century Gothic"/>
                <a:ea typeface="Century Gothic"/>
                <a:cs typeface="Century Gothic"/>
                <a:sym typeface="Century Gothic"/>
              </a:rPr>
              <a:t>no está refiriéndose a un concurso preventivo</a:t>
            </a:r>
            <a:r>
              <a:rPr lang="es-ES" sz="1000">
                <a:solidFill>
                  <a:schemeClr val="lt1"/>
                </a:solidFill>
                <a:latin typeface="Century Gothic"/>
                <a:ea typeface="Century Gothic"/>
                <a:cs typeface="Century Gothic"/>
                <a:sym typeface="Century Gothic"/>
              </a:rPr>
              <a:t>, sino a una quiebra, porque la apertura del concurso a  pedido de acreedor únicamente puede ser quiebra (art. 77, inc. 2o, LCQ) y el saldo al que hace mención el artículo sólo puede existir en la quiebra.</a:t>
            </a:r>
            <a:endParaRPr/>
          </a:p>
          <a:p>
            <a:pPr indent="0" lvl="0" marL="0" marR="0" rtl="0" algn="l">
              <a:spcBef>
                <a:spcPts val="0"/>
              </a:spcBef>
              <a:spcAft>
                <a:spcPts val="0"/>
              </a:spcAft>
              <a:buNone/>
            </a:pPr>
            <a:r>
              <a:t/>
            </a:r>
            <a:endParaRPr sz="1000">
              <a:solidFill>
                <a:schemeClr val="lt1"/>
              </a:solidFill>
              <a:latin typeface="Century Gothic"/>
              <a:ea typeface="Century Gothic"/>
              <a:cs typeface="Century Gothic"/>
              <a:sym typeface="Century Gothic"/>
            </a:endParaRPr>
          </a:p>
          <a:p>
            <a:pPr indent="-171450" lvl="0" marL="171450" marR="0" rtl="0" algn="l">
              <a:spcBef>
                <a:spcPts val="0"/>
              </a:spcBef>
              <a:spcAft>
                <a:spcPts val="0"/>
              </a:spcAft>
              <a:buClr>
                <a:schemeClr val="lt1"/>
              </a:buClr>
              <a:buSzPts val="1000"/>
              <a:buFont typeface="Arial"/>
              <a:buChar char="•"/>
            </a:pPr>
            <a:r>
              <a:rPr lang="es-ES" sz="1000">
                <a:solidFill>
                  <a:schemeClr val="lt1"/>
                </a:solidFill>
                <a:latin typeface="Century Gothic"/>
                <a:ea typeface="Century Gothic"/>
                <a:cs typeface="Century Gothic"/>
                <a:sym typeface="Century Gothic"/>
              </a:rPr>
              <a:t>La declaración de quiebra en nuestro país no requiere la configuración del estado de cesación de pagos, sino que tiene como causa la quiebra transfronteriza que opera, tal como hemos dicho, como un verdadero "hecho de bancarrota"</a:t>
            </a:r>
            <a:endParaRPr sz="1000">
              <a:solidFill>
                <a:schemeClr val="lt1"/>
              </a:solidFill>
              <a:latin typeface="Century Gothic"/>
              <a:ea typeface="Century Gothic"/>
              <a:cs typeface="Century Gothic"/>
              <a:sym typeface="Century Gothic"/>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4"/>
          <p:cNvSpPr/>
          <p:nvPr/>
        </p:nvSpPr>
        <p:spPr>
          <a:xfrm>
            <a:off x="4079174" y="219693"/>
            <a:ext cx="3669475" cy="1929741"/>
          </a:xfrm>
          <a:prstGeom prst="ellipse">
            <a:avLst/>
          </a:prstGeom>
          <a:solidFill>
            <a:schemeClr val="accent1"/>
          </a:solidFill>
          <a:ln cap="rnd" cmpd="sng" w="15875">
            <a:solidFill>
              <a:srgbClr val="56030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61" name="Google Shape;161;p4"/>
          <p:cNvSpPr txBox="1"/>
          <p:nvPr/>
        </p:nvSpPr>
        <p:spPr>
          <a:xfrm>
            <a:off x="4616532" y="584398"/>
            <a:ext cx="2594758"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2400">
                <a:solidFill>
                  <a:schemeClr val="lt1"/>
                </a:solidFill>
                <a:latin typeface="Century Gothic"/>
                <a:ea typeface="Century Gothic"/>
                <a:cs typeface="Century Gothic"/>
                <a:sym typeface="Century Gothic"/>
              </a:rPr>
              <a:t>EL DERECHO DE LOS ACREEDORES</a:t>
            </a:r>
            <a:endParaRPr sz="2400">
              <a:solidFill>
                <a:schemeClr val="lt1"/>
              </a:solidFill>
              <a:latin typeface="Century Gothic"/>
              <a:ea typeface="Century Gothic"/>
              <a:cs typeface="Century Gothic"/>
              <a:sym typeface="Century Gothic"/>
            </a:endParaRPr>
          </a:p>
        </p:txBody>
      </p:sp>
      <p:sp>
        <p:nvSpPr>
          <p:cNvPr id="162" name="Google Shape;162;p4"/>
          <p:cNvSpPr/>
          <p:nvPr/>
        </p:nvSpPr>
        <p:spPr>
          <a:xfrm>
            <a:off x="368136" y="2149434"/>
            <a:ext cx="2749138" cy="1460665"/>
          </a:xfrm>
          <a:prstGeom prst="roundRect">
            <a:avLst>
              <a:gd fmla="val 16667" name="adj"/>
            </a:avLst>
          </a:prstGeom>
          <a:solidFill>
            <a:schemeClr val="accent1"/>
          </a:solidFill>
          <a:ln cap="rnd" cmpd="sng" w="15875">
            <a:solidFill>
              <a:srgbClr val="56030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1000">
                <a:solidFill>
                  <a:schemeClr val="lt1"/>
                </a:solidFill>
                <a:latin typeface="Century Gothic"/>
                <a:ea typeface="Century Gothic"/>
                <a:cs typeface="Century Gothic"/>
                <a:sym typeface="Century Gothic"/>
              </a:rPr>
              <a:t>el concurso en el extranjero no puede ser invocado</a:t>
            </a:r>
            <a:endParaRPr/>
          </a:p>
          <a:p>
            <a:pPr indent="0" lvl="0" marL="0" marR="0" rtl="0" algn="ctr">
              <a:spcBef>
                <a:spcPts val="0"/>
              </a:spcBef>
              <a:spcAft>
                <a:spcPts val="0"/>
              </a:spcAft>
              <a:buNone/>
            </a:pPr>
            <a:r>
              <a:rPr lang="es-ES" sz="1000">
                <a:solidFill>
                  <a:schemeClr val="lt1"/>
                </a:solidFill>
                <a:latin typeface="Century Gothic"/>
                <a:ea typeface="Century Gothic"/>
                <a:cs typeface="Century Gothic"/>
                <a:sym typeface="Century Gothic"/>
              </a:rPr>
              <a:t>contra los acreedores cuyos créditos deban ser pagados en la República para</a:t>
            </a:r>
            <a:endParaRPr/>
          </a:p>
          <a:p>
            <a:pPr indent="0" lvl="0" marL="0" marR="0" rtl="0" algn="ctr">
              <a:spcBef>
                <a:spcPts val="0"/>
              </a:spcBef>
              <a:spcAft>
                <a:spcPts val="0"/>
              </a:spcAft>
              <a:buNone/>
            </a:pPr>
            <a:r>
              <a:rPr lang="es-ES" sz="1000">
                <a:solidFill>
                  <a:schemeClr val="lt1"/>
                </a:solidFill>
                <a:latin typeface="Century Gothic"/>
                <a:ea typeface="Century Gothic"/>
                <a:cs typeface="Century Gothic"/>
                <a:sym typeface="Century Gothic"/>
              </a:rPr>
              <a:t>disputarles derechos que éstos pretendan sobre los bienes existentes en el país</a:t>
            </a:r>
            <a:r>
              <a:rPr lang="es-ES" sz="1800">
                <a:solidFill>
                  <a:schemeClr val="lt1"/>
                </a:solidFill>
                <a:latin typeface="Century Gothic"/>
                <a:ea typeface="Century Gothic"/>
                <a:cs typeface="Century Gothic"/>
                <a:sym typeface="Century Gothic"/>
              </a:rPr>
              <a:t>.</a:t>
            </a:r>
            <a:endParaRPr sz="1800">
              <a:solidFill>
                <a:schemeClr val="lt1"/>
              </a:solidFill>
              <a:latin typeface="Century Gothic"/>
              <a:ea typeface="Century Gothic"/>
              <a:cs typeface="Century Gothic"/>
              <a:sym typeface="Century Gothic"/>
            </a:endParaRPr>
          </a:p>
        </p:txBody>
      </p:sp>
      <p:sp>
        <p:nvSpPr>
          <p:cNvPr id="163" name="Google Shape;163;p4"/>
          <p:cNvSpPr/>
          <p:nvPr/>
        </p:nvSpPr>
        <p:spPr>
          <a:xfrm>
            <a:off x="8661070" y="2149434"/>
            <a:ext cx="2749138" cy="1460665"/>
          </a:xfrm>
          <a:prstGeom prst="roundRect">
            <a:avLst>
              <a:gd fmla="val 16667" name="adj"/>
            </a:avLst>
          </a:prstGeom>
          <a:solidFill>
            <a:schemeClr val="accent1"/>
          </a:solidFill>
          <a:ln cap="rnd" cmpd="sng" w="15875">
            <a:solidFill>
              <a:srgbClr val="56030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1000">
                <a:solidFill>
                  <a:schemeClr val="lt1"/>
                </a:solidFill>
                <a:latin typeface="Century Gothic"/>
                <a:ea typeface="Century Gothic"/>
                <a:cs typeface="Century Gothic"/>
                <a:sym typeface="Century Gothic"/>
              </a:rPr>
              <a:t>el segundo</a:t>
            </a:r>
            <a:endParaRPr/>
          </a:p>
          <a:p>
            <a:pPr indent="0" lvl="0" marL="0" marR="0" rtl="0" algn="ctr">
              <a:spcBef>
                <a:spcPts val="0"/>
              </a:spcBef>
              <a:spcAft>
                <a:spcPts val="0"/>
              </a:spcAft>
              <a:buNone/>
            </a:pPr>
            <a:r>
              <a:rPr lang="es-ES" sz="1000">
                <a:solidFill>
                  <a:schemeClr val="lt1"/>
                </a:solidFill>
                <a:latin typeface="Century Gothic"/>
                <a:ea typeface="Century Gothic"/>
                <a:cs typeface="Century Gothic"/>
                <a:sym typeface="Century Gothic"/>
              </a:rPr>
              <a:t>párrafo del art. 4o dispone que los acreedores pertenecientes al concurso formado</a:t>
            </a:r>
            <a:endParaRPr/>
          </a:p>
          <a:p>
            <a:pPr indent="0" lvl="0" marL="0" marR="0" rtl="0" algn="ctr">
              <a:spcBef>
                <a:spcPts val="0"/>
              </a:spcBef>
              <a:spcAft>
                <a:spcPts val="0"/>
              </a:spcAft>
              <a:buNone/>
            </a:pPr>
            <a:r>
              <a:rPr lang="es-ES" sz="1000">
                <a:solidFill>
                  <a:schemeClr val="lt1"/>
                </a:solidFill>
                <a:latin typeface="Century Gothic"/>
                <a:ea typeface="Century Gothic"/>
                <a:cs typeface="Century Gothic"/>
                <a:sym typeface="Century Gothic"/>
              </a:rPr>
              <a:t>fuera de nuestro país actuarán únicamente sobre el saldo que quede en la quiebra</a:t>
            </a:r>
            <a:endParaRPr/>
          </a:p>
          <a:p>
            <a:pPr indent="0" lvl="0" marL="0" marR="0" rtl="0" algn="ctr">
              <a:spcBef>
                <a:spcPts val="0"/>
              </a:spcBef>
              <a:spcAft>
                <a:spcPts val="0"/>
              </a:spcAft>
              <a:buNone/>
            </a:pPr>
            <a:r>
              <a:rPr lang="es-ES" sz="1000">
                <a:solidFill>
                  <a:schemeClr val="lt1"/>
                </a:solidFill>
                <a:latin typeface="Century Gothic"/>
                <a:ea typeface="Century Gothic"/>
                <a:cs typeface="Century Gothic"/>
                <a:sym typeface="Century Gothic"/>
              </a:rPr>
              <a:t>local, después de pagar los créditos verificados en ella.</a:t>
            </a:r>
            <a:endParaRPr sz="1000">
              <a:solidFill>
                <a:schemeClr val="lt1"/>
              </a:solidFill>
              <a:latin typeface="Century Gothic"/>
              <a:ea typeface="Century Gothic"/>
              <a:cs typeface="Century Gothic"/>
              <a:sym typeface="Century Gothic"/>
            </a:endParaRPr>
          </a:p>
        </p:txBody>
      </p:sp>
      <p:sp>
        <p:nvSpPr>
          <p:cNvPr id="164" name="Google Shape;164;p4"/>
          <p:cNvSpPr/>
          <p:nvPr/>
        </p:nvSpPr>
        <p:spPr>
          <a:xfrm rot="10800000">
            <a:off x="5037117" y="2615540"/>
            <a:ext cx="1704109" cy="528452"/>
          </a:xfrm>
          <a:prstGeom prst="leftRightUpArrow">
            <a:avLst>
              <a:gd fmla="val 25000" name="adj1"/>
              <a:gd fmla="val 25000" name="adj2"/>
              <a:gd fmla="val 25000" name="adj3"/>
            </a:avLst>
          </a:prstGeom>
          <a:solidFill>
            <a:schemeClr val="accent1"/>
          </a:solidFill>
          <a:ln cap="rnd" cmpd="sng" w="15875">
            <a:solidFill>
              <a:srgbClr val="56030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65" name="Google Shape;165;p4"/>
          <p:cNvSpPr/>
          <p:nvPr/>
        </p:nvSpPr>
        <p:spPr>
          <a:xfrm>
            <a:off x="3645725" y="3841668"/>
            <a:ext cx="4904509" cy="2850077"/>
          </a:xfrm>
          <a:prstGeom prst="rect">
            <a:avLst/>
          </a:prstGeom>
          <a:solidFill>
            <a:schemeClr val="accent1"/>
          </a:solidFill>
          <a:ln cap="rnd" cmpd="sng" w="15875">
            <a:solidFill>
              <a:srgbClr val="560301"/>
            </a:solidFill>
            <a:prstDash val="solid"/>
            <a:round/>
            <a:headEnd len="sm" w="sm" type="none"/>
            <a:tailEnd len="sm" w="sm" type="none"/>
          </a:ln>
        </p:spPr>
        <p:txBody>
          <a:bodyPr anchorCtr="0" anchor="ctr" bIns="45700" lIns="91425" spcFirstLastPara="1" rIns="91425" wrap="square" tIns="45700">
            <a:noAutofit/>
          </a:bodyPr>
          <a:lstStyle/>
          <a:p>
            <a:pPr indent="-285750" lvl="0" marL="285750" marR="0" rtl="0" algn="l">
              <a:spcBef>
                <a:spcPts val="0"/>
              </a:spcBef>
              <a:spcAft>
                <a:spcPts val="0"/>
              </a:spcAft>
              <a:buClr>
                <a:schemeClr val="lt1"/>
              </a:buClr>
              <a:buSzPts val="1000"/>
              <a:buFont typeface="Arial"/>
              <a:buChar char="•"/>
            </a:pPr>
            <a:r>
              <a:rPr lang="es-ES" sz="1000">
                <a:solidFill>
                  <a:schemeClr val="lt1"/>
                </a:solidFill>
                <a:latin typeface="Century Gothic"/>
                <a:ea typeface="Century Gothic"/>
                <a:cs typeface="Century Gothic"/>
                <a:sym typeface="Century Gothic"/>
              </a:rPr>
              <a:t>establece lo que se denomina </a:t>
            </a:r>
            <a:r>
              <a:rPr lang="es-ES" sz="1000" u="sng">
                <a:solidFill>
                  <a:schemeClr val="lt1"/>
                </a:solidFill>
                <a:latin typeface="Century Gothic"/>
                <a:ea typeface="Century Gothic"/>
                <a:cs typeface="Century Gothic"/>
                <a:sym typeface="Century Gothic"/>
              </a:rPr>
              <a:t>sistema de preferencia </a:t>
            </a:r>
            <a:r>
              <a:rPr lang="es-ES" sz="1000">
                <a:solidFill>
                  <a:schemeClr val="lt1"/>
                </a:solidFill>
                <a:latin typeface="Century Gothic"/>
                <a:ea typeface="Century Gothic"/>
                <a:cs typeface="Century Gothic"/>
                <a:sym typeface="Century Gothic"/>
              </a:rPr>
              <a:t>y que ha sido validado constitucionalmente, ya que no se tiene en cuenta la nacionalidad del acreedor, sino que se basa en la existencia de un lugar de pago exclusivo fijado en el exterior.</a:t>
            </a:r>
            <a:endParaRPr/>
          </a:p>
          <a:p>
            <a:pPr indent="-285750" lvl="0" marL="285750" marR="0" rtl="0" algn="l">
              <a:spcBef>
                <a:spcPts val="0"/>
              </a:spcBef>
              <a:spcAft>
                <a:spcPts val="0"/>
              </a:spcAft>
              <a:buClr>
                <a:schemeClr val="lt1"/>
              </a:buClr>
              <a:buSzPts val="1000"/>
              <a:buFont typeface="Arial"/>
              <a:buChar char="•"/>
            </a:pPr>
            <a:r>
              <a:rPr lang="es-ES" sz="1000">
                <a:solidFill>
                  <a:schemeClr val="lt1"/>
                </a:solidFill>
                <a:latin typeface="Century Gothic"/>
                <a:ea typeface="Century Gothic"/>
                <a:cs typeface="Century Gothic"/>
                <a:sym typeface="Century Gothic"/>
              </a:rPr>
              <a:t>opera únicamente cuando </a:t>
            </a:r>
            <a:r>
              <a:rPr b="1" lang="es-ES" sz="1000">
                <a:solidFill>
                  <a:schemeClr val="lt1"/>
                </a:solidFill>
                <a:latin typeface="Century Gothic"/>
                <a:ea typeface="Century Gothic"/>
                <a:cs typeface="Century Gothic"/>
                <a:sym typeface="Century Gothic"/>
              </a:rPr>
              <a:t>hay concurso liquidativo local, lo que excluye el caso del concurso preventivo</a:t>
            </a:r>
            <a:r>
              <a:rPr lang="es-ES" sz="1000">
                <a:solidFill>
                  <a:schemeClr val="lt1"/>
                </a:solidFill>
                <a:latin typeface="Century Gothic"/>
                <a:ea typeface="Century Gothic"/>
                <a:cs typeface="Century Gothic"/>
                <a:sym typeface="Century Gothic"/>
              </a:rPr>
              <a:t>.</a:t>
            </a:r>
            <a:endParaRPr/>
          </a:p>
          <a:p>
            <a:pPr indent="-285750" lvl="0" marL="285750" marR="0" rtl="0" algn="l">
              <a:spcBef>
                <a:spcPts val="0"/>
              </a:spcBef>
              <a:spcAft>
                <a:spcPts val="0"/>
              </a:spcAft>
              <a:buClr>
                <a:schemeClr val="lt1"/>
              </a:buClr>
              <a:buSzPts val="1000"/>
              <a:buFont typeface="Arial"/>
              <a:buChar char="•"/>
            </a:pPr>
            <a:r>
              <a:rPr lang="es-ES" sz="1000">
                <a:solidFill>
                  <a:schemeClr val="lt1"/>
                </a:solidFill>
                <a:latin typeface="Century Gothic"/>
                <a:ea typeface="Century Gothic"/>
                <a:cs typeface="Century Gothic"/>
                <a:sym typeface="Century Gothic"/>
              </a:rPr>
              <a:t>los acreedores pertenecientes al concurso formado en el extranjero quedan postergados en la quiebra local por los créditos verificados en ella, los que deben ser satisfechos con preferencia.</a:t>
            </a:r>
            <a:endParaRPr/>
          </a:p>
          <a:p>
            <a:pPr indent="-285750" lvl="0" marL="285750" marR="0" rtl="0" algn="l">
              <a:spcBef>
                <a:spcPts val="0"/>
              </a:spcBef>
              <a:spcAft>
                <a:spcPts val="0"/>
              </a:spcAft>
              <a:buClr>
                <a:schemeClr val="lt1"/>
              </a:buClr>
              <a:buSzPts val="1000"/>
              <a:buFont typeface="Arial"/>
              <a:buChar char="•"/>
            </a:pPr>
            <a:r>
              <a:rPr lang="es-ES" sz="1000">
                <a:solidFill>
                  <a:schemeClr val="lt1"/>
                </a:solidFill>
                <a:latin typeface="Century Gothic"/>
                <a:ea typeface="Century Gothic"/>
                <a:cs typeface="Century Gothic"/>
                <a:sym typeface="Century Gothic"/>
              </a:rPr>
              <a:t>el derecho de los acreedores pertenecientes al concurso extranjero se limita a una actuación sobre el saldo, en los términos del </a:t>
            </a:r>
            <a:r>
              <a:rPr lang="es-ES" sz="1000" u="sng">
                <a:solidFill>
                  <a:schemeClr val="lt1"/>
                </a:solidFill>
                <a:latin typeface="Century Gothic"/>
                <a:ea typeface="Century Gothic"/>
                <a:cs typeface="Century Gothic"/>
                <a:sym typeface="Century Gothic"/>
              </a:rPr>
              <a:t>art. 228 in fine de la LCQ.</a:t>
            </a:r>
            <a:endParaRPr/>
          </a:p>
          <a:p>
            <a:pPr indent="-222250" lvl="0" marL="285750" marR="0" rtl="0" algn="l">
              <a:spcBef>
                <a:spcPts val="0"/>
              </a:spcBef>
              <a:spcAft>
                <a:spcPts val="0"/>
              </a:spcAft>
              <a:buClr>
                <a:schemeClr val="lt1"/>
              </a:buClr>
              <a:buSzPts val="1000"/>
              <a:buFont typeface="Arial"/>
              <a:buNone/>
            </a:pPr>
            <a:r>
              <a:t/>
            </a:r>
            <a:endParaRPr sz="1000">
              <a:solidFill>
                <a:schemeClr val="lt1"/>
              </a:solidFill>
              <a:latin typeface="Century Gothic"/>
              <a:ea typeface="Century Gothic"/>
              <a:cs typeface="Century Gothic"/>
              <a:sym typeface="Century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5"/>
          <p:cNvSpPr txBox="1"/>
          <p:nvPr/>
        </p:nvSpPr>
        <p:spPr>
          <a:xfrm>
            <a:off x="3693225" y="350322"/>
            <a:ext cx="396042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lt1"/>
                </a:solidFill>
                <a:latin typeface="Century Gothic"/>
                <a:ea typeface="Century Gothic"/>
                <a:cs typeface="Century Gothic"/>
                <a:sym typeface="Century Gothic"/>
              </a:rPr>
              <a:t>EL PRINCIPIO DE RECIPROCIDAD</a:t>
            </a:r>
            <a:endParaRPr/>
          </a:p>
        </p:txBody>
      </p:sp>
      <p:grpSp>
        <p:nvGrpSpPr>
          <p:cNvPr id="171" name="Google Shape;171;p5"/>
          <p:cNvGrpSpPr/>
          <p:nvPr/>
        </p:nvGrpSpPr>
        <p:grpSpPr>
          <a:xfrm>
            <a:off x="2032992" y="913804"/>
            <a:ext cx="8127007" cy="5036333"/>
            <a:chOff x="992" y="194138"/>
            <a:chExt cx="8127007" cy="5036333"/>
          </a:xfrm>
        </p:grpSpPr>
        <p:sp>
          <p:nvSpPr>
            <p:cNvPr id="172" name="Google Shape;172;p5"/>
            <p:cNvSpPr/>
            <p:nvPr/>
          </p:nvSpPr>
          <p:spPr>
            <a:xfrm>
              <a:off x="992" y="194138"/>
              <a:ext cx="3869531" cy="2321718"/>
            </a:xfrm>
            <a:prstGeom prst="rect">
              <a:avLst/>
            </a:prstGeom>
            <a:solidFill>
              <a:srgbClr val="760300"/>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5"/>
            <p:cNvSpPr txBox="1"/>
            <p:nvPr/>
          </p:nvSpPr>
          <p:spPr>
            <a:xfrm>
              <a:off x="992" y="194138"/>
              <a:ext cx="3869531" cy="2321718"/>
            </a:xfrm>
            <a:prstGeom prst="rect">
              <a:avLst/>
            </a:prstGeom>
            <a:noFill/>
            <a:ln>
              <a:noFill/>
            </a:ln>
          </p:spPr>
          <p:txBody>
            <a:bodyPr anchorCtr="0" anchor="ctr" bIns="34275" lIns="34275" spcFirstLastPara="1" rIns="34275" wrap="square" tIns="34275">
              <a:noAutofit/>
            </a:bodyPr>
            <a:lstStyle/>
            <a:p>
              <a:pPr indent="0" lvl="0" marL="0" marR="0" rtl="0" algn="ctr">
                <a:lnSpc>
                  <a:spcPct val="90000"/>
                </a:lnSpc>
                <a:spcBef>
                  <a:spcPts val="0"/>
                </a:spcBef>
                <a:spcAft>
                  <a:spcPts val="0"/>
                </a:spcAft>
                <a:buClr>
                  <a:schemeClr val="lt1"/>
                </a:buClr>
                <a:buSzPts val="900"/>
                <a:buFont typeface="Century Gothic"/>
                <a:buNone/>
              </a:pPr>
              <a:r>
                <a:rPr lang="es-ES" sz="900">
                  <a:solidFill>
                    <a:schemeClr val="lt1"/>
                  </a:solidFill>
                  <a:latin typeface="Century Gothic"/>
                  <a:ea typeface="Century Gothic"/>
                  <a:cs typeface="Century Gothic"/>
                  <a:sym typeface="Century Gothic"/>
                </a:rPr>
                <a:t>El acreedor "foráneo", que no pertenece al concurso abierto en el extranjero,</a:t>
              </a:r>
              <a:endParaRPr sz="900">
                <a:solidFill>
                  <a:schemeClr val="lt1"/>
                </a:solidFill>
                <a:latin typeface="Century Gothic"/>
                <a:ea typeface="Century Gothic"/>
                <a:cs typeface="Century Gothic"/>
                <a:sym typeface="Century Gothic"/>
              </a:endParaRPr>
            </a:p>
            <a:p>
              <a:pPr indent="0" lvl="0" marL="0" marR="0" rtl="0" algn="ctr">
                <a:lnSpc>
                  <a:spcPct val="90000"/>
                </a:lnSpc>
                <a:spcBef>
                  <a:spcPts val="315"/>
                </a:spcBef>
                <a:spcAft>
                  <a:spcPts val="0"/>
                </a:spcAft>
                <a:buClr>
                  <a:schemeClr val="lt1"/>
                </a:buClr>
                <a:buSzPts val="900"/>
                <a:buFont typeface="Century Gothic"/>
                <a:buNone/>
              </a:pPr>
              <a:r>
                <a:rPr lang="es-ES" sz="900">
                  <a:solidFill>
                    <a:schemeClr val="lt1"/>
                  </a:solidFill>
                  <a:latin typeface="Century Gothic"/>
                  <a:ea typeface="Century Gothic"/>
                  <a:cs typeface="Century Gothic"/>
                  <a:sym typeface="Century Gothic"/>
                </a:rPr>
                <a:t>puede obtener igualdad de trato con los locales siempre que acredite que en el</a:t>
              </a:r>
              <a:endParaRPr sz="900">
                <a:solidFill>
                  <a:schemeClr val="lt1"/>
                </a:solidFill>
                <a:latin typeface="Century Gothic"/>
                <a:ea typeface="Century Gothic"/>
                <a:cs typeface="Century Gothic"/>
                <a:sym typeface="Century Gothic"/>
              </a:endParaRPr>
            </a:p>
            <a:p>
              <a:pPr indent="0" lvl="0" marL="0" marR="0" rtl="0" algn="ctr">
                <a:lnSpc>
                  <a:spcPct val="90000"/>
                </a:lnSpc>
                <a:spcBef>
                  <a:spcPts val="315"/>
                </a:spcBef>
                <a:spcAft>
                  <a:spcPts val="0"/>
                </a:spcAft>
                <a:buClr>
                  <a:schemeClr val="lt1"/>
                </a:buClr>
                <a:buSzPts val="900"/>
                <a:buFont typeface="Century Gothic"/>
                <a:buNone/>
              </a:pPr>
              <a:r>
                <a:rPr lang="es-ES" sz="900">
                  <a:solidFill>
                    <a:schemeClr val="lt1"/>
                  </a:solidFill>
                  <a:latin typeface="Century Gothic"/>
                  <a:ea typeface="Century Gothic"/>
                  <a:cs typeface="Century Gothic"/>
                  <a:sym typeface="Century Gothic"/>
                </a:rPr>
                <a:t>derecho vigente en el país en el cual el crédito es pagadero, un acreedor</a:t>
              </a:r>
              <a:endParaRPr sz="900">
                <a:solidFill>
                  <a:schemeClr val="lt1"/>
                </a:solidFill>
                <a:latin typeface="Century Gothic"/>
                <a:ea typeface="Century Gothic"/>
                <a:cs typeface="Century Gothic"/>
                <a:sym typeface="Century Gothic"/>
              </a:endParaRPr>
            </a:p>
            <a:p>
              <a:pPr indent="0" lvl="0" marL="0" marR="0" rtl="0" algn="ctr">
                <a:lnSpc>
                  <a:spcPct val="90000"/>
                </a:lnSpc>
                <a:spcBef>
                  <a:spcPts val="315"/>
                </a:spcBef>
                <a:spcAft>
                  <a:spcPts val="0"/>
                </a:spcAft>
                <a:buClr>
                  <a:schemeClr val="lt1"/>
                </a:buClr>
                <a:buSzPts val="900"/>
                <a:buFont typeface="Century Gothic"/>
                <a:buNone/>
              </a:pPr>
              <a:r>
                <a:rPr lang="es-ES" sz="900">
                  <a:solidFill>
                    <a:schemeClr val="lt1"/>
                  </a:solidFill>
                  <a:latin typeface="Century Gothic"/>
                  <a:ea typeface="Century Gothic"/>
                  <a:cs typeface="Century Gothic"/>
                  <a:sym typeface="Century Gothic"/>
                </a:rPr>
                <a:t>"argentino" (rectius: pagadero en Argentina) tiene reciprocidad de verificación y</a:t>
              </a:r>
              <a:endParaRPr sz="900">
                <a:solidFill>
                  <a:schemeClr val="lt1"/>
                </a:solidFill>
                <a:latin typeface="Century Gothic"/>
                <a:ea typeface="Century Gothic"/>
                <a:cs typeface="Century Gothic"/>
                <a:sym typeface="Century Gothic"/>
              </a:endParaRPr>
            </a:p>
            <a:p>
              <a:pPr indent="0" lvl="0" marL="0" marR="0" rtl="0" algn="ctr">
                <a:lnSpc>
                  <a:spcPct val="90000"/>
                </a:lnSpc>
                <a:spcBef>
                  <a:spcPts val="315"/>
                </a:spcBef>
                <a:spcAft>
                  <a:spcPts val="0"/>
                </a:spcAft>
                <a:buClr>
                  <a:schemeClr val="lt1"/>
                </a:buClr>
                <a:buSzPts val="900"/>
                <a:buFont typeface="Century Gothic"/>
                <a:buNone/>
              </a:pPr>
              <a:r>
                <a:rPr lang="es-ES" sz="900">
                  <a:solidFill>
                    <a:schemeClr val="lt1"/>
                  </a:solidFill>
                  <a:latin typeface="Century Gothic"/>
                  <a:ea typeface="Century Gothic"/>
                  <a:cs typeface="Century Gothic"/>
                  <a:sym typeface="Century Gothic"/>
                </a:rPr>
                <a:t>cobro.</a:t>
              </a:r>
              <a:endParaRPr/>
            </a:p>
          </p:txBody>
        </p:sp>
        <p:sp>
          <p:nvSpPr>
            <p:cNvPr id="174" name="Google Shape;174;p5"/>
            <p:cNvSpPr/>
            <p:nvPr/>
          </p:nvSpPr>
          <p:spPr>
            <a:xfrm>
              <a:off x="4257476" y="194138"/>
              <a:ext cx="3869531" cy="2321718"/>
            </a:xfrm>
            <a:prstGeom prst="rect">
              <a:avLst/>
            </a:prstGeom>
            <a:solidFill>
              <a:srgbClr val="760300"/>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5"/>
            <p:cNvSpPr txBox="1"/>
            <p:nvPr/>
          </p:nvSpPr>
          <p:spPr>
            <a:xfrm>
              <a:off x="4257476" y="194138"/>
              <a:ext cx="3869531" cy="2321718"/>
            </a:xfrm>
            <a:prstGeom prst="rect">
              <a:avLst/>
            </a:prstGeom>
            <a:noFill/>
            <a:ln>
              <a:noFill/>
            </a:ln>
          </p:spPr>
          <p:txBody>
            <a:bodyPr anchorCtr="0" anchor="ctr" bIns="34275" lIns="34275" spcFirstLastPara="1" rIns="34275" wrap="square" tIns="34275">
              <a:noAutofit/>
            </a:bodyPr>
            <a:lstStyle/>
            <a:p>
              <a:pPr indent="0" lvl="0" marL="0" marR="0" rtl="0" algn="ctr">
                <a:lnSpc>
                  <a:spcPct val="90000"/>
                </a:lnSpc>
                <a:spcBef>
                  <a:spcPts val="0"/>
                </a:spcBef>
                <a:spcAft>
                  <a:spcPts val="0"/>
                </a:spcAft>
                <a:buClr>
                  <a:schemeClr val="lt1"/>
                </a:buClr>
                <a:buSzPts val="900"/>
                <a:buFont typeface="Century Gothic"/>
                <a:buNone/>
              </a:pPr>
              <a:r>
                <a:rPr lang="es-ES" sz="900">
                  <a:solidFill>
                    <a:schemeClr val="lt1"/>
                  </a:solidFill>
                  <a:latin typeface="Century Gothic"/>
                  <a:ea typeface="Century Gothic"/>
                  <a:cs typeface="Century Gothic"/>
                  <a:sym typeface="Century Gothic"/>
                </a:rPr>
                <a:t>La verificación de tales acreedores está condicionada a la existencia de</a:t>
              </a:r>
              <a:endParaRPr sz="900">
                <a:solidFill>
                  <a:schemeClr val="lt1"/>
                </a:solidFill>
                <a:latin typeface="Century Gothic"/>
                <a:ea typeface="Century Gothic"/>
                <a:cs typeface="Century Gothic"/>
                <a:sym typeface="Century Gothic"/>
              </a:endParaRPr>
            </a:p>
            <a:p>
              <a:pPr indent="0" lvl="0" marL="0" marR="0" rtl="0" algn="ctr">
                <a:lnSpc>
                  <a:spcPct val="90000"/>
                </a:lnSpc>
                <a:spcBef>
                  <a:spcPts val="315"/>
                </a:spcBef>
                <a:spcAft>
                  <a:spcPts val="0"/>
                </a:spcAft>
                <a:buClr>
                  <a:schemeClr val="lt1"/>
                </a:buClr>
                <a:buSzPts val="900"/>
                <a:buFont typeface="Century Gothic"/>
                <a:buNone/>
              </a:pPr>
              <a:r>
                <a:rPr lang="es-ES" sz="900">
                  <a:solidFill>
                    <a:schemeClr val="lt1"/>
                  </a:solidFill>
                  <a:latin typeface="Century Gothic"/>
                  <a:ea typeface="Century Gothic"/>
                  <a:cs typeface="Century Gothic"/>
                  <a:sym typeface="Century Gothic"/>
                </a:rPr>
                <a:t>reciprocidad, o sea, a la prueba de la falta de discriminación en la ley extranjera.</a:t>
              </a:r>
              <a:endParaRPr sz="900">
                <a:solidFill>
                  <a:schemeClr val="lt1"/>
                </a:solidFill>
                <a:latin typeface="Century Gothic"/>
                <a:ea typeface="Century Gothic"/>
                <a:cs typeface="Century Gothic"/>
                <a:sym typeface="Century Gothic"/>
              </a:endParaRPr>
            </a:p>
          </p:txBody>
        </p:sp>
        <p:sp>
          <p:nvSpPr>
            <p:cNvPr id="176" name="Google Shape;176;p5"/>
            <p:cNvSpPr/>
            <p:nvPr/>
          </p:nvSpPr>
          <p:spPr>
            <a:xfrm>
              <a:off x="678372" y="2902810"/>
              <a:ext cx="2514769" cy="2321718"/>
            </a:xfrm>
            <a:prstGeom prst="rect">
              <a:avLst/>
            </a:prstGeom>
            <a:solidFill>
              <a:srgbClr val="760300"/>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5"/>
            <p:cNvSpPr txBox="1"/>
            <p:nvPr/>
          </p:nvSpPr>
          <p:spPr>
            <a:xfrm>
              <a:off x="678372" y="2902810"/>
              <a:ext cx="2514769" cy="2321718"/>
            </a:xfrm>
            <a:prstGeom prst="rect">
              <a:avLst/>
            </a:prstGeom>
            <a:noFill/>
            <a:ln>
              <a:noFill/>
            </a:ln>
          </p:spPr>
          <p:txBody>
            <a:bodyPr anchorCtr="0" anchor="ctr" bIns="34275" lIns="34275" spcFirstLastPara="1" rIns="34275" wrap="square" tIns="34275">
              <a:noAutofit/>
            </a:bodyPr>
            <a:lstStyle/>
            <a:p>
              <a:pPr indent="0" lvl="0" marL="0" marR="0" rtl="0" algn="ctr">
                <a:lnSpc>
                  <a:spcPct val="90000"/>
                </a:lnSpc>
                <a:spcBef>
                  <a:spcPts val="0"/>
                </a:spcBef>
                <a:spcAft>
                  <a:spcPts val="0"/>
                </a:spcAft>
                <a:buClr>
                  <a:schemeClr val="lt1"/>
                </a:buClr>
                <a:buSzPts val="900"/>
                <a:buFont typeface="Century Gothic"/>
                <a:buNone/>
              </a:pPr>
              <a:r>
                <a:rPr lang="es-ES" sz="900">
                  <a:solidFill>
                    <a:schemeClr val="lt1"/>
                  </a:solidFill>
                  <a:latin typeface="Century Gothic"/>
                  <a:ea typeface="Century Gothic"/>
                  <a:cs typeface="Century Gothic"/>
                  <a:sym typeface="Century Gothic"/>
                </a:rPr>
                <a:t>La ley 24.522 exceptuó de la carga de acreditar la reciprocidad a los titulares de</a:t>
              </a:r>
              <a:endParaRPr sz="900">
                <a:solidFill>
                  <a:schemeClr val="lt1"/>
                </a:solidFill>
                <a:latin typeface="Century Gothic"/>
                <a:ea typeface="Century Gothic"/>
                <a:cs typeface="Century Gothic"/>
                <a:sym typeface="Century Gothic"/>
              </a:endParaRPr>
            </a:p>
            <a:p>
              <a:pPr indent="0" lvl="0" marL="0" marR="0" rtl="0" algn="ctr">
                <a:lnSpc>
                  <a:spcPct val="90000"/>
                </a:lnSpc>
                <a:spcBef>
                  <a:spcPts val="315"/>
                </a:spcBef>
                <a:spcAft>
                  <a:spcPts val="0"/>
                </a:spcAft>
                <a:buClr>
                  <a:schemeClr val="lt1"/>
                </a:buClr>
                <a:buSzPts val="900"/>
                <a:buFont typeface="Century Gothic"/>
                <a:buNone/>
              </a:pPr>
              <a:r>
                <a:rPr lang="es-ES" sz="900">
                  <a:solidFill>
                    <a:schemeClr val="lt1"/>
                  </a:solidFill>
                  <a:latin typeface="Century Gothic"/>
                  <a:ea typeface="Century Gothic"/>
                  <a:cs typeface="Century Gothic"/>
                  <a:sym typeface="Century Gothic"/>
                </a:rPr>
                <a:t>créditos con garantía real. Es decir que los acreedores extranjeros (pagaderos en</a:t>
              </a:r>
              <a:endParaRPr sz="900">
                <a:solidFill>
                  <a:schemeClr val="lt1"/>
                </a:solidFill>
                <a:latin typeface="Century Gothic"/>
                <a:ea typeface="Century Gothic"/>
                <a:cs typeface="Century Gothic"/>
                <a:sym typeface="Century Gothic"/>
              </a:endParaRPr>
            </a:p>
            <a:p>
              <a:pPr indent="0" lvl="0" marL="0" marR="0" rtl="0" algn="ctr">
                <a:lnSpc>
                  <a:spcPct val="90000"/>
                </a:lnSpc>
                <a:spcBef>
                  <a:spcPts val="315"/>
                </a:spcBef>
                <a:spcAft>
                  <a:spcPts val="0"/>
                </a:spcAft>
                <a:buClr>
                  <a:schemeClr val="lt1"/>
                </a:buClr>
                <a:buSzPts val="900"/>
                <a:buFont typeface="Century Gothic"/>
                <a:buNone/>
              </a:pPr>
              <a:r>
                <a:rPr lang="es-ES" sz="900">
                  <a:solidFill>
                    <a:schemeClr val="lt1"/>
                  </a:solidFill>
                  <a:latin typeface="Century Gothic"/>
                  <a:ea typeface="Century Gothic"/>
                  <a:cs typeface="Century Gothic"/>
                  <a:sym typeface="Century Gothic"/>
                </a:rPr>
                <a:t>otro país) que gozan de garantías reales concurrirán en el país con los acreedores</a:t>
              </a:r>
              <a:endParaRPr sz="900">
                <a:solidFill>
                  <a:schemeClr val="lt1"/>
                </a:solidFill>
                <a:latin typeface="Century Gothic"/>
                <a:ea typeface="Century Gothic"/>
                <a:cs typeface="Century Gothic"/>
                <a:sym typeface="Century Gothic"/>
              </a:endParaRPr>
            </a:p>
            <a:p>
              <a:pPr indent="0" lvl="0" marL="0" marR="0" rtl="0" algn="ctr">
                <a:lnSpc>
                  <a:spcPct val="90000"/>
                </a:lnSpc>
                <a:spcBef>
                  <a:spcPts val="315"/>
                </a:spcBef>
                <a:spcAft>
                  <a:spcPts val="0"/>
                </a:spcAft>
                <a:buClr>
                  <a:schemeClr val="lt1"/>
                </a:buClr>
                <a:buSzPts val="900"/>
                <a:buFont typeface="Century Gothic"/>
                <a:buNone/>
              </a:pPr>
              <a:r>
                <a:t/>
              </a:r>
              <a:endParaRPr sz="900">
                <a:solidFill>
                  <a:schemeClr val="lt1"/>
                </a:solidFill>
                <a:latin typeface="Century Gothic"/>
                <a:ea typeface="Century Gothic"/>
                <a:cs typeface="Century Gothic"/>
                <a:sym typeface="Century Gothic"/>
              </a:endParaRPr>
            </a:p>
            <a:p>
              <a:pPr indent="0" lvl="0" marL="0" marR="0" rtl="0" algn="ctr">
                <a:lnSpc>
                  <a:spcPct val="90000"/>
                </a:lnSpc>
                <a:spcBef>
                  <a:spcPts val="315"/>
                </a:spcBef>
                <a:spcAft>
                  <a:spcPts val="0"/>
                </a:spcAft>
                <a:buClr>
                  <a:schemeClr val="lt1"/>
                </a:buClr>
                <a:buSzPts val="900"/>
                <a:buFont typeface="Century Gothic"/>
                <a:buNone/>
              </a:pPr>
              <a:r>
                <a:rPr lang="es-ES" sz="900">
                  <a:solidFill>
                    <a:schemeClr val="lt1"/>
                  </a:solidFill>
                  <a:latin typeface="Century Gothic"/>
                  <a:ea typeface="Century Gothic"/>
                  <a:cs typeface="Century Gothic"/>
                  <a:sym typeface="Century Gothic"/>
                </a:rPr>
                <a:t>locales en igualdad de condiciones, sin necesidad de acreditar la reciprocidad, en</a:t>
              </a:r>
              <a:endParaRPr sz="900">
                <a:solidFill>
                  <a:schemeClr val="lt1"/>
                </a:solidFill>
                <a:latin typeface="Century Gothic"/>
                <a:ea typeface="Century Gothic"/>
                <a:cs typeface="Century Gothic"/>
                <a:sym typeface="Century Gothic"/>
              </a:endParaRPr>
            </a:p>
            <a:p>
              <a:pPr indent="0" lvl="0" marL="0" marR="0" rtl="0" algn="ctr">
                <a:lnSpc>
                  <a:spcPct val="90000"/>
                </a:lnSpc>
                <a:spcBef>
                  <a:spcPts val="315"/>
                </a:spcBef>
                <a:spcAft>
                  <a:spcPts val="0"/>
                </a:spcAft>
                <a:buClr>
                  <a:schemeClr val="lt1"/>
                </a:buClr>
                <a:buSzPts val="900"/>
                <a:buFont typeface="Century Gothic"/>
                <a:buNone/>
              </a:pPr>
              <a:r>
                <a:rPr lang="es-ES" sz="900">
                  <a:solidFill>
                    <a:schemeClr val="lt1"/>
                  </a:solidFill>
                  <a:latin typeface="Century Gothic"/>
                  <a:ea typeface="Century Gothic"/>
                  <a:cs typeface="Century Gothic"/>
                  <a:sym typeface="Century Gothic"/>
                </a:rPr>
                <a:t>un agregado final totalmente asistemático y de difícil comprensión.</a:t>
              </a:r>
              <a:endParaRPr sz="900">
                <a:solidFill>
                  <a:schemeClr val="lt1"/>
                </a:solidFill>
                <a:latin typeface="Century Gothic"/>
                <a:ea typeface="Century Gothic"/>
                <a:cs typeface="Century Gothic"/>
                <a:sym typeface="Century Gothic"/>
              </a:endParaRPr>
            </a:p>
          </p:txBody>
        </p:sp>
        <p:sp>
          <p:nvSpPr>
            <p:cNvPr id="178" name="Google Shape;178;p5"/>
            <p:cNvSpPr/>
            <p:nvPr/>
          </p:nvSpPr>
          <p:spPr>
            <a:xfrm>
              <a:off x="4258468" y="2908753"/>
              <a:ext cx="3869531" cy="2321718"/>
            </a:xfrm>
            <a:prstGeom prst="rect">
              <a:avLst/>
            </a:prstGeom>
            <a:solidFill>
              <a:srgbClr val="760300"/>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5"/>
            <p:cNvSpPr txBox="1"/>
            <p:nvPr/>
          </p:nvSpPr>
          <p:spPr>
            <a:xfrm>
              <a:off x="4258468" y="2908753"/>
              <a:ext cx="3869531" cy="2321718"/>
            </a:xfrm>
            <a:prstGeom prst="rect">
              <a:avLst/>
            </a:prstGeom>
            <a:noFill/>
            <a:ln>
              <a:noFill/>
            </a:ln>
          </p:spPr>
          <p:txBody>
            <a:bodyPr anchorCtr="0" anchor="ctr" bIns="34275" lIns="34275" spcFirstLastPara="1" rIns="34275" wrap="square" tIns="34275">
              <a:noAutofit/>
            </a:bodyPr>
            <a:lstStyle/>
            <a:p>
              <a:pPr indent="0" lvl="0" marL="0" marR="0" rtl="0" algn="ctr">
                <a:lnSpc>
                  <a:spcPct val="90000"/>
                </a:lnSpc>
                <a:spcBef>
                  <a:spcPts val="0"/>
                </a:spcBef>
                <a:spcAft>
                  <a:spcPts val="0"/>
                </a:spcAft>
                <a:buClr>
                  <a:schemeClr val="lt1"/>
                </a:buClr>
                <a:buSzPts val="900"/>
                <a:buFont typeface="Century Gothic"/>
                <a:buNone/>
              </a:pPr>
              <a:r>
                <a:rPr lang="es-ES" sz="900">
                  <a:solidFill>
                    <a:schemeClr val="lt1"/>
                  </a:solidFill>
                  <a:latin typeface="Century Gothic"/>
                  <a:ea typeface="Century Gothic"/>
                  <a:cs typeface="Century Gothic"/>
                  <a:sym typeface="Century Gothic"/>
                </a:rPr>
                <a:t>El tema había llevado a que los juristas se cuestionasen si era razonable que</a:t>
              </a:r>
              <a:endParaRPr sz="900">
                <a:solidFill>
                  <a:schemeClr val="lt1"/>
                </a:solidFill>
                <a:latin typeface="Century Gothic"/>
                <a:ea typeface="Century Gothic"/>
                <a:cs typeface="Century Gothic"/>
                <a:sym typeface="Century Gothic"/>
              </a:endParaRPr>
            </a:p>
            <a:p>
              <a:pPr indent="0" lvl="0" marL="0" marR="0" rtl="0" algn="ctr">
                <a:lnSpc>
                  <a:spcPct val="90000"/>
                </a:lnSpc>
                <a:spcBef>
                  <a:spcPts val="315"/>
                </a:spcBef>
                <a:spcAft>
                  <a:spcPts val="0"/>
                </a:spcAft>
                <a:buClr>
                  <a:schemeClr val="lt1"/>
                </a:buClr>
                <a:buSzPts val="900"/>
                <a:buFont typeface="Century Gothic"/>
                <a:buNone/>
              </a:pPr>
              <a:r>
                <a:rPr lang="es-ES" sz="900">
                  <a:solidFill>
                    <a:schemeClr val="lt1"/>
                  </a:solidFill>
                  <a:latin typeface="Century Gothic"/>
                  <a:ea typeface="Century Gothic"/>
                  <a:cs typeface="Century Gothic"/>
                  <a:sym typeface="Century Gothic"/>
                </a:rPr>
                <a:t>un acreedor pagadero en el exterior, pero cuyo crédito estaba garantizado con</a:t>
              </a:r>
              <a:endParaRPr sz="900">
                <a:solidFill>
                  <a:schemeClr val="lt1"/>
                </a:solidFill>
                <a:latin typeface="Century Gothic"/>
                <a:ea typeface="Century Gothic"/>
                <a:cs typeface="Century Gothic"/>
                <a:sym typeface="Century Gothic"/>
              </a:endParaRPr>
            </a:p>
            <a:p>
              <a:pPr indent="0" lvl="0" marL="0" marR="0" rtl="0" algn="ctr">
                <a:lnSpc>
                  <a:spcPct val="90000"/>
                </a:lnSpc>
                <a:spcBef>
                  <a:spcPts val="315"/>
                </a:spcBef>
                <a:spcAft>
                  <a:spcPts val="0"/>
                </a:spcAft>
                <a:buClr>
                  <a:schemeClr val="lt1"/>
                </a:buClr>
                <a:buSzPts val="900"/>
                <a:buFont typeface="Century Gothic"/>
                <a:buNone/>
              </a:pPr>
              <a:r>
                <a:rPr lang="es-ES" sz="900">
                  <a:solidFill>
                    <a:schemeClr val="lt1"/>
                  </a:solidFill>
                  <a:latin typeface="Century Gothic"/>
                  <a:ea typeface="Century Gothic"/>
                  <a:cs typeface="Century Gothic"/>
                  <a:sym typeface="Century Gothic"/>
                </a:rPr>
                <a:t>derecho real sobre bienes ubicados en la República, quedase pospuesto por</a:t>
              </a:r>
              <a:endParaRPr sz="900">
                <a:solidFill>
                  <a:schemeClr val="lt1"/>
                </a:solidFill>
                <a:latin typeface="Century Gothic"/>
                <a:ea typeface="Century Gothic"/>
                <a:cs typeface="Century Gothic"/>
                <a:sym typeface="Century Gothic"/>
              </a:endParaRPr>
            </a:p>
            <a:p>
              <a:pPr indent="0" lvl="0" marL="0" marR="0" rtl="0" algn="ctr">
                <a:lnSpc>
                  <a:spcPct val="90000"/>
                </a:lnSpc>
                <a:spcBef>
                  <a:spcPts val="315"/>
                </a:spcBef>
                <a:spcAft>
                  <a:spcPts val="0"/>
                </a:spcAft>
                <a:buClr>
                  <a:schemeClr val="lt1"/>
                </a:buClr>
                <a:buSzPts val="900"/>
                <a:buFont typeface="Century Gothic"/>
                <a:buNone/>
              </a:pPr>
              <a:r>
                <a:rPr lang="es-ES" sz="900">
                  <a:solidFill>
                    <a:schemeClr val="lt1"/>
                  </a:solidFill>
                  <a:latin typeface="Century Gothic"/>
                  <a:ea typeface="Century Gothic"/>
                  <a:cs typeface="Century Gothic"/>
                  <a:sym typeface="Century Gothic"/>
                </a:rPr>
                <a:t>acreedores locales quirografarios(123).</a:t>
              </a:r>
              <a:endParaRPr/>
            </a:p>
          </p:txBody>
        </p:sp>
      </p:grpSp>
      <p:sp>
        <p:nvSpPr>
          <p:cNvPr id="180" name="Google Shape;180;p5"/>
          <p:cNvSpPr/>
          <p:nvPr/>
        </p:nvSpPr>
        <p:spPr>
          <a:xfrm>
            <a:off x="5450774" y="4411683"/>
            <a:ext cx="645226" cy="878774"/>
          </a:xfrm>
          <a:prstGeom prst="chevron">
            <a:avLst>
              <a:gd fmla="val 50000" name="adj"/>
            </a:avLst>
          </a:prstGeom>
          <a:solidFill>
            <a:schemeClr val="accent1"/>
          </a:solidFill>
          <a:ln cap="rnd" cmpd="sng" w="15875">
            <a:solidFill>
              <a:srgbClr val="56030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6"/>
          <p:cNvSpPr txBox="1"/>
          <p:nvPr/>
        </p:nvSpPr>
        <p:spPr>
          <a:xfrm>
            <a:off x="3927763" y="380011"/>
            <a:ext cx="334884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lt1"/>
                </a:solidFill>
                <a:latin typeface="Century Gothic"/>
                <a:ea typeface="Century Gothic"/>
                <a:cs typeface="Century Gothic"/>
                <a:sym typeface="Century Gothic"/>
              </a:rPr>
              <a:t>PARIDAD DE DIVIDENDOS</a:t>
            </a:r>
            <a:endParaRPr/>
          </a:p>
        </p:txBody>
      </p:sp>
      <p:sp>
        <p:nvSpPr>
          <p:cNvPr id="186" name="Google Shape;186;p6"/>
          <p:cNvSpPr txBox="1"/>
          <p:nvPr/>
        </p:nvSpPr>
        <p:spPr>
          <a:xfrm>
            <a:off x="1366652" y="2274838"/>
            <a:ext cx="9458696" cy="20313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a:solidFill>
                  <a:schemeClr val="lt1"/>
                </a:solidFill>
                <a:latin typeface="Century Gothic"/>
                <a:ea typeface="Century Gothic"/>
                <a:cs typeface="Century Gothic"/>
                <a:sym typeface="Century Gothic"/>
              </a:rPr>
              <a:t>La parte final del art. 4o resuelve la situación del acreedor que logró cobrar una</a:t>
            </a:r>
            <a:endParaRPr/>
          </a:p>
          <a:p>
            <a:pPr indent="0" lvl="0" marL="0" marR="0" rtl="0" algn="ctr">
              <a:spcBef>
                <a:spcPts val="0"/>
              </a:spcBef>
              <a:spcAft>
                <a:spcPts val="0"/>
              </a:spcAft>
              <a:buNone/>
            </a:pPr>
            <a:r>
              <a:rPr lang="es-ES" sz="1800">
                <a:solidFill>
                  <a:schemeClr val="lt1"/>
                </a:solidFill>
                <a:latin typeface="Century Gothic"/>
                <a:ea typeface="Century Gothic"/>
                <a:cs typeface="Century Gothic"/>
                <a:sym typeface="Century Gothic"/>
              </a:rPr>
              <a:t>porción de su crédito en el extranjero y estipula que su participación en el</a:t>
            </a:r>
            <a:endParaRPr/>
          </a:p>
          <a:p>
            <a:pPr indent="0" lvl="0" marL="0" marR="0" rtl="0" algn="ctr">
              <a:spcBef>
                <a:spcPts val="0"/>
              </a:spcBef>
              <a:spcAft>
                <a:spcPts val="0"/>
              </a:spcAft>
              <a:buNone/>
            </a:pPr>
            <a:r>
              <a:rPr lang="es-ES" sz="1800">
                <a:solidFill>
                  <a:schemeClr val="lt1"/>
                </a:solidFill>
                <a:latin typeface="Century Gothic"/>
                <a:ea typeface="Century Gothic"/>
                <a:cs typeface="Century Gothic"/>
                <a:sym typeface="Century Gothic"/>
              </a:rPr>
              <a:t>dividendo concursal argentino se disminuya en la proporción del beneficio recibido en el exterior.</a:t>
            </a:r>
            <a:endParaRPr/>
          </a:p>
          <a:p>
            <a:pPr indent="0" lvl="0" marL="0" marR="0" rtl="0" algn="ctr">
              <a:spcBef>
                <a:spcPts val="0"/>
              </a:spcBef>
              <a:spcAft>
                <a:spcPts val="0"/>
              </a:spcAft>
              <a:buNone/>
            </a:pPr>
            <a:r>
              <a:rPr lang="es-ES" sz="1800">
                <a:solidFill>
                  <a:schemeClr val="lt1"/>
                </a:solidFill>
                <a:latin typeface="Century Gothic"/>
                <a:ea typeface="Century Gothic"/>
                <a:cs typeface="Century Gothic"/>
                <a:sym typeface="Century Gothic"/>
              </a:rPr>
              <a:t>Así, la norma establece que la deducción debe hacerse en la proporción de</a:t>
            </a:r>
            <a:endParaRPr/>
          </a:p>
          <a:p>
            <a:pPr indent="0" lvl="0" marL="0" marR="0" rtl="0" algn="ctr">
              <a:spcBef>
                <a:spcPts val="0"/>
              </a:spcBef>
              <a:spcAft>
                <a:spcPts val="0"/>
              </a:spcAft>
              <a:buNone/>
            </a:pPr>
            <a:r>
              <a:rPr lang="es-ES" sz="1800">
                <a:solidFill>
                  <a:schemeClr val="lt1"/>
                </a:solidFill>
                <a:latin typeface="Century Gothic"/>
                <a:ea typeface="Century Gothic"/>
                <a:cs typeface="Century Gothic"/>
                <a:sym typeface="Century Gothic"/>
              </a:rPr>
              <a:t>cobro que se hubiere establecido e indudablemente la regla de la paridad se aplica tanto al concurso preventivo como a la quiebra.</a:t>
            </a:r>
            <a:endParaRPr sz="1800">
              <a:solidFill>
                <a:schemeClr val="lt1"/>
              </a:solidFill>
              <a:latin typeface="Century Gothic"/>
              <a:ea typeface="Century Gothic"/>
              <a:cs typeface="Century Gothic"/>
              <a:sym typeface="Century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7"/>
          <p:cNvSpPr/>
          <p:nvPr/>
        </p:nvSpPr>
        <p:spPr>
          <a:xfrm>
            <a:off x="1965366" y="433449"/>
            <a:ext cx="8467107" cy="1128156"/>
          </a:xfrm>
          <a:prstGeom prst="rect">
            <a:avLst/>
          </a:prstGeom>
          <a:gradFill>
            <a:gsLst>
              <a:gs pos="0">
                <a:srgbClr val="AB2727"/>
              </a:gs>
              <a:gs pos="100000">
                <a:srgbClr val="640401"/>
              </a:gs>
            </a:gsLst>
            <a:lin ang="5400000" scaled="0"/>
          </a:gradFill>
          <a:ln>
            <a:noFill/>
          </a:ln>
          <a:effectLst>
            <a:outerShdw blurRad="50800" rotWithShape="0" dir="5400000" dist="38100">
              <a:srgbClr val="000000">
                <a:alpha val="4588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s-ES" sz="3200">
                <a:solidFill>
                  <a:schemeClr val="lt1"/>
                </a:solidFill>
                <a:latin typeface="Century Gothic"/>
                <a:ea typeface="Century Gothic"/>
                <a:cs typeface="Century Gothic"/>
                <a:sym typeface="Century Gothic"/>
              </a:rPr>
              <a:t>JURISPRUDENCIA</a:t>
            </a:r>
            <a:endParaRPr sz="3200">
              <a:solidFill>
                <a:schemeClr val="lt1"/>
              </a:solidFill>
              <a:latin typeface="Century Gothic"/>
              <a:ea typeface="Century Gothic"/>
              <a:cs typeface="Century Gothic"/>
              <a:sym typeface="Century Gothic"/>
            </a:endParaRPr>
          </a:p>
        </p:txBody>
      </p:sp>
      <p:sp>
        <p:nvSpPr>
          <p:cNvPr id="192" name="Google Shape;192;p7"/>
          <p:cNvSpPr/>
          <p:nvPr/>
        </p:nvSpPr>
        <p:spPr>
          <a:xfrm>
            <a:off x="1965366" y="1866404"/>
            <a:ext cx="8467107" cy="4397829"/>
          </a:xfrm>
          <a:prstGeom prst="rect">
            <a:avLst/>
          </a:prstGeom>
          <a:gradFill>
            <a:gsLst>
              <a:gs pos="0">
                <a:srgbClr val="AB2727"/>
              </a:gs>
              <a:gs pos="100000">
                <a:srgbClr val="640401"/>
              </a:gs>
            </a:gsLst>
            <a:lin ang="5400000" scaled="0"/>
          </a:gradFill>
          <a:ln>
            <a:noFill/>
          </a:ln>
          <a:effectLst>
            <a:outerShdw blurRad="50800" rotWithShape="0" dir="5400000" dist="38100">
              <a:srgbClr val="000000">
                <a:alpha val="4588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i="1" lang="es-ES" sz="1500">
                <a:solidFill>
                  <a:schemeClr val="lt1"/>
                </a:solidFill>
                <a:latin typeface="Century Gothic"/>
                <a:ea typeface="Century Gothic"/>
                <a:cs typeface="Century Gothic"/>
                <a:sym typeface="Century Gothic"/>
              </a:rPr>
              <a:t>La preferencia local preceptuada por el párrafo 2" del artículo 4" de la ley 19.55 1 se aplica sólo en caso de quiebra abierta en la Argentina; criterio este último, que resulta aplicable al texto reformado por la ley 22.9 17, que ha mantenido la ley 24.522. En virtud de que el párrafo 3" del artículo 4" de la ley 24.522 no establece concretamente sobre quién recae el onus probandi de la reciprocidad en el tratamiento del caso -es decir, la falta de discriminación de la ley extranjera o de su jurisprudencia dominante o de la práctica establecida- no se advierte fundamento legal para poner la acreditación de dicho recaudo sólo en cabeza del acreedor; pudiendo, como alternativa, ser demostrado por el síndico o el juez interviniente. CNCom., sala A, 24-9-97, "Banco Federal Argentino SA s1Quiebra shnc. de revisión por Banco do Estado de S20 Paulo, SA Agencia Tokio", E. D. del 8-10-98, </a:t>
            </a:r>
            <a:endParaRPr i="1" sz="1500">
              <a:solidFill>
                <a:schemeClr val="lt1"/>
              </a:solidFill>
              <a:latin typeface="Century Gothic"/>
              <a:ea typeface="Century Gothic"/>
              <a:cs typeface="Century Gothic"/>
              <a:sym typeface="Century Gothic"/>
            </a:endParaRPr>
          </a:p>
        </p:txBody>
      </p:sp>
    </p:spTree>
  </p:cSld>
  <p:clrMapOvr>
    <a:masterClrMapping/>
  </p:clrMapOvr>
</p:sld>
</file>

<file path=ppt/theme/theme1.xml><?xml version="1.0" encoding="utf-8"?>
<a:theme xmlns:a="http://schemas.openxmlformats.org/drawingml/2006/main" xmlns:r="http://schemas.openxmlformats.org/officeDocument/2006/relationships" name="Sector">
  <a:themeElements>
    <a:clrScheme name="Slice">
      <a:dk1>
        <a:srgbClr val="000000"/>
      </a:dk1>
      <a:lt1>
        <a:srgbClr val="FFFFFF"/>
      </a:lt1>
      <a:dk2>
        <a:srgbClr val="D06F1E"/>
      </a:dk2>
      <a:lt2>
        <a:srgbClr val="F0BE21"/>
      </a:lt2>
      <a:accent1>
        <a:srgbClr val="760603"/>
      </a:accent1>
      <a:accent2>
        <a:srgbClr val="9F761A"/>
      </a:accent2>
      <a:accent3>
        <a:srgbClr val="92A200"/>
      </a:accent3>
      <a:accent4>
        <a:srgbClr val="4AA157"/>
      </a:accent4>
      <a:accent5>
        <a:srgbClr val="46788D"/>
      </a:accent5>
      <a:accent6>
        <a:srgbClr val="A848A8"/>
      </a:accent6>
      <a:hlink>
        <a:srgbClr val="460402"/>
      </a:hlink>
      <a:folHlink>
        <a:srgbClr val="99111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2021-03-15T13:11:20Z</dcterms:created>
  <dc:creator>maximiliano romei</dc:creator>
</cp:coreProperties>
</file>