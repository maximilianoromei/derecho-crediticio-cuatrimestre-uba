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Gill Sans"/>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htTVkp+sLKyiGbNSmw7vURWuWl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GillSans-bold.fntdata"/><Relationship Id="rId23" Type="http://schemas.openxmlformats.org/officeDocument/2006/relationships/font" Target="fonts/Gill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bg>
      <p:bgPr>
        <a:solidFill>
          <a:schemeClr val="accent1"/>
        </a:solidFill>
      </p:bgPr>
    </p:bg>
    <p:spTree>
      <p:nvGrpSpPr>
        <p:cNvPr id="13" name="Shape 13"/>
        <p:cNvGrpSpPr/>
        <p:nvPr/>
      </p:nvGrpSpPr>
      <p:grpSpPr>
        <a:xfrm>
          <a:off x="0" y="0"/>
          <a:ext cx="0" cy="0"/>
          <a:chOff x="0" y="0"/>
          <a:chExt cx="0" cy="0"/>
        </a:xfrm>
      </p:grpSpPr>
      <p:sp>
        <p:nvSpPr>
          <p:cNvPr id="14" name="Google Shape;14;p20" title="scalloped circle"/>
          <p:cNvSpPr/>
          <p:nvPr/>
        </p:nvSpPr>
        <p:spPr>
          <a:xfrm>
            <a:off x="3557016" y="630936"/>
            <a:ext cx="5235575" cy="5229225"/>
          </a:xfrm>
          <a:custGeom>
            <a:rect b="b" l="l" r="r" t="t"/>
            <a:pathLst>
              <a:path extrusionOk="0" h="3294" w="3298">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lt2"/>
          </a:solidFill>
          <a:ln>
            <a:noFill/>
          </a:ln>
        </p:spPr>
      </p:sp>
      <p:sp>
        <p:nvSpPr>
          <p:cNvPr id="15" name="Google Shape;15;p20"/>
          <p:cNvSpPr txBox="1"/>
          <p:nvPr>
            <p:ph type="ctrTitle"/>
          </p:nvPr>
        </p:nvSpPr>
        <p:spPr>
          <a:xfrm>
            <a:off x="1078523" y="1098388"/>
            <a:ext cx="10318418" cy="439498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2"/>
              </a:buClr>
              <a:buSzPts val="10000"/>
              <a:buFont typeface="Impact"/>
              <a:buNone/>
              <a:defRPr sz="10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0"/>
          <p:cNvSpPr txBox="1"/>
          <p:nvPr>
            <p:ph idx="1" type="subTitle"/>
          </p:nvPr>
        </p:nvSpPr>
        <p:spPr>
          <a:xfrm>
            <a:off x="2215045" y="5979196"/>
            <a:ext cx="8045373" cy="742279"/>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700"/>
              </a:spcBef>
              <a:spcAft>
                <a:spcPts val="0"/>
              </a:spcAft>
              <a:buSzPts val="2000"/>
              <a:buNone/>
              <a:defRPr b="1" i="0" sz="2000" cap="none">
                <a:solidFill>
                  <a:schemeClr val="dk2"/>
                </a:solidFill>
              </a:defRPr>
            </a:lvl1pPr>
            <a:lvl2pPr lvl="1" algn="ctr">
              <a:lnSpc>
                <a:spcPct val="110000"/>
              </a:lnSpc>
              <a:spcBef>
                <a:spcPts val="700"/>
              </a:spcBef>
              <a:spcAft>
                <a:spcPts val="0"/>
              </a:spcAft>
              <a:buSzPts val="2000"/>
              <a:buNone/>
              <a:defRPr sz="2000"/>
            </a:lvl2pPr>
            <a:lvl3pPr lvl="2" algn="ctr">
              <a:lnSpc>
                <a:spcPct val="110000"/>
              </a:lnSpc>
              <a:spcBef>
                <a:spcPts val="700"/>
              </a:spcBef>
              <a:spcAft>
                <a:spcPts val="0"/>
              </a:spcAft>
              <a:buSzPts val="1800"/>
              <a:buNone/>
              <a:defRPr sz="1800"/>
            </a:lvl3pPr>
            <a:lvl4pPr lvl="3" algn="ctr">
              <a:lnSpc>
                <a:spcPct val="110000"/>
              </a:lnSpc>
              <a:spcBef>
                <a:spcPts val="700"/>
              </a:spcBef>
              <a:spcAft>
                <a:spcPts val="0"/>
              </a:spcAft>
              <a:buSzPts val="1600"/>
              <a:buNone/>
              <a:defRPr sz="1600"/>
            </a:lvl4pPr>
            <a:lvl5pPr lvl="4" algn="ctr">
              <a:lnSpc>
                <a:spcPct val="110000"/>
              </a:lnSpc>
              <a:spcBef>
                <a:spcPts val="700"/>
              </a:spcBef>
              <a:spcAft>
                <a:spcPts val="0"/>
              </a:spcAft>
              <a:buSzPts val="1600"/>
              <a:buNone/>
              <a:defRPr sz="1600"/>
            </a:lvl5pPr>
            <a:lvl6pPr lvl="5" algn="ctr">
              <a:lnSpc>
                <a:spcPct val="110000"/>
              </a:lnSpc>
              <a:spcBef>
                <a:spcPts val="700"/>
              </a:spcBef>
              <a:spcAft>
                <a:spcPts val="0"/>
              </a:spcAft>
              <a:buSzPts val="1600"/>
              <a:buNone/>
              <a:defRPr sz="1600"/>
            </a:lvl6pPr>
            <a:lvl7pPr lvl="6" algn="ctr">
              <a:lnSpc>
                <a:spcPct val="110000"/>
              </a:lnSpc>
              <a:spcBef>
                <a:spcPts val="700"/>
              </a:spcBef>
              <a:spcAft>
                <a:spcPts val="0"/>
              </a:spcAft>
              <a:buSzPts val="1600"/>
              <a:buNone/>
              <a:defRPr sz="1600"/>
            </a:lvl7pPr>
            <a:lvl8pPr lvl="7" algn="ctr">
              <a:lnSpc>
                <a:spcPct val="110000"/>
              </a:lnSpc>
              <a:spcBef>
                <a:spcPts val="700"/>
              </a:spcBef>
              <a:spcAft>
                <a:spcPts val="0"/>
              </a:spcAft>
              <a:buSzPts val="1600"/>
              <a:buNone/>
              <a:defRPr sz="1600"/>
            </a:lvl8pPr>
            <a:lvl9pPr lvl="8" algn="ctr">
              <a:lnSpc>
                <a:spcPct val="110000"/>
              </a:lnSpc>
              <a:spcBef>
                <a:spcPts val="700"/>
              </a:spcBef>
              <a:spcAft>
                <a:spcPts val="0"/>
              </a:spcAft>
              <a:buSzPts val="1600"/>
              <a:buNone/>
              <a:defRPr sz="1600"/>
            </a:lvl9pPr>
          </a:lstStyle>
          <a:p/>
        </p:txBody>
      </p:sp>
      <p:sp>
        <p:nvSpPr>
          <p:cNvPr id="17" name="Google Shape;17;p20"/>
          <p:cNvSpPr txBox="1"/>
          <p:nvPr>
            <p:ph idx="10" type="dt"/>
          </p:nvPr>
        </p:nvSpPr>
        <p:spPr>
          <a:xfrm>
            <a:off x="1078523" y="6375679"/>
            <a:ext cx="2329722" cy="34846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895E0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0"/>
          <p:cNvSpPr txBox="1"/>
          <p:nvPr>
            <p:ph idx="11" type="ftr"/>
          </p:nvPr>
        </p:nvSpPr>
        <p:spPr>
          <a:xfrm>
            <a:off x="4180332" y="6375679"/>
            <a:ext cx="4114800" cy="34579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895E0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2" type="sldNum"/>
          </p:nvPr>
        </p:nvSpPr>
        <p:spPr>
          <a:xfrm>
            <a:off x="9067218" y="6375679"/>
            <a:ext cx="2329723" cy="34579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95E04"/>
                </a:solidFill>
                <a:latin typeface="Gill Sans"/>
                <a:ea typeface="Gill Sans"/>
                <a:cs typeface="Gill Sans"/>
                <a:sym typeface="Gill Sans"/>
              </a:defRPr>
            </a:lvl1pPr>
            <a:lvl2pPr indent="0" lvl="1" marL="0" algn="r">
              <a:spcBef>
                <a:spcPts val="0"/>
              </a:spcBef>
              <a:buNone/>
              <a:defRPr b="0" i="0" sz="1200" u="none" cap="none" strike="noStrike">
                <a:solidFill>
                  <a:srgbClr val="895E04"/>
                </a:solidFill>
                <a:latin typeface="Gill Sans"/>
                <a:ea typeface="Gill Sans"/>
                <a:cs typeface="Gill Sans"/>
                <a:sym typeface="Gill Sans"/>
              </a:defRPr>
            </a:lvl2pPr>
            <a:lvl3pPr indent="0" lvl="2" marL="0" algn="r">
              <a:spcBef>
                <a:spcPts val="0"/>
              </a:spcBef>
              <a:buNone/>
              <a:defRPr b="0" i="0" sz="1200" u="none" cap="none" strike="noStrike">
                <a:solidFill>
                  <a:srgbClr val="895E04"/>
                </a:solidFill>
                <a:latin typeface="Gill Sans"/>
                <a:ea typeface="Gill Sans"/>
                <a:cs typeface="Gill Sans"/>
                <a:sym typeface="Gill Sans"/>
              </a:defRPr>
            </a:lvl3pPr>
            <a:lvl4pPr indent="0" lvl="3" marL="0" algn="r">
              <a:spcBef>
                <a:spcPts val="0"/>
              </a:spcBef>
              <a:buNone/>
              <a:defRPr b="0" i="0" sz="1200" u="none" cap="none" strike="noStrike">
                <a:solidFill>
                  <a:srgbClr val="895E04"/>
                </a:solidFill>
                <a:latin typeface="Gill Sans"/>
                <a:ea typeface="Gill Sans"/>
                <a:cs typeface="Gill Sans"/>
                <a:sym typeface="Gill Sans"/>
              </a:defRPr>
            </a:lvl4pPr>
            <a:lvl5pPr indent="0" lvl="4" marL="0" algn="r">
              <a:spcBef>
                <a:spcPts val="0"/>
              </a:spcBef>
              <a:buNone/>
              <a:defRPr b="0" i="0" sz="1200" u="none" cap="none" strike="noStrike">
                <a:solidFill>
                  <a:srgbClr val="895E04"/>
                </a:solidFill>
                <a:latin typeface="Gill Sans"/>
                <a:ea typeface="Gill Sans"/>
                <a:cs typeface="Gill Sans"/>
                <a:sym typeface="Gill Sans"/>
              </a:defRPr>
            </a:lvl5pPr>
            <a:lvl6pPr indent="0" lvl="5" marL="0" algn="r">
              <a:spcBef>
                <a:spcPts val="0"/>
              </a:spcBef>
              <a:buNone/>
              <a:defRPr b="0" i="0" sz="1200" u="none" cap="none" strike="noStrike">
                <a:solidFill>
                  <a:srgbClr val="895E04"/>
                </a:solidFill>
                <a:latin typeface="Gill Sans"/>
                <a:ea typeface="Gill Sans"/>
                <a:cs typeface="Gill Sans"/>
                <a:sym typeface="Gill Sans"/>
              </a:defRPr>
            </a:lvl6pPr>
            <a:lvl7pPr indent="0" lvl="6" marL="0" algn="r">
              <a:spcBef>
                <a:spcPts val="0"/>
              </a:spcBef>
              <a:buNone/>
              <a:defRPr b="0" i="0" sz="1200" u="none" cap="none" strike="noStrike">
                <a:solidFill>
                  <a:srgbClr val="895E04"/>
                </a:solidFill>
                <a:latin typeface="Gill Sans"/>
                <a:ea typeface="Gill Sans"/>
                <a:cs typeface="Gill Sans"/>
                <a:sym typeface="Gill Sans"/>
              </a:defRPr>
            </a:lvl7pPr>
            <a:lvl8pPr indent="0" lvl="7" marL="0" algn="r">
              <a:spcBef>
                <a:spcPts val="0"/>
              </a:spcBef>
              <a:buNone/>
              <a:defRPr b="0" i="0" sz="1200" u="none" cap="none" strike="noStrike">
                <a:solidFill>
                  <a:srgbClr val="895E04"/>
                </a:solidFill>
                <a:latin typeface="Gill Sans"/>
                <a:ea typeface="Gill Sans"/>
                <a:cs typeface="Gill Sans"/>
                <a:sym typeface="Gill Sans"/>
              </a:defRPr>
            </a:lvl8pPr>
            <a:lvl9pPr indent="0" lvl="8" marL="0" algn="r">
              <a:spcBef>
                <a:spcPts val="0"/>
              </a:spcBef>
              <a:buNone/>
              <a:defRPr b="0" i="0" sz="1200" u="none" cap="none" strike="noStrike">
                <a:solidFill>
                  <a:srgbClr val="895E04"/>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20" name="Google Shape;20;p20" title="left edge border"/>
          <p:cNvSpPr/>
          <p:nvPr/>
        </p:nvSpPr>
        <p:spPr>
          <a:xfrm>
            <a:off x="0" y="0"/>
            <a:ext cx="283464"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24" name="Google Shape;24;p21"/>
          <p:cNvSpPr txBox="1"/>
          <p:nvPr>
            <p:ph idx="10" type="dt"/>
          </p:nvPr>
        </p:nvSpPr>
        <p:spPr>
          <a:xfrm>
            <a:off x="1251678" y="6375679"/>
            <a:ext cx="2329722" cy="34846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4038600" y="6375679"/>
            <a:ext cx="4114800" cy="34579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8610601" y="6375679"/>
            <a:ext cx="2819399" cy="34579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solidFill>
          <a:schemeClr val="dk2"/>
        </a:solidFill>
      </p:bgPr>
    </p:bg>
    <p:spTree>
      <p:nvGrpSpPr>
        <p:cNvPr id="27" name="Shape 27"/>
        <p:cNvGrpSpPr/>
        <p:nvPr/>
      </p:nvGrpSpPr>
      <p:grpSpPr>
        <a:xfrm>
          <a:off x="0" y="0"/>
          <a:ext cx="0" cy="0"/>
          <a:chOff x="0" y="0"/>
          <a:chExt cx="0" cy="0"/>
        </a:xfrm>
      </p:grpSpPr>
      <p:sp>
        <p:nvSpPr>
          <p:cNvPr id="28" name="Google Shape;28;p22"/>
          <p:cNvSpPr txBox="1"/>
          <p:nvPr>
            <p:ph type="title"/>
          </p:nvPr>
        </p:nvSpPr>
        <p:spPr>
          <a:xfrm>
            <a:off x="3242929" y="1073888"/>
            <a:ext cx="8187071" cy="406462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2"/>
              </a:buClr>
              <a:buSzPts val="8400"/>
              <a:buFont typeface="Impact"/>
              <a:buNone/>
              <a:defRPr sz="84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3242930" y="5159781"/>
            <a:ext cx="7017488" cy="95113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700"/>
              </a:spcBef>
              <a:spcAft>
                <a:spcPts val="0"/>
              </a:spcAft>
              <a:buSzPts val="2000"/>
              <a:buNone/>
              <a:defRPr b="1" i="0" sz="2000" cap="none">
                <a:solidFill>
                  <a:schemeClr val="accent1"/>
                </a:solidFill>
              </a:defRPr>
            </a:lvl1pPr>
            <a:lvl2pPr indent="-228600" lvl="1" marL="914400" algn="l">
              <a:lnSpc>
                <a:spcPct val="110000"/>
              </a:lnSpc>
              <a:spcBef>
                <a:spcPts val="700"/>
              </a:spcBef>
              <a:spcAft>
                <a:spcPts val="0"/>
              </a:spcAft>
              <a:buSzPts val="2000"/>
              <a:buNone/>
              <a:defRPr sz="2000">
                <a:solidFill>
                  <a:schemeClr val="lt1"/>
                </a:solidFill>
              </a:defRPr>
            </a:lvl2pPr>
            <a:lvl3pPr indent="-228600" lvl="2" marL="1371600" algn="l">
              <a:lnSpc>
                <a:spcPct val="110000"/>
              </a:lnSpc>
              <a:spcBef>
                <a:spcPts val="700"/>
              </a:spcBef>
              <a:spcAft>
                <a:spcPts val="0"/>
              </a:spcAft>
              <a:buSzPts val="1800"/>
              <a:buNone/>
              <a:defRPr sz="1800">
                <a:solidFill>
                  <a:schemeClr val="lt1"/>
                </a:solidFill>
              </a:defRPr>
            </a:lvl3pPr>
            <a:lvl4pPr indent="-228600" lvl="3" marL="1828800" algn="l">
              <a:lnSpc>
                <a:spcPct val="110000"/>
              </a:lnSpc>
              <a:spcBef>
                <a:spcPts val="700"/>
              </a:spcBef>
              <a:spcAft>
                <a:spcPts val="0"/>
              </a:spcAft>
              <a:buSzPts val="1600"/>
              <a:buNone/>
              <a:defRPr sz="1600">
                <a:solidFill>
                  <a:schemeClr val="lt1"/>
                </a:solidFill>
              </a:defRPr>
            </a:lvl4pPr>
            <a:lvl5pPr indent="-228600" lvl="4" marL="2286000" algn="l">
              <a:lnSpc>
                <a:spcPct val="110000"/>
              </a:lnSpc>
              <a:spcBef>
                <a:spcPts val="700"/>
              </a:spcBef>
              <a:spcAft>
                <a:spcPts val="0"/>
              </a:spcAft>
              <a:buSzPts val="1600"/>
              <a:buNone/>
              <a:defRPr sz="1600">
                <a:solidFill>
                  <a:schemeClr val="lt1"/>
                </a:solidFill>
              </a:defRPr>
            </a:lvl5pPr>
            <a:lvl6pPr indent="-228600" lvl="5" marL="2743200" algn="l">
              <a:lnSpc>
                <a:spcPct val="110000"/>
              </a:lnSpc>
              <a:spcBef>
                <a:spcPts val="700"/>
              </a:spcBef>
              <a:spcAft>
                <a:spcPts val="0"/>
              </a:spcAft>
              <a:buSzPts val="1600"/>
              <a:buNone/>
              <a:defRPr sz="1600">
                <a:solidFill>
                  <a:schemeClr val="lt1"/>
                </a:solidFill>
              </a:defRPr>
            </a:lvl6pPr>
            <a:lvl7pPr indent="-228600" lvl="6" marL="3200400" algn="l">
              <a:lnSpc>
                <a:spcPct val="110000"/>
              </a:lnSpc>
              <a:spcBef>
                <a:spcPts val="700"/>
              </a:spcBef>
              <a:spcAft>
                <a:spcPts val="0"/>
              </a:spcAft>
              <a:buSzPts val="1600"/>
              <a:buNone/>
              <a:defRPr sz="1600">
                <a:solidFill>
                  <a:schemeClr val="lt1"/>
                </a:solidFill>
              </a:defRPr>
            </a:lvl7pPr>
            <a:lvl8pPr indent="-228600" lvl="7" marL="3657600" algn="l">
              <a:lnSpc>
                <a:spcPct val="110000"/>
              </a:lnSpc>
              <a:spcBef>
                <a:spcPts val="700"/>
              </a:spcBef>
              <a:spcAft>
                <a:spcPts val="0"/>
              </a:spcAft>
              <a:buSzPts val="1600"/>
              <a:buNone/>
              <a:defRPr sz="1600">
                <a:solidFill>
                  <a:schemeClr val="lt1"/>
                </a:solidFill>
              </a:defRPr>
            </a:lvl8pPr>
            <a:lvl9pPr indent="-228600" lvl="8" marL="4114800" algn="l">
              <a:lnSpc>
                <a:spcPct val="110000"/>
              </a:lnSpc>
              <a:spcBef>
                <a:spcPts val="700"/>
              </a:spcBef>
              <a:spcAft>
                <a:spcPts val="0"/>
              </a:spcAft>
              <a:buSzPts val="1600"/>
              <a:buNone/>
              <a:defRPr sz="1600">
                <a:solidFill>
                  <a:schemeClr val="lt1"/>
                </a:solidFill>
              </a:defRPr>
            </a:lvl9pPr>
          </a:lstStyle>
          <a:p/>
        </p:txBody>
      </p:sp>
      <p:sp>
        <p:nvSpPr>
          <p:cNvPr id="30" name="Google Shape;30;p22"/>
          <p:cNvSpPr txBox="1"/>
          <p:nvPr>
            <p:ph idx="10" type="dt"/>
          </p:nvPr>
        </p:nvSpPr>
        <p:spPr>
          <a:xfrm>
            <a:off x="3236546" y="6375679"/>
            <a:ext cx="1493947" cy="34846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5279064" y="6375679"/>
            <a:ext cx="4114800" cy="34579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9942434" y="6375679"/>
            <a:ext cx="1487566" cy="34579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2"/>
                </a:solidFill>
                <a:latin typeface="Gill Sans"/>
                <a:ea typeface="Gill Sans"/>
                <a:cs typeface="Gill Sans"/>
                <a:sym typeface="Gill Sans"/>
              </a:defRPr>
            </a:lvl1pPr>
            <a:lvl2pPr indent="0" lvl="1" marL="0" algn="r">
              <a:spcBef>
                <a:spcPts val="0"/>
              </a:spcBef>
              <a:buNone/>
              <a:defRPr sz="1200">
                <a:solidFill>
                  <a:schemeClr val="lt2"/>
                </a:solidFill>
                <a:latin typeface="Gill Sans"/>
                <a:ea typeface="Gill Sans"/>
                <a:cs typeface="Gill Sans"/>
                <a:sym typeface="Gill Sans"/>
              </a:defRPr>
            </a:lvl2pPr>
            <a:lvl3pPr indent="0" lvl="2" marL="0" algn="r">
              <a:spcBef>
                <a:spcPts val="0"/>
              </a:spcBef>
              <a:buNone/>
              <a:defRPr sz="1200">
                <a:solidFill>
                  <a:schemeClr val="lt2"/>
                </a:solidFill>
                <a:latin typeface="Gill Sans"/>
                <a:ea typeface="Gill Sans"/>
                <a:cs typeface="Gill Sans"/>
                <a:sym typeface="Gill Sans"/>
              </a:defRPr>
            </a:lvl3pPr>
            <a:lvl4pPr indent="0" lvl="3" marL="0" algn="r">
              <a:spcBef>
                <a:spcPts val="0"/>
              </a:spcBef>
              <a:buNone/>
              <a:defRPr sz="1200">
                <a:solidFill>
                  <a:schemeClr val="lt2"/>
                </a:solidFill>
                <a:latin typeface="Gill Sans"/>
                <a:ea typeface="Gill Sans"/>
                <a:cs typeface="Gill Sans"/>
                <a:sym typeface="Gill Sans"/>
              </a:defRPr>
            </a:lvl4pPr>
            <a:lvl5pPr indent="0" lvl="4" marL="0" algn="r">
              <a:spcBef>
                <a:spcPts val="0"/>
              </a:spcBef>
              <a:buNone/>
              <a:defRPr sz="1200">
                <a:solidFill>
                  <a:schemeClr val="lt2"/>
                </a:solidFill>
                <a:latin typeface="Gill Sans"/>
                <a:ea typeface="Gill Sans"/>
                <a:cs typeface="Gill Sans"/>
                <a:sym typeface="Gill Sans"/>
              </a:defRPr>
            </a:lvl5pPr>
            <a:lvl6pPr indent="0" lvl="5" marL="0" algn="r">
              <a:spcBef>
                <a:spcPts val="0"/>
              </a:spcBef>
              <a:buNone/>
              <a:defRPr sz="1200">
                <a:solidFill>
                  <a:schemeClr val="lt2"/>
                </a:solidFill>
                <a:latin typeface="Gill Sans"/>
                <a:ea typeface="Gill Sans"/>
                <a:cs typeface="Gill Sans"/>
                <a:sym typeface="Gill Sans"/>
              </a:defRPr>
            </a:lvl6pPr>
            <a:lvl7pPr indent="0" lvl="6" marL="0" algn="r">
              <a:spcBef>
                <a:spcPts val="0"/>
              </a:spcBef>
              <a:buNone/>
              <a:defRPr sz="1200">
                <a:solidFill>
                  <a:schemeClr val="lt2"/>
                </a:solidFill>
                <a:latin typeface="Gill Sans"/>
                <a:ea typeface="Gill Sans"/>
                <a:cs typeface="Gill Sans"/>
                <a:sym typeface="Gill Sans"/>
              </a:defRPr>
            </a:lvl7pPr>
            <a:lvl8pPr indent="0" lvl="7" marL="0" algn="r">
              <a:spcBef>
                <a:spcPts val="0"/>
              </a:spcBef>
              <a:buNone/>
              <a:defRPr sz="1200">
                <a:solidFill>
                  <a:schemeClr val="lt2"/>
                </a:solidFill>
                <a:latin typeface="Gill Sans"/>
                <a:ea typeface="Gill Sans"/>
                <a:cs typeface="Gill Sans"/>
                <a:sym typeface="Gill Sans"/>
              </a:defRPr>
            </a:lvl8pPr>
            <a:lvl9pPr indent="0" lvl="8" marL="0" algn="r">
              <a:spcBef>
                <a:spcPts val="0"/>
              </a:spcBef>
              <a:buNone/>
              <a:defRPr sz="1200">
                <a:solidFill>
                  <a:schemeClr val="l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grpSp>
        <p:nvGrpSpPr>
          <p:cNvPr id="33" name="Google Shape;33;p22" title="left scallop shape"/>
          <p:cNvGrpSpPr/>
          <p:nvPr/>
        </p:nvGrpSpPr>
        <p:grpSpPr>
          <a:xfrm>
            <a:off x="0" y="0"/>
            <a:ext cx="2814638" cy="6858000"/>
            <a:chOff x="0" y="0"/>
            <a:chExt cx="2814638" cy="6858000"/>
          </a:xfrm>
        </p:grpSpPr>
        <p:sp>
          <p:nvSpPr>
            <p:cNvPr id="34" name="Google Shape;34;p22" title="left scallop shape"/>
            <p:cNvSpPr/>
            <p:nvPr/>
          </p:nvSpPr>
          <p:spPr>
            <a:xfrm>
              <a:off x="0" y="0"/>
              <a:ext cx="2814638" cy="6858000"/>
            </a:xfrm>
            <a:custGeom>
              <a:rect b="b" l="l" r="r" t="t"/>
              <a:pathLst>
                <a:path extrusionOk="0" h="4320" w="1773">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lt2"/>
            </a:solidFill>
            <a:ln>
              <a:noFill/>
            </a:ln>
          </p:spPr>
        </p:sp>
        <p:sp>
          <p:nvSpPr>
            <p:cNvPr id="35" name="Google Shape;35;p22" title="left scallop inline"/>
            <p:cNvSpPr/>
            <p:nvPr/>
          </p:nvSpPr>
          <p:spPr>
            <a:xfrm>
              <a:off x="874382" y="0"/>
              <a:ext cx="1646238" cy="6858000"/>
            </a:xfrm>
            <a:custGeom>
              <a:rect b="b" l="l" r="r" t="t"/>
              <a:pathLst>
                <a:path extrusionOk="0" h="4320" w="1037">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a:noFill/>
            </a:ln>
          </p:spPr>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6" name="Shape 36"/>
        <p:cNvGrpSpPr/>
        <p:nvPr/>
      </p:nvGrpSpPr>
      <p:grpSpPr>
        <a:xfrm>
          <a:off x="0" y="0"/>
          <a:ext cx="0" cy="0"/>
          <a:chOff x="0" y="0"/>
          <a:chExt cx="0" cy="0"/>
        </a:xfrm>
      </p:grpSpPr>
      <p:sp>
        <p:nvSpPr>
          <p:cNvPr id="37" name="Google Shape;37;p23"/>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3"/>
          <p:cNvSpPr txBox="1"/>
          <p:nvPr>
            <p:ph idx="1" type="body"/>
          </p:nvPr>
        </p:nvSpPr>
        <p:spPr>
          <a:xfrm>
            <a:off x="1257300" y="2286000"/>
            <a:ext cx="4800600" cy="3619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39" name="Google Shape;39;p23"/>
          <p:cNvSpPr txBox="1"/>
          <p:nvPr>
            <p:ph idx="2" type="body"/>
          </p:nvPr>
        </p:nvSpPr>
        <p:spPr>
          <a:xfrm>
            <a:off x="6647796" y="2286000"/>
            <a:ext cx="4800600" cy="36195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40" name="Google Shape;40;p23"/>
          <p:cNvSpPr txBox="1"/>
          <p:nvPr>
            <p:ph idx="10" type="dt"/>
          </p:nvPr>
        </p:nvSpPr>
        <p:spPr>
          <a:xfrm>
            <a:off x="1251678" y="6375679"/>
            <a:ext cx="2329722" cy="34846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3"/>
          <p:cNvSpPr txBox="1"/>
          <p:nvPr>
            <p:ph idx="11" type="ftr"/>
          </p:nvPr>
        </p:nvSpPr>
        <p:spPr>
          <a:xfrm>
            <a:off x="4038600" y="6375679"/>
            <a:ext cx="4114800" cy="34579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3"/>
          <p:cNvSpPr txBox="1"/>
          <p:nvPr>
            <p:ph idx="12" type="sldNum"/>
          </p:nvPr>
        </p:nvSpPr>
        <p:spPr>
          <a:xfrm>
            <a:off x="8610601" y="6375679"/>
            <a:ext cx="2819399" cy="34579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24"/>
          <p:cNvSpPr txBox="1"/>
          <p:nvPr>
            <p:ph type="title"/>
          </p:nvPr>
        </p:nvSpPr>
        <p:spPr>
          <a:xfrm>
            <a:off x="1252728" y="381000"/>
            <a:ext cx="10172700" cy="149351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4"/>
          <p:cNvSpPr txBox="1"/>
          <p:nvPr>
            <p:ph idx="1" type="body"/>
          </p:nvPr>
        </p:nvSpPr>
        <p:spPr>
          <a:xfrm>
            <a:off x="1251678" y="2199633"/>
            <a:ext cx="4800600" cy="632529"/>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700"/>
              </a:spcBef>
              <a:spcAft>
                <a:spcPts val="0"/>
              </a:spcAft>
              <a:buSzPts val="1900"/>
              <a:buNone/>
              <a:defRPr b="1" sz="1900" cap="none">
                <a:solidFill>
                  <a:schemeClr val="dk2"/>
                </a:solidFill>
              </a:defRPr>
            </a:lvl1pPr>
            <a:lvl2pPr indent="-228600" lvl="1" marL="914400" algn="l">
              <a:lnSpc>
                <a:spcPct val="110000"/>
              </a:lnSpc>
              <a:spcBef>
                <a:spcPts val="700"/>
              </a:spcBef>
              <a:spcAft>
                <a:spcPts val="0"/>
              </a:spcAft>
              <a:buSzPts val="1900"/>
              <a:buNone/>
              <a:defRPr b="1" sz="1900"/>
            </a:lvl2pPr>
            <a:lvl3pPr indent="-228600" lvl="2" marL="1371600" algn="l">
              <a:lnSpc>
                <a:spcPct val="110000"/>
              </a:lnSpc>
              <a:spcBef>
                <a:spcPts val="700"/>
              </a:spcBef>
              <a:spcAft>
                <a:spcPts val="0"/>
              </a:spcAft>
              <a:buSzPts val="1800"/>
              <a:buNone/>
              <a:defRPr b="1" sz="1800"/>
            </a:lvl3pPr>
            <a:lvl4pPr indent="-228600" lvl="3" marL="1828800" algn="l">
              <a:lnSpc>
                <a:spcPct val="110000"/>
              </a:lnSpc>
              <a:spcBef>
                <a:spcPts val="700"/>
              </a:spcBef>
              <a:spcAft>
                <a:spcPts val="0"/>
              </a:spcAft>
              <a:buSzPts val="1600"/>
              <a:buNone/>
              <a:defRPr b="1" sz="1600"/>
            </a:lvl4pPr>
            <a:lvl5pPr indent="-228600" lvl="4" marL="2286000" algn="l">
              <a:lnSpc>
                <a:spcPct val="110000"/>
              </a:lnSpc>
              <a:spcBef>
                <a:spcPts val="700"/>
              </a:spcBef>
              <a:spcAft>
                <a:spcPts val="0"/>
              </a:spcAft>
              <a:buSzPts val="1600"/>
              <a:buNone/>
              <a:defRPr b="1" sz="1600"/>
            </a:lvl5pPr>
            <a:lvl6pPr indent="-228600" lvl="5" marL="2743200" algn="l">
              <a:lnSpc>
                <a:spcPct val="110000"/>
              </a:lnSpc>
              <a:spcBef>
                <a:spcPts val="700"/>
              </a:spcBef>
              <a:spcAft>
                <a:spcPts val="0"/>
              </a:spcAft>
              <a:buSzPts val="1600"/>
              <a:buNone/>
              <a:defRPr b="1" sz="1600"/>
            </a:lvl6pPr>
            <a:lvl7pPr indent="-228600" lvl="6" marL="3200400" algn="l">
              <a:lnSpc>
                <a:spcPct val="110000"/>
              </a:lnSpc>
              <a:spcBef>
                <a:spcPts val="700"/>
              </a:spcBef>
              <a:spcAft>
                <a:spcPts val="0"/>
              </a:spcAft>
              <a:buSzPts val="1600"/>
              <a:buNone/>
              <a:defRPr b="1" sz="1600"/>
            </a:lvl7pPr>
            <a:lvl8pPr indent="-228600" lvl="7" marL="3657600" algn="l">
              <a:lnSpc>
                <a:spcPct val="110000"/>
              </a:lnSpc>
              <a:spcBef>
                <a:spcPts val="700"/>
              </a:spcBef>
              <a:spcAft>
                <a:spcPts val="0"/>
              </a:spcAft>
              <a:buSzPts val="1600"/>
              <a:buNone/>
              <a:defRPr b="1" sz="1600"/>
            </a:lvl8pPr>
            <a:lvl9pPr indent="-228600" lvl="8" marL="4114800" algn="l">
              <a:lnSpc>
                <a:spcPct val="110000"/>
              </a:lnSpc>
              <a:spcBef>
                <a:spcPts val="700"/>
              </a:spcBef>
              <a:spcAft>
                <a:spcPts val="0"/>
              </a:spcAft>
              <a:buSzPts val="1600"/>
              <a:buNone/>
              <a:defRPr b="1" sz="1600"/>
            </a:lvl9pPr>
          </a:lstStyle>
          <a:p/>
        </p:txBody>
      </p:sp>
      <p:sp>
        <p:nvSpPr>
          <p:cNvPr id="46" name="Google Shape;46;p24"/>
          <p:cNvSpPr txBox="1"/>
          <p:nvPr>
            <p:ph idx="2" type="body"/>
          </p:nvPr>
        </p:nvSpPr>
        <p:spPr>
          <a:xfrm>
            <a:off x="1257300" y="2909102"/>
            <a:ext cx="4800600" cy="299639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47" name="Google Shape;47;p24"/>
          <p:cNvSpPr txBox="1"/>
          <p:nvPr>
            <p:ph idx="3" type="body"/>
          </p:nvPr>
        </p:nvSpPr>
        <p:spPr>
          <a:xfrm>
            <a:off x="6633864" y="2199633"/>
            <a:ext cx="4800600" cy="632529"/>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700"/>
              </a:spcBef>
              <a:spcAft>
                <a:spcPts val="0"/>
              </a:spcAft>
              <a:buSzPts val="1900"/>
              <a:buNone/>
              <a:defRPr b="1" sz="1900" cap="none">
                <a:solidFill>
                  <a:schemeClr val="dk2"/>
                </a:solidFill>
              </a:defRPr>
            </a:lvl1pPr>
            <a:lvl2pPr indent="-228600" lvl="1" marL="914400" algn="l">
              <a:lnSpc>
                <a:spcPct val="110000"/>
              </a:lnSpc>
              <a:spcBef>
                <a:spcPts val="700"/>
              </a:spcBef>
              <a:spcAft>
                <a:spcPts val="0"/>
              </a:spcAft>
              <a:buSzPts val="1900"/>
              <a:buNone/>
              <a:defRPr b="1" sz="1900"/>
            </a:lvl2pPr>
            <a:lvl3pPr indent="-228600" lvl="2" marL="1371600" algn="l">
              <a:lnSpc>
                <a:spcPct val="110000"/>
              </a:lnSpc>
              <a:spcBef>
                <a:spcPts val="700"/>
              </a:spcBef>
              <a:spcAft>
                <a:spcPts val="0"/>
              </a:spcAft>
              <a:buSzPts val="1800"/>
              <a:buNone/>
              <a:defRPr b="1" sz="1800"/>
            </a:lvl3pPr>
            <a:lvl4pPr indent="-228600" lvl="3" marL="1828800" algn="l">
              <a:lnSpc>
                <a:spcPct val="110000"/>
              </a:lnSpc>
              <a:spcBef>
                <a:spcPts val="700"/>
              </a:spcBef>
              <a:spcAft>
                <a:spcPts val="0"/>
              </a:spcAft>
              <a:buSzPts val="1600"/>
              <a:buNone/>
              <a:defRPr b="1" sz="1600"/>
            </a:lvl4pPr>
            <a:lvl5pPr indent="-228600" lvl="4" marL="2286000" algn="l">
              <a:lnSpc>
                <a:spcPct val="110000"/>
              </a:lnSpc>
              <a:spcBef>
                <a:spcPts val="700"/>
              </a:spcBef>
              <a:spcAft>
                <a:spcPts val="0"/>
              </a:spcAft>
              <a:buSzPts val="1600"/>
              <a:buNone/>
              <a:defRPr b="1" sz="1600"/>
            </a:lvl5pPr>
            <a:lvl6pPr indent="-228600" lvl="5" marL="2743200" algn="l">
              <a:lnSpc>
                <a:spcPct val="110000"/>
              </a:lnSpc>
              <a:spcBef>
                <a:spcPts val="700"/>
              </a:spcBef>
              <a:spcAft>
                <a:spcPts val="0"/>
              </a:spcAft>
              <a:buSzPts val="1600"/>
              <a:buNone/>
              <a:defRPr b="1" sz="1600"/>
            </a:lvl6pPr>
            <a:lvl7pPr indent="-228600" lvl="6" marL="3200400" algn="l">
              <a:lnSpc>
                <a:spcPct val="110000"/>
              </a:lnSpc>
              <a:spcBef>
                <a:spcPts val="700"/>
              </a:spcBef>
              <a:spcAft>
                <a:spcPts val="0"/>
              </a:spcAft>
              <a:buSzPts val="1600"/>
              <a:buNone/>
              <a:defRPr b="1" sz="1600"/>
            </a:lvl7pPr>
            <a:lvl8pPr indent="-228600" lvl="7" marL="3657600" algn="l">
              <a:lnSpc>
                <a:spcPct val="110000"/>
              </a:lnSpc>
              <a:spcBef>
                <a:spcPts val="700"/>
              </a:spcBef>
              <a:spcAft>
                <a:spcPts val="0"/>
              </a:spcAft>
              <a:buSzPts val="1600"/>
              <a:buNone/>
              <a:defRPr b="1" sz="1600"/>
            </a:lvl8pPr>
            <a:lvl9pPr indent="-228600" lvl="8" marL="4114800" algn="l">
              <a:lnSpc>
                <a:spcPct val="110000"/>
              </a:lnSpc>
              <a:spcBef>
                <a:spcPts val="700"/>
              </a:spcBef>
              <a:spcAft>
                <a:spcPts val="0"/>
              </a:spcAft>
              <a:buSzPts val="1600"/>
              <a:buNone/>
              <a:defRPr b="1" sz="1600"/>
            </a:lvl9pPr>
          </a:lstStyle>
          <a:p/>
        </p:txBody>
      </p:sp>
      <p:sp>
        <p:nvSpPr>
          <p:cNvPr id="48" name="Google Shape;48;p24"/>
          <p:cNvSpPr txBox="1"/>
          <p:nvPr>
            <p:ph idx="4" type="body"/>
          </p:nvPr>
        </p:nvSpPr>
        <p:spPr>
          <a:xfrm>
            <a:off x="6633864" y="2909102"/>
            <a:ext cx="4800600" cy="299639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49" name="Google Shape;49;p24"/>
          <p:cNvSpPr txBox="1"/>
          <p:nvPr>
            <p:ph idx="10" type="dt"/>
          </p:nvPr>
        </p:nvSpPr>
        <p:spPr>
          <a:xfrm>
            <a:off x="1251678" y="6375679"/>
            <a:ext cx="2329722" cy="34846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4"/>
          <p:cNvSpPr txBox="1"/>
          <p:nvPr>
            <p:ph idx="11" type="ftr"/>
          </p:nvPr>
        </p:nvSpPr>
        <p:spPr>
          <a:xfrm>
            <a:off x="4038600" y="6375679"/>
            <a:ext cx="4114800" cy="34579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4"/>
          <p:cNvSpPr txBox="1"/>
          <p:nvPr>
            <p:ph idx="12" type="sldNum"/>
          </p:nvPr>
        </p:nvSpPr>
        <p:spPr>
          <a:xfrm>
            <a:off x="8610601" y="6375679"/>
            <a:ext cx="2819399" cy="34579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2" name="Shape 52"/>
        <p:cNvGrpSpPr/>
        <p:nvPr/>
      </p:nvGrpSpPr>
      <p:grpSpPr>
        <a:xfrm>
          <a:off x="0" y="0"/>
          <a:ext cx="0" cy="0"/>
          <a:chOff x="0" y="0"/>
          <a:chExt cx="0" cy="0"/>
        </a:xfrm>
      </p:grpSpPr>
      <p:sp>
        <p:nvSpPr>
          <p:cNvPr id="53" name="Google Shape;53;p25"/>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5"/>
          <p:cNvSpPr txBox="1"/>
          <p:nvPr>
            <p:ph idx="10" type="dt"/>
          </p:nvPr>
        </p:nvSpPr>
        <p:spPr>
          <a:xfrm>
            <a:off x="1251678" y="6375679"/>
            <a:ext cx="2329722" cy="34846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5"/>
          <p:cNvSpPr txBox="1"/>
          <p:nvPr>
            <p:ph idx="11" type="ftr"/>
          </p:nvPr>
        </p:nvSpPr>
        <p:spPr>
          <a:xfrm>
            <a:off x="4038600" y="6375679"/>
            <a:ext cx="4114800" cy="34579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5"/>
          <p:cNvSpPr txBox="1"/>
          <p:nvPr>
            <p:ph idx="12" type="sldNum"/>
          </p:nvPr>
        </p:nvSpPr>
        <p:spPr>
          <a:xfrm>
            <a:off x="8610601" y="6375679"/>
            <a:ext cx="2819399" cy="34579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7" name="Shape 57"/>
        <p:cNvGrpSpPr/>
        <p:nvPr/>
      </p:nvGrpSpPr>
      <p:grpSpPr>
        <a:xfrm>
          <a:off x="0" y="0"/>
          <a:ext cx="0" cy="0"/>
          <a:chOff x="0" y="0"/>
          <a:chExt cx="0" cy="0"/>
        </a:xfrm>
      </p:grpSpPr>
      <p:sp>
        <p:nvSpPr>
          <p:cNvPr id="58" name="Google Shape;58;p26"/>
          <p:cNvSpPr txBox="1"/>
          <p:nvPr>
            <p:ph idx="10" type="dt"/>
          </p:nvPr>
        </p:nvSpPr>
        <p:spPr>
          <a:xfrm>
            <a:off x="1251678" y="6375679"/>
            <a:ext cx="2329722" cy="34846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4038600" y="6375679"/>
            <a:ext cx="4114800" cy="34579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8610601" y="6375679"/>
            <a:ext cx="2819399" cy="34579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61" name="Shape 61"/>
        <p:cNvGrpSpPr/>
        <p:nvPr/>
      </p:nvGrpSpPr>
      <p:grpSpPr>
        <a:xfrm>
          <a:off x="0" y="0"/>
          <a:ext cx="0" cy="0"/>
          <a:chOff x="0" y="0"/>
          <a:chExt cx="0" cy="0"/>
        </a:xfrm>
      </p:grpSpPr>
      <p:sp>
        <p:nvSpPr>
          <p:cNvPr id="62" name="Google Shape;62;p27" title="right scallop background shape"/>
          <p:cNvSpPr/>
          <p:nvPr/>
        </p:nvSpPr>
        <p:spPr>
          <a:xfrm>
            <a:off x="7389812" y="0"/>
            <a:ext cx="4802188" cy="6858000"/>
          </a:xfrm>
          <a:custGeom>
            <a:rect b="b" l="l" r="r" t="t"/>
            <a:pathLst>
              <a:path extrusionOk="0" h="4320" w="3025">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63" name="Google Shape;63;p27"/>
          <p:cNvSpPr txBox="1"/>
          <p:nvPr>
            <p:ph type="title"/>
          </p:nvPr>
        </p:nvSpPr>
        <p:spPr>
          <a:xfrm>
            <a:off x="8337884" y="457199"/>
            <a:ext cx="3092115" cy="1196671"/>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1900"/>
              <a:buFont typeface="Gill Sans"/>
              <a:buNone/>
              <a:defRPr b="1" i="0" sz="1900" cap="none">
                <a:solidFill>
                  <a:schemeClr val="accent1"/>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7"/>
          <p:cNvSpPr txBox="1"/>
          <p:nvPr>
            <p:ph idx="1" type="body"/>
          </p:nvPr>
        </p:nvSpPr>
        <p:spPr>
          <a:xfrm>
            <a:off x="765051" y="920377"/>
            <a:ext cx="6158418" cy="4985124"/>
          </a:xfrm>
          <a:prstGeom prst="rect">
            <a:avLst/>
          </a:prstGeom>
          <a:noFill/>
          <a:ln>
            <a:noFill/>
          </a:ln>
        </p:spPr>
        <p:txBody>
          <a:bodyPr anchorCtr="0" anchor="t" bIns="45700" lIns="91425" spcFirstLastPara="1" rIns="91425" wrap="square" tIns="45700">
            <a:normAutofit/>
          </a:bodyPr>
          <a:lstStyle>
            <a:lvl1pPr indent="-431800" lvl="0" marL="457200" algn="l">
              <a:lnSpc>
                <a:spcPct val="110000"/>
              </a:lnSpc>
              <a:spcBef>
                <a:spcPts val="700"/>
              </a:spcBef>
              <a:spcAft>
                <a:spcPts val="0"/>
              </a:spcAft>
              <a:buSzPts val="3200"/>
              <a:buChar char="•"/>
              <a:defRPr sz="3200"/>
            </a:lvl1pPr>
            <a:lvl2pPr indent="-406400" lvl="1" marL="914400" algn="l">
              <a:lnSpc>
                <a:spcPct val="110000"/>
              </a:lnSpc>
              <a:spcBef>
                <a:spcPts val="700"/>
              </a:spcBef>
              <a:spcAft>
                <a:spcPts val="0"/>
              </a:spcAft>
              <a:buSzPts val="2800"/>
              <a:buChar char="–"/>
              <a:defRPr sz="2800"/>
            </a:lvl2pPr>
            <a:lvl3pPr indent="-381000" lvl="2" marL="1371600" algn="l">
              <a:lnSpc>
                <a:spcPct val="110000"/>
              </a:lnSpc>
              <a:spcBef>
                <a:spcPts val="700"/>
              </a:spcBef>
              <a:spcAft>
                <a:spcPts val="0"/>
              </a:spcAft>
              <a:buSzPts val="2400"/>
              <a:buChar char="•"/>
              <a:defRPr sz="2400"/>
            </a:lvl3pPr>
            <a:lvl4pPr indent="-355600" lvl="3" marL="1828800" algn="l">
              <a:lnSpc>
                <a:spcPct val="110000"/>
              </a:lnSpc>
              <a:spcBef>
                <a:spcPts val="700"/>
              </a:spcBef>
              <a:spcAft>
                <a:spcPts val="0"/>
              </a:spcAft>
              <a:buSzPts val="2000"/>
              <a:buChar char="–"/>
              <a:defRPr sz="2000"/>
            </a:lvl4pPr>
            <a:lvl5pPr indent="-355600" lvl="4" marL="2286000" algn="l">
              <a:lnSpc>
                <a:spcPct val="110000"/>
              </a:lnSpc>
              <a:spcBef>
                <a:spcPts val="700"/>
              </a:spcBef>
              <a:spcAft>
                <a:spcPts val="0"/>
              </a:spcAft>
              <a:buSzPts val="2000"/>
              <a:buChar char="•"/>
              <a:defRPr sz="2000"/>
            </a:lvl5pPr>
            <a:lvl6pPr indent="-355600" lvl="5" marL="2743200" algn="l">
              <a:lnSpc>
                <a:spcPct val="110000"/>
              </a:lnSpc>
              <a:spcBef>
                <a:spcPts val="700"/>
              </a:spcBef>
              <a:spcAft>
                <a:spcPts val="0"/>
              </a:spcAft>
              <a:buSzPts val="2000"/>
              <a:buChar char="–"/>
              <a:defRPr sz="2000"/>
            </a:lvl6pPr>
            <a:lvl7pPr indent="-355600" lvl="6" marL="3200400" algn="l">
              <a:lnSpc>
                <a:spcPct val="110000"/>
              </a:lnSpc>
              <a:spcBef>
                <a:spcPts val="700"/>
              </a:spcBef>
              <a:spcAft>
                <a:spcPts val="0"/>
              </a:spcAft>
              <a:buSzPts val="2000"/>
              <a:buChar char="•"/>
              <a:defRPr sz="2000"/>
            </a:lvl7pPr>
            <a:lvl8pPr indent="-355600" lvl="7" marL="3657600" algn="l">
              <a:lnSpc>
                <a:spcPct val="110000"/>
              </a:lnSpc>
              <a:spcBef>
                <a:spcPts val="700"/>
              </a:spcBef>
              <a:spcAft>
                <a:spcPts val="0"/>
              </a:spcAft>
              <a:buSzPts val="2000"/>
              <a:buChar char="–"/>
              <a:defRPr sz="2000"/>
            </a:lvl8pPr>
            <a:lvl9pPr indent="-355600" lvl="8" marL="4114800" algn="l">
              <a:lnSpc>
                <a:spcPct val="110000"/>
              </a:lnSpc>
              <a:spcBef>
                <a:spcPts val="700"/>
              </a:spcBef>
              <a:spcAft>
                <a:spcPts val="0"/>
              </a:spcAft>
              <a:buSzPts val="2000"/>
              <a:buChar char="•"/>
              <a:defRPr sz="2000"/>
            </a:lvl9pPr>
          </a:lstStyle>
          <a:p/>
        </p:txBody>
      </p:sp>
      <p:sp>
        <p:nvSpPr>
          <p:cNvPr id="65" name="Google Shape;65;p27"/>
          <p:cNvSpPr txBox="1"/>
          <p:nvPr>
            <p:ph idx="2" type="body"/>
          </p:nvPr>
        </p:nvSpPr>
        <p:spPr>
          <a:xfrm>
            <a:off x="8337885" y="1741336"/>
            <a:ext cx="3092115" cy="416416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200"/>
              </a:spcBef>
              <a:spcAft>
                <a:spcPts val="0"/>
              </a:spcAft>
              <a:buSzPts val="1600"/>
              <a:buNone/>
              <a:defRPr sz="1600">
                <a:solidFill>
                  <a:schemeClr val="lt2"/>
                </a:solidFill>
              </a:defRPr>
            </a:lvl1pPr>
            <a:lvl2pPr indent="-228600" lvl="1" marL="914400" algn="l">
              <a:lnSpc>
                <a:spcPct val="110000"/>
              </a:lnSpc>
              <a:spcBef>
                <a:spcPts val="700"/>
              </a:spcBef>
              <a:spcAft>
                <a:spcPts val="0"/>
              </a:spcAft>
              <a:buSzPts val="1400"/>
              <a:buNone/>
              <a:defRPr sz="1400"/>
            </a:lvl2pPr>
            <a:lvl3pPr indent="-228600" lvl="2" marL="1371600" algn="l">
              <a:lnSpc>
                <a:spcPct val="110000"/>
              </a:lnSpc>
              <a:spcBef>
                <a:spcPts val="700"/>
              </a:spcBef>
              <a:spcAft>
                <a:spcPts val="0"/>
              </a:spcAft>
              <a:buSzPts val="1200"/>
              <a:buNone/>
              <a:defRPr sz="1200"/>
            </a:lvl3pPr>
            <a:lvl4pPr indent="-228600" lvl="3" marL="1828800" algn="l">
              <a:lnSpc>
                <a:spcPct val="110000"/>
              </a:lnSpc>
              <a:spcBef>
                <a:spcPts val="700"/>
              </a:spcBef>
              <a:spcAft>
                <a:spcPts val="0"/>
              </a:spcAft>
              <a:buSzPts val="1000"/>
              <a:buNone/>
              <a:defRPr sz="1000"/>
            </a:lvl4pPr>
            <a:lvl5pPr indent="-228600" lvl="4" marL="2286000" algn="l">
              <a:lnSpc>
                <a:spcPct val="110000"/>
              </a:lnSpc>
              <a:spcBef>
                <a:spcPts val="700"/>
              </a:spcBef>
              <a:spcAft>
                <a:spcPts val="0"/>
              </a:spcAft>
              <a:buSzPts val="1000"/>
              <a:buNone/>
              <a:defRPr sz="1000"/>
            </a:lvl5pPr>
            <a:lvl6pPr indent="-228600" lvl="5" marL="2743200" algn="l">
              <a:lnSpc>
                <a:spcPct val="110000"/>
              </a:lnSpc>
              <a:spcBef>
                <a:spcPts val="700"/>
              </a:spcBef>
              <a:spcAft>
                <a:spcPts val="0"/>
              </a:spcAft>
              <a:buSzPts val="1000"/>
              <a:buNone/>
              <a:defRPr sz="1000"/>
            </a:lvl6pPr>
            <a:lvl7pPr indent="-228600" lvl="6" marL="3200400" algn="l">
              <a:lnSpc>
                <a:spcPct val="110000"/>
              </a:lnSpc>
              <a:spcBef>
                <a:spcPts val="700"/>
              </a:spcBef>
              <a:spcAft>
                <a:spcPts val="0"/>
              </a:spcAft>
              <a:buSzPts val="1000"/>
              <a:buNone/>
              <a:defRPr sz="1000"/>
            </a:lvl7pPr>
            <a:lvl8pPr indent="-228600" lvl="7" marL="3657600" algn="l">
              <a:lnSpc>
                <a:spcPct val="110000"/>
              </a:lnSpc>
              <a:spcBef>
                <a:spcPts val="700"/>
              </a:spcBef>
              <a:spcAft>
                <a:spcPts val="0"/>
              </a:spcAft>
              <a:buSzPts val="1000"/>
              <a:buNone/>
              <a:defRPr sz="1000"/>
            </a:lvl8pPr>
            <a:lvl9pPr indent="-228600" lvl="8" marL="4114800" algn="l">
              <a:lnSpc>
                <a:spcPct val="110000"/>
              </a:lnSpc>
              <a:spcBef>
                <a:spcPts val="700"/>
              </a:spcBef>
              <a:spcAft>
                <a:spcPts val="0"/>
              </a:spcAft>
              <a:buSzPts val="1000"/>
              <a:buNone/>
              <a:defRPr sz="1000"/>
            </a:lvl9pPr>
          </a:lstStyle>
          <a:p/>
        </p:txBody>
      </p:sp>
      <p:sp>
        <p:nvSpPr>
          <p:cNvPr id="66" name="Google Shape;66;p27"/>
          <p:cNvSpPr txBox="1"/>
          <p:nvPr>
            <p:ph idx="10" type="dt"/>
          </p:nvPr>
        </p:nvSpPr>
        <p:spPr>
          <a:xfrm>
            <a:off x="765051" y="6375679"/>
            <a:ext cx="1233355" cy="34846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1" type="ftr"/>
          </p:nvPr>
        </p:nvSpPr>
        <p:spPr>
          <a:xfrm>
            <a:off x="2103620" y="6375679"/>
            <a:ext cx="3482179" cy="34579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7"/>
          <p:cNvSpPr txBox="1"/>
          <p:nvPr>
            <p:ph idx="12" type="sldNum"/>
          </p:nvPr>
        </p:nvSpPr>
        <p:spPr>
          <a:xfrm>
            <a:off x="5691014" y="6375679"/>
            <a:ext cx="1232456" cy="34579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69" name="Google Shape;69;p27" title="left edge border"/>
          <p:cNvSpPr/>
          <p:nvPr/>
        </p:nvSpPr>
        <p:spPr>
          <a:xfrm>
            <a:off x="0" y="0"/>
            <a:ext cx="283464"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70" name="Shape 70"/>
        <p:cNvGrpSpPr/>
        <p:nvPr/>
      </p:nvGrpSpPr>
      <p:grpSpPr>
        <a:xfrm>
          <a:off x="0" y="0"/>
          <a:ext cx="0" cy="0"/>
          <a:chOff x="0" y="0"/>
          <a:chExt cx="0" cy="0"/>
        </a:xfrm>
      </p:grpSpPr>
      <p:sp>
        <p:nvSpPr>
          <p:cNvPr id="71" name="Google Shape;71;p28"/>
          <p:cNvSpPr/>
          <p:nvPr>
            <p:ph idx="2" type="pic"/>
          </p:nvPr>
        </p:nvSpPr>
        <p:spPr>
          <a:xfrm>
            <a:off x="283464" y="0"/>
            <a:ext cx="7355585" cy="6857999"/>
          </a:xfrm>
          <a:prstGeom prst="rect">
            <a:avLst/>
          </a:prstGeom>
          <a:noFill/>
          <a:ln>
            <a:noFill/>
          </a:ln>
        </p:spPr>
      </p:sp>
      <p:sp>
        <p:nvSpPr>
          <p:cNvPr id="72" name="Google Shape;72;p28" title="right scallop background shape"/>
          <p:cNvSpPr/>
          <p:nvPr/>
        </p:nvSpPr>
        <p:spPr>
          <a:xfrm>
            <a:off x="7389812" y="0"/>
            <a:ext cx="4802188" cy="6858000"/>
          </a:xfrm>
          <a:custGeom>
            <a:rect b="b" l="l" r="r" t="t"/>
            <a:pathLst>
              <a:path extrusionOk="0" h="4320" w="3025">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73" name="Google Shape;73;p28" title="left edge border"/>
          <p:cNvSpPr/>
          <p:nvPr/>
        </p:nvSpPr>
        <p:spPr>
          <a:xfrm>
            <a:off x="0" y="0"/>
            <a:ext cx="283464"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8"/>
          <p:cNvSpPr txBox="1"/>
          <p:nvPr>
            <p:ph type="title"/>
          </p:nvPr>
        </p:nvSpPr>
        <p:spPr>
          <a:xfrm>
            <a:off x="8337883" y="457200"/>
            <a:ext cx="3092117" cy="119667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1900"/>
              <a:buFont typeface="Gill Sans"/>
              <a:buNone/>
              <a:defRPr b="1" i="0" sz="1900">
                <a:solidFill>
                  <a:schemeClr val="accent1"/>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8"/>
          <p:cNvSpPr txBox="1"/>
          <p:nvPr>
            <p:ph idx="1" type="body"/>
          </p:nvPr>
        </p:nvSpPr>
        <p:spPr>
          <a:xfrm>
            <a:off x="8337883" y="1741336"/>
            <a:ext cx="3092117" cy="416416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200"/>
              </a:spcBef>
              <a:spcAft>
                <a:spcPts val="0"/>
              </a:spcAft>
              <a:buSzPts val="1600"/>
              <a:buNone/>
              <a:defRPr sz="1600">
                <a:solidFill>
                  <a:schemeClr val="lt2"/>
                </a:solidFill>
              </a:defRPr>
            </a:lvl1pPr>
            <a:lvl2pPr indent="-228600" lvl="1" marL="914400" algn="l">
              <a:lnSpc>
                <a:spcPct val="110000"/>
              </a:lnSpc>
              <a:spcBef>
                <a:spcPts val="700"/>
              </a:spcBef>
              <a:spcAft>
                <a:spcPts val="0"/>
              </a:spcAft>
              <a:buSzPts val="1400"/>
              <a:buNone/>
              <a:defRPr sz="1400"/>
            </a:lvl2pPr>
            <a:lvl3pPr indent="-228600" lvl="2" marL="1371600" algn="l">
              <a:lnSpc>
                <a:spcPct val="110000"/>
              </a:lnSpc>
              <a:spcBef>
                <a:spcPts val="700"/>
              </a:spcBef>
              <a:spcAft>
                <a:spcPts val="0"/>
              </a:spcAft>
              <a:buSzPts val="1200"/>
              <a:buNone/>
              <a:defRPr sz="1200"/>
            </a:lvl3pPr>
            <a:lvl4pPr indent="-228600" lvl="3" marL="1828800" algn="l">
              <a:lnSpc>
                <a:spcPct val="110000"/>
              </a:lnSpc>
              <a:spcBef>
                <a:spcPts val="700"/>
              </a:spcBef>
              <a:spcAft>
                <a:spcPts val="0"/>
              </a:spcAft>
              <a:buSzPts val="1000"/>
              <a:buNone/>
              <a:defRPr sz="1000"/>
            </a:lvl4pPr>
            <a:lvl5pPr indent="-228600" lvl="4" marL="2286000" algn="l">
              <a:lnSpc>
                <a:spcPct val="110000"/>
              </a:lnSpc>
              <a:spcBef>
                <a:spcPts val="700"/>
              </a:spcBef>
              <a:spcAft>
                <a:spcPts val="0"/>
              </a:spcAft>
              <a:buSzPts val="1000"/>
              <a:buNone/>
              <a:defRPr sz="1000"/>
            </a:lvl5pPr>
            <a:lvl6pPr indent="-228600" lvl="5" marL="2743200" algn="l">
              <a:lnSpc>
                <a:spcPct val="110000"/>
              </a:lnSpc>
              <a:spcBef>
                <a:spcPts val="700"/>
              </a:spcBef>
              <a:spcAft>
                <a:spcPts val="0"/>
              </a:spcAft>
              <a:buSzPts val="1000"/>
              <a:buNone/>
              <a:defRPr sz="1000"/>
            </a:lvl6pPr>
            <a:lvl7pPr indent="-228600" lvl="6" marL="3200400" algn="l">
              <a:lnSpc>
                <a:spcPct val="110000"/>
              </a:lnSpc>
              <a:spcBef>
                <a:spcPts val="700"/>
              </a:spcBef>
              <a:spcAft>
                <a:spcPts val="0"/>
              </a:spcAft>
              <a:buSzPts val="1000"/>
              <a:buNone/>
              <a:defRPr sz="1000"/>
            </a:lvl7pPr>
            <a:lvl8pPr indent="-228600" lvl="7" marL="3657600" algn="l">
              <a:lnSpc>
                <a:spcPct val="110000"/>
              </a:lnSpc>
              <a:spcBef>
                <a:spcPts val="700"/>
              </a:spcBef>
              <a:spcAft>
                <a:spcPts val="0"/>
              </a:spcAft>
              <a:buSzPts val="1000"/>
              <a:buNone/>
              <a:defRPr sz="1000"/>
            </a:lvl8pPr>
            <a:lvl9pPr indent="-228600" lvl="8" marL="4114800" algn="l">
              <a:lnSpc>
                <a:spcPct val="110000"/>
              </a:lnSpc>
              <a:spcBef>
                <a:spcPts val="700"/>
              </a:spcBef>
              <a:spcAft>
                <a:spcPts val="0"/>
              </a:spcAft>
              <a:buSzPts val="1000"/>
              <a:buNone/>
              <a:defRPr sz="1000"/>
            </a:lvl9pPr>
          </a:lstStyle>
          <a:p/>
        </p:txBody>
      </p:sp>
      <p:sp>
        <p:nvSpPr>
          <p:cNvPr id="76" name="Google Shape;76;p28"/>
          <p:cNvSpPr txBox="1"/>
          <p:nvPr>
            <p:ph idx="10" type="dt"/>
          </p:nvPr>
        </p:nvSpPr>
        <p:spPr>
          <a:xfrm>
            <a:off x="765950" y="6375679"/>
            <a:ext cx="1232456" cy="34846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8"/>
          <p:cNvSpPr txBox="1"/>
          <p:nvPr>
            <p:ph idx="11" type="ftr"/>
          </p:nvPr>
        </p:nvSpPr>
        <p:spPr>
          <a:xfrm>
            <a:off x="2103621" y="6375679"/>
            <a:ext cx="3482178" cy="34579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2" type="sldNum"/>
          </p:nvPr>
        </p:nvSpPr>
        <p:spPr>
          <a:xfrm>
            <a:off x="5687568" y="6375679"/>
            <a:ext cx="1234440" cy="34579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9" name="Shape 79"/>
        <p:cNvGrpSpPr/>
        <p:nvPr/>
      </p:nvGrpSpPr>
      <p:grpSpPr>
        <a:xfrm>
          <a:off x="0" y="0"/>
          <a:ext cx="0" cy="0"/>
          <a:chOff x="0" y="0"/>
          <a:chExt cx="0" cy="0"/>
        </a:xfrm>
      </p:grpSpPr>
      <p:sp>
        <p:nvSpPr>
          <p:cNvPr id="80" name="Google Shape;80;p29"/>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9"/>
          <p:cNvSpPr txBox="1"/>
          <p:nvPr>
            <p:ph idx="1" type="body"/>
          </p:nvPr>
        </p:nvSpPr>
        <p:spPr>
          <a:xfrm rot="5400000">
            <a:off x="4544044" y="-1006365"/>
            <a:ext cx="3593591" cy="10178322"/>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82" name="Google Shape;82;p29"/>
          <p:cNvSpPr txBox="1"/>
          <p:nvPr>
            <p:ph idx="10" type="dt"/>
          </p:nvPr>
        </p:nvSpPr>
        <p:spPr>
          <a:xfrm>
            <a:off x="1251678" y="6375679"/>
            <a:ext cx="2329722" cy="34846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9"/>
          <p:cNvSpPr txBox="1"/>
          <p:nvPr>
            <p:ph idx="11" type="ftr"/>
          </p:nvPr>
        </p:nvSpPr>
        <p:spPr>
          <a:xfrm>
            <a:off x="4038600" y="6375679"/>
            <a:ext cx="4114800" cy="34579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9"/>
          <p:cNvSpPr txBox="1"/>
          <p:nvPr>
            <p:ph idx="12" type="sldNum"/>
          </p:nvPr>
        </p:nvSpPr>
        <p:spPr>
          <a:xfrm>
            <a:off x="8610601" y="6375679"/>
            <a:ext cx="2819399" cy="34579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5" name="Shape 85"/>
        <p:cNvGrpSpPr/>
        <p:nvPr/>
      </p:nvGrpSpPr>
      <p:grpSpPr>
        <a:xfrm>
          <a:off x="0" y="0"/>
          <a:ext cx="0" cy="0"/>
          <a:chOff x="0" y="0"/>
          <a:chExt cx="0" cy="0"/>
        </a:xfrm>
      </p:grpSpPr>
      <p:sp>
        <p:nvSpPr>
          <p:cNvPr id="86" name="Google Shape;86;p30"/>
          <p:cNvSpPr txBox="1"/>
          <p:nvPr>
            <p:ph type="title"/>
          </p:nvPr>
        </p:nvSpPr>
        <p:spPr>
          <a:xfrm rot="5400000">
            <a:off x="8012185" y="2436522"/>
            <a:ext cx="5600404" cy="149213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30"/>
          <p:cNvSpPr txBox="1"/>
          <p:nvPr>
            <p:ph idx="1" type="body"/>
          </p:nvPr>
        </p:nvSpPr>
        <p:spPr>
          <a:xfrm rot="5400000">
            <a:off x="2653390" y="-1013705"/>
            <a:ext cx="5600405" cy="8392585"/>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88" name="Google Shape;88;p30"/>
          <p:cNvSpPr txBox="1"/>
          <p:nvPr>
            <p:ph idx="10" type="dt"/>
          </p:nvPr>
        </p:nvSpPr>
        <p:spPr>
          <a:xfrm>
            <a:off x="1251678" y="6375679"/>
            <a:ext cx="2329722" cy="34846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0"/>
          <p:cNvSpPr txBox="1"/>
          <p:nvPr>
            <p:ph idx="11" type="ftr"/>
          </p:nvPr>
        </p:nvSpPr>
        <p:spPr>
          <a:xfrm>
            <a:off x="4038600" y="6375679"/>
            <a:ext cx="4114800" cy="34579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0"/>
          <p:cNvSpPr txBox="1"/>
          <p:nvPr>
            <p:ph idx="12" type="sldNum"/>
          </p:nvPr>
        </p:nvSpPr>
        <p:spPr>
          <a:xfrm>
            <a:off x="8610601" y="6375679"/>
            <a:ext cx="2819399" cy="34579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2"/>
              </a:buClr>
              <a:buSzPts val="5100"/>
              <a:buFont typeface="Impact"/>
              <a:buNone/>
              <a:defRPr b="0" i="0" sz="5100" u="none" cap="none" strike="noStrike">
                <a:solidFill>
                  <a:schemeClr val="dk2"/>
                </a:solidFill>
                <a:latin typeface="Impact"/>
                <a:ea typeface="Impact"/>
                <a:cs typeface="Impact"/>
                <a:sym typeface="Impac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10000"/>
              </a:lnSpc>
              <a:spcBef>
                <a:spcPts val="700"/>
              </a:spcBef>
              <a:spcAft>
                <a:spcPts val="0"/>
              </a:spcAft>
              <a:buClr>
                <a:schemeClr val="dk2"/>
              </a:buClr>
              <a:buSzPts val="2000"/>
              <a:buFont typeface="Arial"/>
              <a:buChar char="•"/>
              <a:defRPr b="0" i="0" sz="2000" u="none" cap="none" strike="noStrike">
                <a:solidFill>
                  <a:srgbClr val="595959"/>
                </a:solidFill>
                <a:latin typeface="Gill Sans"/>
                <a:ea typeface="Gill Sans"/>
                <a:cs typeface="Gill Sans"/>
                <a:sym typeface="Gill Sans"/>
              </a:defRPr>
            </a:lvl1pPr>
            <a:lvl2pPr indent="-342900" lvl="1" marL="914400" marR="0" rtl="0" algn="l">
              <a:lnSpc>
                <a:spcPct val="110000"/>
              </a:lnSpc>
              <a:spcBef>
                <a:spcPts val="700"/>
              </a:spcBef>
              <a:spcAft>
                <a:spcPts val="0"/>
              </a:spcAft>
              <a:buClr>
                <a:schemeClr val="dk2"/>
              </a:buClr>
              <a:buSzPts val="1800"/>
              <a:buFont typeface="Gill Sans"/>
              <a:buChar char="–"/>
              <a:defRPr b="0" i="0" sz="1800" u="none" cap="none" strike="noStrike">
                <a:solidFill>
                  <a:srgbClr val="595959"/>
                </a:solidFill>
                <a:latin typeface="Gill Sans"/>
                <a:ea typeface="Gill Sans"/>
                <a:cs typeface="Gill Sans"/>
                <a:sym typeface="Gill Sans"/>
              </a:defRPr>
            </a:lvl2pPr>
            <a:lvl3pPr indent="-330200" lvl="2" marL="1371600" marR="0" rtl="0" algn="l">
              <a:lnSpc>
                <a:spcPct val="110000"/>
              </a:lnSpc>
              <a:spcBef>
                <a:spcPts val="700"/>
              </a:spcBef>
              <a:spcAft>
                <a:spcPts val="0"/>
              </a:spcAft>
              <a:buClr>
                <a:schemeClr val="dk2"/>
              </a:buClr>
              <a:buSzPts val="1600"/>
              <a:buFont typeface="Arial"/>
              <a:buChar char="•"/>
              <a:defRPr b="0" i="0" sz="1600" u="none" cap="none" strike="noStrike">
                <a:solidFill>
                  <a:srgbClr val="595959"/>
                </a:solidFill>
                <a:latin typeface="Gill Sans"/>
                <a:ea typeface="Gill Sans"/>
                <a:cs typeface="Gill Sans"/>
                <a:sym typeface="Gill Sans"/>
              </a:defRPr>
            </a:lvl3pPr>
            <a:lvl4pPr indent="-317500" lvl="3" marL="1828800" marR="0" rtl="0" algn="l">
              <a:lnSpc>
                <a:spcPct val="110000"/>
              </a:lnSpc>
              <a:spcBef>
                <a:spcPts val="700"/>
              </a:spcBef>
              <a:spcAft>
                <a:spcPts val="0"/>
              </a:spcAft>
              <a:buClr>
                <a:schemeClr val="dk2"/>
              </a:buClr>
              <a:buSzPts val="1400"/>
              <a:buFont typeface="Gill Sans"/>
              <a:buChar char="–"/>
              <a:defRPr b="0" i="0" sz="1400" u="none" cap="none" strike="noStrike">
                <a:solidFill>
                  <a:srgbClr val="595959"/>
                </a:solidFill>
                <a:latin typeface="Gill Sans"/>
                <a:ea typeface="Gill Sans"/>
                <a:cs typeface="Gill Sans"/>
                <a:sym typeface="Gill Sans"/>
              </a:defRPr>
            </a:lvl4pPr>
            <a:lvl5pPr indent="-317500" lvl="4" marL="2286000" marR="0" rtl="0" algn="l">
              <a:lnSpc>
                <a:spcPct val="110000"/>
              </a:lnSpc>
              <a:spcBef>
                <a:spcPts val="700"/>
              </a:spcBef>
              <a:spcAft>
                <a:spcPts val="0"/>
              </a:spcAft>
              <a:buClr>
                <a:schemeClr val="dk2"/>
              </a:buClr>
              <a:buSzPts val="1400"/>
              <a:buFont typeface="Arial"/>
              <a:buChar char="•"/>
              <a:defRPr b="0" i="0" sz="1400" u="none" cap="none" strike="noStrike">
                <a:solidFill>
                  <a:srgbClr val="595959"/>
                </a:solidFill>
                <a:latin typeface="Gill Sans"/>
                <a:ea typeface="Gill Sans"/>
                <a:cs typeface="Gill Sans"/>
                <a:sym typeface="Gill Sans"/>
              </a:defRPr>
            </a:lvl5pPr>
            <a:lvl6pPr indent="-317500" lvl="5" marL="2743200" marR="0" rtl="0" algn="l">
              <a:lnSpc>
                <a:spcPct val="110000"/>
              </a:lnSpc>
              <a:spcBef>
                <a:spcPts val="700"/>
              </a:spcBef>
              <a:spcAft>
                <a:spcPts val="0"/>
              </a:spcAft>
              <a:buClr>
                <a:schemeClr val="dk2"/>
              </a:buClr>
              <a:buSzPts val="1400"/>
              <a:buFont typeface="Gill Sans"/>
              <a:buChar char="–"/>
              <a:defRPr b="0" i="0" sz="1400" u="none" cap="none" strike="noStrike">
                <a:solidFill>
                  <a:srgbClr val="595959"/>
                </a:solidFill>
                <a:latin typeface="Gill Sans"/>
                <a:ea typeface="Gill Sans"/>
                <a:cs typeface="Gill Sans"/>
                <a:sym typeface="Gill Sans"/>
              </a:defRPr>
            </a:lvl6pPr>
            <a:lvl7pPr indent="-317500" lvl="6" marL="3200400" marR="0" rtl="0" algn="l">
              <a:lnSpc>
                <a:spcPct val="110000"/>
              </a:lnSpc>
              <a:spcBef>
                <a:spcPts val="700"/>
              </a:spcBef>
              <a:spcAft>
                <a:spcPts val="0"/>
              </a:spcAft>
              <a:buClr>
                <a:schemeClr val="dk2"/>
              </a:buClr>
              <a:buSzPts val="1400"/>
              <a:buFont typeface="Arial"/>
              <a:buChar char="•"/>
              <a:defRPr b="0" i="0" sz="1400" u="none" cap="none" strike="noStrike">
                <a:solidFill>
                  <a:srgbClr val="595959"/>
                </a:solidFill>
                <a:latin typeface="Gill Sans"/>
                <a:ea typeface="Gill Sans"/>
                <a:cs typeface="Gill Sans"/>
                <a:sym typeface="Gill Sans"/>
              </a:defRPr>
            </a:lvl7pPr>
            <a:lvl8pPr indent="-317500" lvl="7" marL="3657600" marR="0" rtl="0" algn="l">
              <a:lnSpc>
                <a:spcPct val="110000"/>
              </a:lnSpc>
              <a:spcBef>
                <a:spcPts val="700"/>
              </a:spcBef>
              <a:spcAft>
                <a:spcPts val="0"/>
              </a:spcAft>
              <a:buClr>
                <a:schemeClr val="dk2"/>
              </a:buClr>
              <a:buSzPts val="1400"/>
              <a:buFont typeface="Gill Sans"/>
              <a:buChar char="–"/>
              <a:defRPr b="0" i="0" sz="1400" u="none" cap="none" strike="noStrike">
                <a:solidFill>
                  <a:srgbClr val="595959"/>
                </a:solidFill>
                <a:latin typeface="Gill Sans"/>
                <a:ea typeface="Gill Sans"/>
                <a:cs typeface="Gill Sans"/>
                <a:sym typeface="Gill Sans"/>
              </a:defRPr>
            </a:lvl8pPr>
            <a:lvl9pPr indent="-317500" lvl="8" marL="4114800" marR="0" rtl="0" algn="l">
              <a:lnSpc>
                <a:spcPct val="110000"/>
              </a:lnSpc>
              <a:spcBef>
                <a:spcPts val="700"/>
              </a:spcBef>
              <a:spcAft>
                <a:spcPts val="0"/>
              </a:spcAft>
              <a:buClr>
                <a:schemeClr val="dk2"/>
              </a:buClr>
              <a:buSzPts val="1400"/>
              <a:buFont typeface="Arial"/>
              <a:buChar char="•"/>
              <a:defRPr b="0" i="0" sz="1400" u="none" cap="none" strike="noStrike">
                <a:solidFill>
                  <a:srgbClr val="595959"/>
                </a:solidFill>
                <a:latin typeface="Gill Sans"/>
                <a:ea typeface="Gill Sans"/>
                <a:cs typeface="Gill Sans"/>
                <a:sym typeface="Gill Sans"/>
              </a:defRPr>
            </a:lvl9pPr>
          </a:lstStyle>
          <a:p/>
        </p:txBody>
      </p:sp>
      <p:sp>
        <p:nvSpPr>
          <p:cNvPr id="8" name="Google Shape;8;p19"/>
          <p:cNvSpPr txBox="1"/>
          <p:nvPr>
            <p:ph idx="10" type="dt"/>
          </p:nvPr>
        </p:nvSpPr>
        <p:spPr>
          <a:xfrm>
            <a:off x="1251678" y="6375679"/>
            <a:ext cx="2329722" cy="348462"/>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595959"/>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9" name="Google Shape;9;p19"/>
          <p:cNvSpPr txBox="1"/>
          <p:nvPr>
            <p:ph idx="11" type="ftr"/>
          </p:nvPr>
        </p:nvSpPr>
        <p:spPr>
          <a:xfrm>
            <a:off x="4038600" y="6375679"/>
            <a:ext cx="4114800" cy="345796"/>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595959"/>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0" name="Google Shape;10;p19"/>
          <p:cNvSpPr txBox="1"/>
          <p:nvPr>
            <p:ph idx="12" type="sldNum"/>
          </p:nvPr>
        </p:nvSpPr>
        <p:spPr>
          <a:xfrm>
            <a:off x="8610601" y="6375679"/>
            <a:ext cx="2819399" cy="34579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595959"/>
                </a:solidFill>
                <a:latin typeface="Gill Sans"/>
                <a:ea typeface="Gill Sans"/>
                <a:cs typeface="Gill Sans"/>
                <a:sym typeface="Gill Sans"/>
              </a:defRPr>
            </a:lvl1pPr>
            <a:lvl2pPr indent="0" lvl="1" marL="0" marR="0" rtl="0" algn="r">
              <a:spcBef>
                <a:spcPts val="0"/>
              </a:spcBef>
              <a:buNone/>
              <a:defRPr b="0" i="0" sz="1200" u="none" cap="none" strike="noStrike">
                <a:solidFill>
                  <a:srgbClr val="595959"/>
                </a:solidFill>
                <a:latin typeface="Gill Sans"/>
                <a:ea typeface="Gill Sans"/>
                <a:cs typeface="Gill Sans"/>
                <a:sym typeface="Gill Sans"/>
              </a:defRPr>
            </a:lvl2pPr>
            <a:lvl3pPr indent="0" lvl="2" marL="0" marR="0" rtl="0" algn="r">
              <a:spcBef>
                <a:spcPts val="0"/>
              </a:spcBef>
              <a:buNone/>
              <a:defRPr b="0" i="0" sz="1200" u="none" cap="none" strike="noStrike">
                <a:solidFill>
                  <a:srgbClr val="595959"/>
                </a:solidFill>
                <a:latin typeface="Gill Sans"/>
                <a:ea typeface="Gill Sans"/>
                <a:cs typeface="Gill Sans"/>
                <a:sym typeface="Gill Sans"/>
              </a:defRPr>
            </a:lvl3pPr>
            <a:lvl4pPr indent="0" lvl="3" marL="0" marR="0" rtl="0" algn="r">
              <a:spcBef>
                <a:spcPts val="0"/>
              </a:spcBef>
              <a:buNone/>
              <a:defRPr b="0" i="0" sz="1200" u="none" cap="none" strike="noStrike">
                <a:solidFill>
                  <a:srgbClr val="595959"/>
                </a:solidFill>
                <a:latin typeface="Gill Sans"/>
                <a:ea typeface="Gill Sans"/>
                <a:cs typeface="Gill Sans"/>
                <a:sym typeface="Gill Sans"/>
              </a:defRPr>
            </a:lvl4pPr>
            <a:lvl5pPr indent="0" lvl="4" marL="0" marR="0" rtl="0" algn="r">
              <a:spcBef>
                <a:spcPts val="0"/>
              </a:spcBef>
              <a:buNone/>
              <a:defRPr b="0" i="0" sz="1200" u="none" cap="none" strike="noStrike">
                <a:solidFill>
                  <a:srgbClr val="595959"/>
                </a:solidFill>
                <a:latin typeface="Gill Sans"/>
                <a:ea typeface="Gill Sans"/>
                <a:cs typeface="Gill Sans"/>
                <a:sym typeface="Gill Sans"/>
              </a:defRPr>
            </a:lvl5pPr>
            <a:lvl6pPr indent="0" lvl="5" marL="0" marR="0" rtl="0" algn="r">
              <a:spcBef>
                <a:spcPts val="0"/>
              </a:spcBef>
              <a:buNone/>
              <a:defRPr b="0" i="0" sz="1200" u="none" cap="none" strike="noStrike">
                <a:solidFill>
                  <a:srgbClr val="595959"/>
                </a:solidFill>
                <a:latin typeface="Gill Sans"/>
                <a:ea typeface="Gill Sans"/>
                <a:cs typeface="Gill Sans"/>
                <a:sym typeface="Gill Sans"/>
              </a:defRPr>
            </a:lvl6pPr>
            <a:lvl7pPr indent="0" lvl="6" marL="0" marR="0" rtl="0" algn="r">
              <a:spcBef>
                <a:spcPts val="0"/>
              </a:spcBef>
              <a:buNone/>
              <a:defRPr b="0" i="0" sz="1200" u="none" cap="none" strike="noStrike">
                <a:solidFill>
                  <a:srgbClr val="595959"/>
                </a:solidFill>
                <a:latin typeface="Gill Sans"/>
                <a:ea typeface="Gill Sans"/>
                <a:cs typeface="Gill Sans"/>
                <a:sym typeface="Gill Sans"/>
              </a:defRPr>
            </a:lvl7pPr>
            <a:lvl8pPr indent="0" lvl="7" marL="0" marR="0" rtl="0" algn="r">
              <a:spcBef>
                <a:spcPts val="0"/>
              </a:spcBef>
              <a:buNone/>
              <a:defRPr b="0" i="0" sz="1200" u="none" cap="none" strike="noStrike">
                <a:solidFill>
                  <a:srgbClr val="595959"/>
                </a:solidFill>
                <a:latin typeface="Gill Sans"/>
                <a:ea typeface="Gill Sans"/>
                <a:cs typeface="Gill Sans"/>
                <a:sym typeface="Gill Sans"/>
              </a:defRPr>
            </a:lvl8pPr>
            <a:lvl9pPr indent="0" lvl="8" marL="0" marR="0" rtl="0" algn="r">
              <a:spcBef>
                <a:spcPts val="0"/>
              </a:spcBef>
              <a:buNone/>
              <a:defRPr b="0" i="0" sz="12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11" name="Google Shape;11;p19" title="Left scallop edge"/>
          <p:cNvSpPr/>
          <p:nvPr/>
        </p:nvSpPr>
        <p:spPr>
          <a:xfrm>
            <a:off x="0" y="0"/>
            <a:ext cx="885825" cy="6858000"/>
          </a:xfrm>
          <a:custGeom>
            <a:rect b="b" l="l" r="r" t="t"/>
            <a:pathLst>
              <a:path extrusionOk="0" h="4320" w="558">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dk2"/>
          </a:solidFill>
          <a:ln>
            <a:noFill/>
          </a:ln>
        </p:spPr>
      </p:sp>
      <p:sp>
        <p:nvSpPr>
          <p:cNvPr id="12" name="Google Shape;12;p19" title="right edge border"/>
          <p:cNvSpPr/>
          <p:nvPr/>
        </p:nvSpPr>
        <p:spPr>
          <a:xfrm>
            <a:off x="11908536" y="0"/>
            <a:ext cx="283464"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
          <p:cNvSpPr txBox="1"/>
          <p:nvPr>
            <p:ph type="ctrTitle"/>
          </p:nvPr>
        </p:nvSpPr>
        <p:spPr>
          <a:xfrm>
            <a:off x="1078523" y="1098388"/>
            <a:ext cx="10318418" cy="439498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2"/>
              </a:buClr>
              <a:buSzPts val="10000"/>
              <a:buFont typeface="Impact"/>
              <a:buNone/>
            </a:pPr>
            <a:r>
              <a:rPr lang="es-ES"/>
              <a:t>EFECTOS APERTURA DEL CONCURSO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 INFORME DEL SÍNDICO</a:t>
            </a:r>
            <a:endParaRPr/>
          </a:p>
        </p:txBody>
      </p:sp>
      <p:sp>
        <p:nvSpPr>
          <p:cNvPr id="101" name="Google Shape;101;p2"/>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SzPts val="2000"/>
              <a:buChar char="•"/>
            </a:pPr>
            <a:r>
              <a:rPr lang="es-ES"/>
              <a:t>Pasivos laborales</a:t>
            </a:r>
            <a:endParaRPr/>
          </a:p>
          <a:p>
            <a:pPr indent="-228600" lvl="1" marL="685800" rtl="0" algn="l">
              <a:lnSpc>
                <a:spcPct val="110000"/>
              </a:lnSpc>
              <a:spcBef>
                <a:spcPts val="700"/>
              </a:spcBef>
              <a:spcAft>
                <a:spcPts val="0"/>
              </a:spcAft>
              <a:buSzPts val="1800"/>
              <a:buChar char="–"/>
            </a:pPr>
            <a:r>
              <a:rPr lang="es-ES"/>
              <a:t>Básicamente el órgano concursal deberá expedirse en forma similar a una auditoría, debiendo señalar —como mínimo— la causa de cada acreencia, el monto y su gradación. Todo su informe deberá estar sustentado en libros, documentos u otros elementos del concursado.</a:t>
            </a:r>
            <a:endParaRPr/>
          </a:p>
          <a:p>
            <a:pPr indent="-228600" lvl="0" marL="228600" rtl="0" algn="l">
              <a:lnSpc>
                <a:spcPct val="110000"/>
              </a:lnSpc>
              <a:spcBef>
                <a:spcPts val="700"/>
              </a:spcBef>
              <a:spcAft>
                <a:spcPts val="0"/>
              </a:spcAft>
              <a:buSzPts val="2000"/>
              <a:buChar char="•"/>
            </a:pPr>
            <a:r>
              <a:rPr lang="es-ES"/>
              <a:t>Auditoría sobre otros créditos laborales</a:t>
            </a:r>
            <a:endParaRPr/>
          </a:p>
          <a:p>
            <a:pPr indent="-228600" lvl="1" marL="685800" rtl="0" algn="l">
              <a:lnSpc>
                <a:spcPct val="110000"/>
              </a:lnSpc>
              <a:spcBef>
                <a:spcPts val="700"/>
              </a:spcBef>
              <a:spcAft>
                <a:spcPts val="0"/>
              </a:spcAft>
              <a:buSzPts val="1800"/>
              <a:buChar char="–"/>
            </a:pPr>
            <a:r>
              <a:rPr lang="es-ES"/>
              <a:t>sobre la existencia de otros créditos laborales comprendidos en el pronto pago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 INFORME DEL SÍNDICO</a:t>
            </a:r>
            <a:endParaRPr/>
          </a:p>
        </p:txBody>
      </p:sp>
      <p:sp>
        <p:nvSpPr>
          <p:cNvPr id="107" name="Google Shape;107;p3"/>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10000"/>
              </a:lnSpc>
              <a:spcBef>
                <a:spcPts val="0"/>
              </a:spcBef>
              <a:spcAft>
                <a:spcPts val="0"/>
              </a:spcAft>
              <a:buSzPct val="100000"/>
              <a:buChar char="•"/>
            </a:pPr>
            <a:r>
              <a:rPr lang="es-ES"/>
              <a:t> el informe mensual</a:t>
            </a:r>
            <a:endParaRPr/>
          </a:p>
          <a:p>
            <a:pPr indent="-228600" lvl="1" marL="685800" rtl="0" algn="l">
              <a:lnSpc>
                <a:spcPct val="110000"/>
              </a:lnSpc>
              <a:spcBef>
                <a:spcPts val="700"/>
              </a:spcBef>
              <a:spcAft>
                <a:spcPts val="0"/>
              </a:spcAft>
              <a:buSzPct val="100000"/>
              <a:buChar char="–"/>
            </a:pPr>
            <a:r>
              <a:rPr lang="es-ES"/>
              <a:t>El art. 11, inc. 12, LCQ, señala que el síndico deberá emitir un informe mensual sobre la evolución de la empresa, si existen fondos líquidos disponibles y el cumplimiento de las normas legales y fiscales.</a:t>
            </a:r>
            <a:endParaRPr/>
          </a:p>
          <a:p>
            <a:pPr indent="-228600" lvl="1" marL="685800" rtl="0" algn="l">
              <a:lnSpc>
                <a:spcPct val="110000"/>
              </a:lnSpc>
              <a:spcBef>
                <a:spcPts val="700"/>
              </a:spcBef>
              <a:spcAft>
                <a:spcPts val="0"/>
              </a:spcAft>
              <a:buSzPct val="100000"/>
              <a:buChar char="–"/>
            </a:pPr>
            <a:r>
              <a:rPr lang="es-ES"/>
              <a:t>en forma mensual.</a:t>
            </a:r>
            <a:endParaRPr/>
          </a:p>
          <a:p>
            <a:pPr indent="-228600" lvl="1" marL="685800" rtl="0" algn="l">
              <a:lnSpc>
                <a:spcPct val="110000"/>
              </a:lnSpc>
              <a:spcBef>
                <a:spcPts val="700"/>
              </a:spcBef>
              <a:spcAft>
                <a:spcPts val="0"/>
              </a:spcAft>
              <a:buSzPct val="100000"/>
              <a:buChar char="–"/>
            </a:pPr>
            <a:r>
              <a:rPr lang="es-ES"/>
              <a:t>El contenido del informe abarca tres puntos fundamentales: </a:t>
            </a:r>
            <a:endParaRPr/>
          </a:p>
          <a:p>
            <a:pPr indent="-228600" lvl="2" marL="1143000" rtl="0" algn="l">
              <a:lnSpc>
                <a:spcPct val="110000"/>
              </a:lnSpc>
              <a:spcBef>
                <a:spcPts val="700"/>
              </a:spcBef>
              <a:spcAft>
                <a:spcPts val="0"/>
              </a:spcAft>
              <a:buSzPct val="100000"/>
              <a:buChar char="•"/>
            </a:pPr>
            <a:r>
              <a:rPr lang="es-ES"/>
              <a:t>a) la evolución de la empresa; </a:t>
            </a:r>
            <a:endParaRPr/>
          </a:p>
          <a:p>
            <a:pPr indent="-228600" lvl="3" marL="1600200" rtl="0" algn="l">
              <a:lnSpc>
                <a:spcPct val="110000"/>
              </a:lnSpc>
              <a:spcBef>
                <a:spcPts val="700"/>
              </a:spcBef>
              <a:spcAft>
                <a:spcPts val="0"/>
              </a:spcAft>
              <a:buSzPct val="100000"/>
              <a:buChar char="–"/>
            </a:pPr>
            <a:r>
              <a:rPr lang="es-ES"/>
              <a:t>opinión (fundada y seria) estrechamente vinculada a los estados contables sobre la situación general de la empresa y su proyección</a:t>
            </a:r>
            <a:endParaRPr/>
          </a:p>
          <a:p>
            <a:pPr indent="-228600" lvl="2" marL="1143000" rtl="0" algn="l">
              <a:lnSpc>
                <a:spcPct val="110000"/>
              </a:lnSpc>
              <a:spcBef>
                <a:spcPts val="700"/>
              </a:spcBef>
              <a:spcAft>
                <a:spcPts val="0"/>
              </a:spcAft>
              <a:buSzPct val="100000"/>
              <a:buChar char="•"/>
            </a:pPr>
            <a:r>
              <a:rPr lang="es-ES"/>
              <a:t>b) la existencia de fondos líquidos disponibles; </a:t>
            </a:r>
            <a:endParaRPr/>
          </a:p>
          <a:p>
            <a:pPr indent="-228600" lvl="3" marL="1600200" rtl="0" algn="l">
              <a:lnSpc>
                <a:spcPct val="110000"/>
              </a:lnSpc>
              <a:spcBef>
                <a:spcPts val="700"/>
              </a:spcBef>
              <a:spcAft>
                <a:spcPts val="0"/>
              </a:spcAft>
              <a:buSzPct val="100000"/>
              <a:buChar char="–"/>
            </a:pPr>
            <a:r>
              <a:rPr lang="es-ES"/>
              <a:t>El síndico podrá requerirle al concursado la información vinculada con su cash flow y, en caso de que el concursado omita las informaciones que se le requieran, podrá pedir la separación de la administración (art. 17, LCQ).</a:t>
            </a:r>
            <a:endParaRPr/>
          </a:p>
          <a:p>
            <a:pPr indent="-228600" lvl="2" marL="1143000" rtl="0" algn="l">
              <a:lnSpc>
                <a:spcPct val="110000"/>
              </a:lnSpc>
              <a:spcBef>
                <a:spcPts val="700"/>
              </a:spcBef>
              <a:spcAft>
                <a:spcPts val="0"/>
              </a:spcAft>
              <a:buSzPct val="100000"/>
              <a:buChar char="•"/>
            </a:pPr>
            <a:r>
              <a:rPr lang="es-ES"/>
              <a:t>c) el cumplimiento de normas legales y fiscales.</a:t>
            </a:r>
            <a:endParaRPr/>
          </a:p>
          <a:p>
            <a:pPr indent="-228600" lvl="3" marL="1600200" rtl="0" algn="l">
              <a:lnSpc>
                <a:spcPct val="110000"/>
              </a:lnSpc>
              <a:spcBef>
                <a:spcPts val="700"/>
              </a:spcBef>
              <a:spcAft>
                <a:spcPts val="0"/>
              </a:spcAft>
              <a:buSzPct val="100000"/>
              <a:buChar char="–"/>
            </a:pPr>
            <a:r>
              <a:rPr lang="es-ES"/>
              <a:t>Esta norma, en principio, no sería necesaria, pues se encontraría incluida —de manera implícita— en el propio art. 15, LCQ, cuando alude a la vigilancia de la administración del concursado por el síndico.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ADMINISTRACIÓN POR EL CONCURSADO.</a:t>
            </a:r>
            <a:endParaRPr/>
          </a:p>
        </p:txBody>
      </p:sp>
      <p:sp>
        <p:nvSpPr>
          <p:cNvPr id="113" name="Google Shape;113;p4"/>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10000"/>
              </a:lnSpc>
              <a:spcBef>
                <a:spcPts val="0"/>
              </a:spcBef>
              <a:spcAft>
                <a:spcPts val="0"/>
              </a:spcAft>
              <a:buSzPts val="2000"/>
              <a:buChar char="•"/>
            </a:pPr>
            <a:r>
              <a:rPr b="0" i="0" lang="es-ES">
                <a:solidFill>
                  <a:srgbClr val="000000"/>
                </a:solidFill>
                <a:latin typeface="Gill Sans"/>
                <a:ea typeface="Gill Sans"/>
                <a:cs typeface="Gill Sans"/>
                <a:sym typeface="Gill Sans"/>
              </a:rPr>
              <a:t> El concursado conserva la administración de su patrimonio bajo la vigilancia del síndico</a:t>
            </a:r>
            <a:endParaRPr/>
          </a:p>
          <a:p>
            <a:pPr indent="-228600" lvl="0" marL="228600" rtl="0" algn="l">
              <a:lnSpc>
                <a:spcPct val="110000"/>
              </a:lnSpc>
              <a:spcBef>
                <a:spcPts val="700"/>
              </a:spcBef>
              <a:spcAft>
                <a:spcPts val="0"/>
              </a:spcAft>
              <a:buSzPts val="2000"/>
              <a:buChar char="•"/>
            </a:pPr>
            <a:r>
              <a:rPr lang="es-ES"/>
              <a:t>Una de las diferencias esenciales del concurso preventivo con la quiebra es que el concursado no sufre el desapoderamiento de sus bienes (art. 107, LCQ) y mantiene la administración de su patrimonio (arts. 15 y 16, LCQ).</a:t>
            </a:r>
            <a:endParaRPr>
              <a:solidFill>
                <a:srgbClr val="000000"/>
              </a:solidFill>
              <a:latin typeface="Gill Sans"/>
              <a:ea typeface="Gill Sans"/>
              <a:cs typeface="Gill Sans"/>
              <a:sym typeface="Gill Sans"/>
            </a:endParaRPr>
          </a:p>
          <a:p>
            <a:pPr indent="-228600" lvl="0" marL="228600" rtl="0" algn="l">
              <a:lnSpc>
                <a:spcPct val="110000"/>
              </a:lnSpc>
              <a:spcBef>
                <a:spcPts val="700"/>
              </a:spcBef>
              <a:spcAft>
                <a:spcPts val="0"/>
              </a:spcAft>
              <a:buSzPts val="2000"/>
              <a:buChar char="•"/>
            </a:pPr>
            <a:r>
              <a:rPr lang="es-ES"/>
              <a:t>En cuanto a los actos que puede o no realizar el concursado, cabe distribuirlos en el siguiente esquema: </a:t>
            </a:r>
            <a:endParaRPr/>
          </a:p>
          <a:p>
            <a:pPr indent="-228600" lvl="1" marL="685800" rtl="0" algn="l">
              <a:lnSpc>
                <a:spcPct val="110000"/>
              </a:lnSpc>
              <a:spcBef>
                <a:spcPts val="700"/>
              </a:spcBef>
              <a:spcAft>
                <a:spcPts val="0"/>
              </a:spcAft>
              <a:buSzPts val="1800"/>
              <a:buChar char="–"/>
            </a:pPr>
            <a:r>
              <a:rPr lang="es-ES"/>
              <a:t>i) actos prohibidos (son aquellos realizados a título gratuito o que alteren la pars condicio creditorum); </a:t>
            </a:r>
            <a:endParaRPr/>
          </a:p>
          <a:p>
            <a:pPr indent="-228600" lvl="1" marL="685800" rtl="0" algn="l">
              <a:lnSpc>
                <a:spcPct val="110000"/>
              </a:lnSpc>
              <a:spcBef>
                <a:spcPts val="700"/>
              </a:spcBef>
              <a:spcAft>
                <a:spcPts val="0"/>
              </a:spcAft>
              <a:buSzPts val="1800"/>
              <a:buChar char="–"/>
            </a:pPr>
            <a:r>
              <a:rPr lang="es-ES"/>
              <a:t>ii) actos sujetos a autorización (aquellos descriptos en la parte final del art. 16, LCQ); </a:t>
            </a:r>
            <a:endParaRPr/>
          </a:p>
          <a:p>
            <a:pPr indent="-228600" lvl="1" marL="685800" rtl="0" algn="l">
              <a:lnSpc>
                <a:spcPct val="110000"/>
              </a:lnSpc>
              <a:spcBef>
                <a:spcPts val="700"/>
              </a:spcBef>
              <a:spcAft>
                <a:spcPts val="0"/>
              </a:spcAft>
              <a:buSzPts val="1800"/>
              <a:buChar char="–"/>
            </a:pPr>
            <a:r>
              <a:rPr lang="es-ES"/>
              <a:t>iii) actos libres bajo vigilancia del síndico (actos de administración y conservación).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ADMINISTRACIÓN POR EL CONCURSADO.</a:t>
            </a:r>
            <a:endParaRPr/>
          </a:p>
        </p:txBody>
      </p:sp>
      <p:sp>
        <p:nvSpPr>
          <p:cNvPr id="119" name="Google Shape;119;p5"/>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SzPts val="2000"/>
              <a:buChar char="•"/>
            </a:pPr>
            <a:r>
              <a:rPr b="0" i="0" lang="es-ES">
                <a:solidFill>
                  <a:srgbClr val="000000"/>
                </a:solidFill>
                <a:latin typeface="Gill Sans"/>
                <a:ea typeface="Gill Sans"/>
                <a:cs typeface="Gill Sans"/>
                <a:sym typeface="Gill Sans"/>
              </a:rPr>
              <a:t> El concursado conserva la administración de su patrimonio bajo la vigilancia del síndico</a:t>
            </a:r>
            <a:endParaRPr/>
          </a:p>
          <a:p>
            <a:pPr indent="-228600" lvl="0" marL="228600" rtl="0" algn="l">
              <a:lnSpc>
                <a:spcPct val="110000"/>
              </a:lnSpc>
              <a:spcBef>
                <a:spcPts val="700"/>
              </a:spcBef>
              <a:spcAft>
                <a:spcPts val="0"/>
              </a:spcAft>
              <a:buSzPts val="2000"/>
              <a:buChar char="•"/>
            </a:pPr>
            <a:r>
              <a:rPr lang="es-ES"/>
              <a:t>El concursado ejerce su actividad normalmente, el síndico fiscaliza y eventualmente denunciará al juez las irregularidades (lo que podrá dar lugar a la separación de la administración—art. 17, LCQ—).</a:t>
            </a:r>
            <a:endParaRPr/>
          </a:p>
          <a:p>
            <a:pPr indent="-228600" lvl="0" marL="228600" rtl="0" algn="l">
              <a:lnSpc>
                <a:spcPct val="110000"/>
              </a:lnSpc>
              <a:spcBef>
                <a:spcPts val="700"/>
              </a:spcBef>
              <a:spcAft>
                <a:spcPts val="0"/>
              </a:spcAft>
              <a:buSzPts val="2000"/>
              <a:buChar char="•"/>
            </a:pPr>
            <a:r>
              <a:rPr lang="es-ES"/>
              <a:t>no pierde legitimación procesal</a:t>
            </a:r>
            <a:endParaRPr/>
          </a:p>
          <a:p>
            <a:pPr indent="-228600" lvl="0" marL="228600" rtl="0" algn="l">
              <a:lnSpc>
                <a:spcPct val="110000"/>
              </a:lnSpc>
              <a:spcBef>
                <a:spcPts val="700"/>
              </a:spcBef>
              <a:spcAft>
                <a:spcPts val="0"/>
              </a:spcAft>
              <a:buSzPts val="2000"/>
              <a:buChar char="•"/>
            </a:pPr>
            <a:r>
              <a:rPr lang="es-ES"/>
              <a:t>cesan con la conclusión del concurso preventivo</a:t>
            </a:r>
            <a:endParaRPr b="0" i="0">
              <a:solidFill>
                <a:srgbClr val="000000"/>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PRONTO PAGO LABORAL</a:t>
            </a:r>
            <a:endParaRPr/>
          </a:p>
        </p:txBody>
      </p:sp>
      <p:sp>
        <p:nvSpPr>
          <p:cNvPr id="125" name="Google Shape;125;p6"/>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10000"/>
              </a:lnSpc>
              <a:spcBef>
                <a:spcPts val="0"/>
              </a:spcBef>
              <a:spcAft>
                <a:spcPts val="0"/>
              </a:spcAft>
              <a:buSzPct val="100000"/>
              <a:buChar char="•"/>
            </a:pPr>
            <a:r>
              <a:rPr lang="es-ES"/>
              <a:t>desde el punto de vista del trabajador es una "manifestación del ejercicio de su derecho creditorio" de percibir rápidamente su acreencia atento a su naturaleza alimentaria.</a:t>
            </a:r>
            <a:endParaRPr/>
          </a:p>
          <a:p>
            <a:pPr indent="-228600" lvl="0" marL="228600" rtl="0" algn="l">
              <a:lnSpc>
                <a:spcPct val="110000"/>
              </a:lnSpc>
              <a:spcBef>
                <a:spcPts val="700"/>
              </a:spcBef>
              <a:spcAft>
                <a:spcPts val="0"/>
              </a:spcAft>
              <a:buSzPct val="100000"/>
              <a:buChar char="•"/>
            </a:pPr>
            <a:r>
              <a:rPr lang="es-ES"/>
              <a:t>Es una "tutela especial" del trabajador; como lo calificó Tonón, un "superprivilegio</a:t>
            </a:r>
            <a:endParaRPr/>
          </a:p>
          <a:p>
            <a:pPr indent="-228600" lvl="0" marL="228600" rtl="0" algn="l">
              <a:lnSpc>
                <a:spcPct val="110000"/>
              </a:lnSpc>
              <a:spcBef>
                <a:spcPts val="700"/>
              </a:spcBef>
              <a:spcAft>
                <a:spcPts val="0"/>
              </a:spcAft>
              <a:buSzPct val="100000"/>
              <a:buChar char="•"/>
            </a:pPr>
            <a:r>
              <a:rPr lang="es-ES"/>
              <a:t>dos modalidades de pronto pago. </a:t>
            </a:r>
            <a:endParaRPr/>
          </a:p>
          <a:p>
            <a:pPr indent="-228600" lvl="1" marL="685800" rtl="0" algn="l">
              <a:lnSpc>
                <a:spcPct val="110000"/>
              </a:lnSpc>
              <a:spcBef>
                <a:spcPts val="700"/>
              </a:spcBef>
              <a:spcAft>
                <a:spcPts val="0"/>
              </a:spcAft>
              <a:buSzPct val="100000"/>
              <a:buChar char="–"/>
            </a:pPr>
            <a:r>
              <a:rPr lang="es-ES"/>
              <a:t>pronto pago "de oficio“</a:t>
            </a:r>
            <a:endParaRPr/>
          </a:p>
          <a:p>
            <a:pPr indent="-228600" lvl="2" marL="1143000" rtl="0" algn="l">
              <a:lnSpc>
                <a:spcPct val="110000"/>
              </a:lnSpc>
              <a:spcBef>
                <a:spcPts val="700"/>
              </a:spcBef>
              <a:spcAft>
                <a:spcPts val="0"/>
              </a:spcAft>
              <a:buSzPct val="100000"/>
              <a:buChar char="•"/>
            </a:pPr>
            <a:r>
              <a:rPr lang="es-ES"/>
              <a:t>: "el juez del concurso autorizará el pago de las remuneraciones... que gocen del privilegio general o especial y que surjan del informe mencionado en el inc. 11 del art. 14"</a:t>
            </a:r>
            <a:endParaRPr/>
          </a:p>
          <a:p>
            <a:pPr indent="-228600" lvl="1" marL="685800" rtl="0" algn="l">
              <a:lnSpc>
                <a:spcPct val="110000"/>
              </a:lnSpc>
              <a:spcBef>
                <a:spcPts val="700"/>
              </a:spcBef>
              <a:spcAft>
                <a:spcPts val="0"/>
              </a:spcAft>
              <a:buSzPct val="100000"/>
              <a:buChar char="–"/>
            </a:pPr>
            <a:r>
              <a:rPr lang="es-ES"/>
              <a:t>"a petición de interesado". </a:t>
            </a:r>
            <a:endParaRPr/>
          </a:p>
          <a:p>
            <a:pPr indent="-228600" lvl="2" marL="1143000" rtl="0" algn="l">
              <a:lnSpc>
                <a:spcPct val="110000"/>
              </a:lnSpc>
              <a:spcBef>
                <a:spcPts val="700"/>
              </a:spcBef>
              <a:spcAft>
                <a:spcPts val="0"/>
              </a:spcAft>
              <a:buSzPct val="100000"/>
              <a:buChar char="•"/>
            </a:pPr>
            <a:r>
              <a:rPr lang="es-ES"/>
              <a:t>el art. 16, LCQ, mantiene el régimen de pronto pago a petición de interesados, habilitando en este aspecto la competencia concursal y puntualizando que no es necesario el procedimiento verificatorio, ni la sentencia en juicio laboral para la procedencia de este régimen "preferencial" de pronto cobro. El texto agrega lo que la jurisprudencia ya había establecido al puntualizar que, además de la opinión del síndico, debe ser escuchado el concursado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PRONTO PAGO LABORAL</a:t>
            </a:r>
            <a:endParaRPr/>
          </a:p>
        </p:txBody>
      </p:sp>
      <p:sp>
        <p:nvSpPr>
          <p:cNvPr id="131" name="Google Shape;131;p7"/>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10000"/>
              </a:lnSpc>
              <a:spcBef>
                <a:spcPts val="0"/>
              </a:spcBef>
              <a:spcAft>
                <a:spcPts val="0"/>
              </a:spcAft>
              <a:buSzPct val="100000"/>
              <a:buChar char="•"/>
            </a:pPr>
            <a:r>
              <a:rPr lang="es-ES"/>
              <a:t>los créditos serán abonados en su totalidad, si existieran fondos líquidos disponibles, y en caso contrario, se deberá afectar el 3% mensual del ingreso bruto de la concursada.</a:t>
            </a:r>
            <a:endParaRPr/>
          </a:p>
          <a:p>
            <a:pPr indent="-228600" lvl="0" marL="228600" rtl="0" algn="l">
              <a:lnSpc>
                <a:spcPct val="110000"/>
              </a:lnSpc>
              <a:spcBef>
                <a:spcPts val="700"/>
              </a:spcBef>
              <a:spcAft>
                <a:spcPts val="0"/>
              </a:spcAft>
              <a:buSzPct val="100000"/>
              <a:buChar char="•"/>
            </a:pPr>
            <a:r>
              <a:rPr lang="es-ES"/>
              <a:t>Causales de rechazo - Si el tribunal se pronuncia por la denegatoria de la pretensión del trabajador, este último necesariamente tendrá que acudir a otras vías de reconocimiento, sea la ordinaria ante el juez natural, sea la prevista por la propia legislación concursal como instancia de verificación tempestiva.	</a:t>
            </a:r>
            <a:endParaRPr/>
          </a:p>
          <a:p>
            <a:pPr indent="-228600" lvl="1" marL="685800" rtl="0" algn="l">
              <a:lnSpc>
                <a:spcPct val="110000"/>
              </a:lnSpc>
              <a:spcBef>
                <a:spcPts val="700"/>
              </a:spcBef>
              <a:spcAft>
                <a:spcPts val="0"/>
              </a:spcAft>
              <a:buSzPct val="100000"/>
              <a:buChar char="–"/>
            </a:pPr>
            <a:r>
              <a:rPr lang="es-ES"/>
              <a:t>Créditos de origen y legitimidad dudosos</a:t>
            </a:r>
            <a:endParaRPr/>
          </a:p>
          <a:p>
            <a:pPr indent="-228600" lvl="2" marL="1143000" rtl="0" algn="l">
              <a:lnSpc>
                <a:spcPct val="110000"/>
              </a:lnSpc>
              <a:spcBef>
                <a:spcPts val="700"/>
              </a:spcBef>
              <a:spcAft>
                <a:spcPts val="0"/>
              </a:spcAft>
              <a:buSzPct val="100000"/>
              <a:buChar char="•"/>
            </a:pPr>
            <a:r>
              <a:rPr lang="es-ES"/>
              <a:t>esa duda o dudas sobre cualquiera de los extremos legales debe revestir tal trascendencia que sea ostensible o manifiesta la improcedencia de lo solicitado, es decir que los vicios que se destaquen sean visibles al examen jurídico más superficial</a:t>
            </a:r>
            <a:endParaRPr/>
          </a:p>
          <a:p>
            <a:pPr indent="-228600" lvl="1" marL="685800" rtl="0" algn="l">
              <a:lnSpc>
                <a:spcPct val="110000"/>
              </a:lnSpc>
              <a:spcBef>
                <a:spcPts val="700"/>
              </a:spcBef>
              <a:spcAft>
                <a:spcPts val="0"/>
              </a:spcAft>
              <a:buSzPct val="100000"/>
              <a:buChar char="–"/>
            </a:pPr>
            <a:r>
              <a:rPr lang="es-ES"/>
              <a:t>Créditos controvertidos</a:t>
            </a:r>
            <a:endParaRPr/>
          </a:p>
          <a:p>
            <a:pPr indent="-228600" lvl="1" marL="685800" rtl="0" algn="l">
              <a:lnSpc>
                <a:spcPct val="110000"/>
              </a:lnSpc>
              <a:spcBef>
                <a:spcPts val="700"/>
              </a:spcBef>
              <a:spcAft>
                <a:spcPts val="0"/>
              </a:spcAft>
              <a:buSzPct val="100000"/>
              <a:buChar char="–"/>
            </a:pPr>
            <a:r>
              <a:rPr lang="es-ES"/>
              <a:t>Connivencia dolosa entre el peticionario y el concursado</a:t>
            </a:r>
            <a:endParaRPr/>
          </a:p>
          <a:p>
            <a:pPr indent="-122872" lvl="1" marL="685800" rtl="0" algn="l">
              <a:lnSpc>
                <a:spcPct val="110000"/>
              </a:lnSpc>
              <a:spcBef>
                <a:spcPts val="700"/>
              </a:spcBef>
              <a:spcAft>
                <a:spcPts val="0"/>
              </a:spcAft>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8"/>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PRONTO PAGO LABORAL</a:t>
            </a:r>
            <a:endParaRPr/>
          </a:p>
        </p:txBody>
      </p:sp>
      <p:sp>
        <p:nvSpPr>
          <p:cNvPr id="137" name="Google Shape;137;p8"/>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SzPts val="2000"/>
              <a:buChar char="•"/>
            </a:pPr>
            <a:r>
              <a:rPr lang="es-ES"/>
              <a:t>la resolución judicial que admite el pronto pago tendrá efectos de cosa juzgada material e importará la verificación del crédito en el pasivo concursal. En una palabra, el pronto pago es una forma sumaria de verificación.</a:t>
            </a:r>
            <a:endParaRPr/>
          </a:p>
          <a:p>
            <a:pPr indent="-228600" lvl="0" marL="228600" rtl="0" algn="l">
              <a:lnSpc>
                <a:spcPct val="110000"/>
              </a:lnSpc>
              <a:spcBef>
                <a:spcPts val="700"/>
              </a:spcBef>
              <a:spcAft>
                <a:spcPts val="0"/>
              </a:spcAft>
              <a:buSzPts val="2000"/>
              <a:buChar char="•"/>
            </a:pPr>
            <a:r>
              <a:rPr lang="es-ES"/>
              <a:t>El pronto pago puede ser requerido desde el momento de la apertura del concurso hasta la homologación del concordato.</a:t>
            </a:r>
            <a:endParaRPr/>
          </a:p>
          <a:p>
            <a:pPr indent="-228600" lvl="0" marL="228600" rtl="0" algn="l">
              <a:lnSpc>
                <a:spcPct val="110000"/>
              </a:lnSpc>
              <a:spcBef>
                <a:spcPts val="700"/>
              </a:spcBef>
              <a:spcAft>
                <a:spcPts val="0"/>
              </a:spcAft>
              <a:buSzPts val="2000"/>
              <a:buChar char="•"/>
            </a:pPr>
            <a:r>
              <a:rPr lang="es-ES"/>
              <a:t>Admite que la resolución de pronto pago es apelable. frente a una sentencia verificatoria, pueden recurrir El concursado, en caso de admisión, como el trabajador, en el supuesto de rechazo.</a:t>
            </a:r>
            <a:endParaRPr/>
          </a:p>
          <a:p>
            <a:pPr indent="-228600" lvl="0" marL="228600" rtl="0" algn="l">
              <a:lnSpc>
                <a:spcPct val="110000"/>
              </a:lnSpc>
              <a:spcBef>
                <a:spcPts val="700"/>
              </a:spcBef>
              <a:spcAft>
                <a:spcPts val="0"/>
              </a:spcAft>
              <a:buSzPts val="2000"/>
              <a:buChar char="•"/>
            </a:pPr>
            <a:r>
              <a:rPr lang="es-ES"/>
              <a:t>el trámite no devenga costas, dejando a salvo los casos de "connivencia, temeridad o malicia".</a:t>
            </a:r>
            <a:endParaRPr/>
          </a:p>
          <a:p>
            <a:pPr indent="-101600" lvl="0" marL="228600" rtl="0" algn="l">
              <a:lnSpc>
                <a:spcPct val="110000"/>
              </a:lnSpc>
              <a:spcBef>
                <a:spcPts val="700"/>
              </a:spcBef>
              <a:spcAft>
                <a:spcPts val="0"/>
              </a:spcAft>
              <a:buSzPts val="2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FONDOS LIQUIDOS DISPONIBLES</a:t>
            </a:r>
            <a:endParaRPr/>
          </a:p>
        </p:txBody>
      </p:sp>
      <p:sp>
        <p:nvSpPr>
          <p:cNvPr id="143" name="Google Shape;143;p9"/>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SzPts val="2000"/>
              <a:buChar char="•"/>
            </a:pPr>
            <a:r>
              <a:rPr lang="es-ES"/>
              <a:t>los créditos serán abonados en su totalidad si existieren fondos líquidos disponibles</a:t>
            </a:r>
            <a:endParaRPr/>
          </a:p>
          <a:p>
            <a:pPr indent="-228600" lvl="0" marL="228600" rtl="0" algn="l">
              <a:lnSpc>
                <a:spcPct val="110000"/>
              </a:lnSpc>
              <a:spcBef>
                <a:spcPts val="700"/>
              </a:spcBef>
              <a:spcAft>
                <a:spcPts val="0"/>
              </a:spcAft>
              <a:buSzPts val="2000"/>
              <a:buChar char="•"/>
            </a:pPr>
            <a:r>
              <a:rPr lang="es-ES"/>
              <a:t>caso contrario y hasta que se detecte la existencia de los mismos por parte del síndico, se deberá afectar el tres por ciento mensual del ingreso bruto de la concursada. El síndico efectuará un plan de pago proporcional al crédito y su privilegio</a:t>
            </a:r>
            <a:endParaRPr/>
          </a:p>
          <a:p>
            <a:pPr indent="-228600" lvl="0" marL="228600" rtl="0" algn="l">
              <a:lnSpc>
                <a:spcPct val="110000"/>
              </a:lnSpc>
              <a:spcBef>
                <a:spcPts val="700"/>
              </a:spcBef>
              <a:spcAft>
                <a:spcPts val="0"/>
              </a:spcAft>
              <a:buSzPts val="2000"/>
              <a:buChar char="•"/>
            </a:pPr>
            <a:r>
              <a:rPr lang="es-ES"/>
              <a:t>en el control e informe mensual que el funcionario concursal debe realizar sobre los fondos líquidos deberá analizar siempre "la disponibilidad" a los efectos de abonar la totalidad de los prontos pagos o modificar el plan presentado.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JURISPRUDENCIA</a:t>
            </a:r>
            <a:endParaRPr/>
          </a:p>
        </p:txBody>
      </p:sp>
      <p:sp>
        <p:nvSpPr>
          <p:cNvPr id="149" name="Google Shape;149;p10"/>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110000"/>
              </a:lnSpc>
              <a:spcBef>
                <a:spcPts val="0"/>
              </a:spcBef>
              <a:spcAft>
                <a:spcPts val="0"/>
              </a:spcAft>
              <a:buSzPct val="100000"/>
              <a:buChar char="•"/>
            </a:pPr>
            <a:r>
              <a:rPr lang="es-ES"/>
              <a:t>fallo "Pinturas y Revestimientos Aplicados SA s/quiebra", la Corte Suprema remarcó que el Convenio nro. 173 de la OIT ("sobre la protección de los créditos laborales en caso de insolvencia del empleador"), ratificado por la ley 24.285 (art. 1º), establece que los créditos adeudados a los trabajadores en razón de su empleo deben: </a:t>
            </a:r>
            <a:endParaRPr/>
          </a:p>
          <a:p>
            <a:pPr indent="-228600" lvl="0" marL="228600" rtl="0" algn="l">
              <a:lnSpc>
                <a:spcPct val="110000"/>
              </a:lnSpc>
              <a:spcBef>
                <a:spcPts val="700"/>
              </a:spcBef>
              <a:spcAft>
                <a:spcPts val="0"/>
              </a:spcAft>
              <a:buSzPct val="100000"/>
              <a:buChar char="•"/>
            </a:pPr>
            <a:r>
              <a:rPr lang="es-ES"/>
              <a:t>a) quedar protegidos por un privilegio de modo que sean pagados con cargo a los activos del empleador insolvente antes de que los acreedores no privilegiados puedan cobrar la parte que les corresponde (art. 5º), y </a:t>
            </a:r>
            <a:endParaRPr/>
          </a:p>
          <a:p>
            <a:pPr indent="-228600" lvl="0" marL="228600" rtl="0" algn="l">
              <a:lnSpc>
                <a:spcPct val="110000"/>
              </a:lnSpc>
              <a:spcBef>
                <a:spcPts val="700"/>
              </a:spcBef>
              <a:spcAft>
                <a:spcPts val="0"/>
              </a:spcAft>
              <a:buSzPct val="100000"/>
              <a:buChar char="•"/>
            </a:pPr>
            <a:r>
              <a:rPr lang="es-ES"/>
              <a:t>b) contar con un rango de privilegio superior al de la mayoría de los demás créditos privilegiados y, en particular, a los del Estado y de la Seguridad Social (art. 8º). </a:t>
            </a:r>
            <a:endParaRPr/>
          </a:p>
          <a:p>
            <a:pPr indent="-139700" lvl="0" marL="228600" rtl="0" algn="l">
              <a:lnSpc>
                <a:spcPct val="110000"/>
              </a:lnSpc>
              <a:spcBef>
                <a:spcPts val="700"/>
              </a:spcBef>
              <a:spcAft>
                <a:spcPts val="0"/>
              </a:spcAft>
              <a:buSzPct val="100000"/>
              <a:buNone/>
            </a:pPr>
            <a:r>
              <a:t/>
            </a:r>
            <a:endParaRPr/>
          </a:p>
          <a:p>
            <a:pPr indent="-228600" lvl="0" marL="228600" rtl="0" algn="l">
              <a:lnSpc>
                <a:spcPct val="110000"/>
              </a:lnSpc>
              <a:spcBef>
                <a:spcPts val="700"/>
              </a:spcBef>
              <a:spcAft>
                <a:spcPts val="0"/>
              </a:spcAft>
              <a:buSzPct val="100000"/>
              <a:buChar char="•"/>
            </a:pPr>
            <a:r>
              <a:rPr lang="es-ES"/>
              <a:t>las claras directivas contenidas en la norma respecto del alcance de la protección que debe otorgarse al crédito laboral ante un supuesto de insolvencia del empleador, no son de carácter meramente programático sino que pueden ser directamente aplicadas a los casos concretos en el ámbito local sin necesidad de que una medida legislativa, adicional a la ratificación ya acordada al instrumento internacional, les confiera operatividad. </a:t>
            </a:r>
            <a:endParaRPr/>
          </a:p>
          <a:p>
            <a:pPr indent="-228600" lvl="0" marL="228600" rtl="0" algn="l">
              <a:lnSpc>
                <a:spcPct val="110000"/>
              </a:lnSpc>
              <a:spcBef>
                <a:spcPts val="700"/>
              </a:spcBef>
              <a:spcAft>
                <a:spcPts val="0"/>
              </a:spcAft>
              <a:buSzPct val="100000"/>
              <a:buChar char="•"/>
            </a:pPr>
            <a:r>
              <a:rPr lang="es-ES"/>
              <a:t>Con la ratificación por el Congreso del Convenio nro. 173 de la OIT, mediante la citada ley 24.285, sus normas se incorporaron al sistema jurídico argentino, con un rango superior al de las leyes (art. 75, inc. 22, de la Constitución Nacional) lo que determinó el desplazamiento de las pautas legales vigentes hasta ese momento, que se opusiesen o no se ajustasen a ellas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1"/>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00"/>
              </a:buClr>
              <a:buSzPts val="5100"/>
              <a:buFont typeface="Gill Sans"/>
              <a:buNone/>
            </a:pPr>
            <a:r>
              <a:rPr b="0" i="0" lang="es-ES">
                <a:solidFill>
                  <a:srgbClr val="000000"/>
                </a:solidFill>
                <a:latin typeface="Gill Sans"/>
                <a:ea typeface="Gill Sans"/>
                <a:cs typeface="Gill Sans"/>
                <a:sym typeface="Gill Sans"/>
              </a:rPr>
              <a:t>SOCIO CON RESPONSABILIDAD ILIMITADA</a:t>
            </a:r>
            <a:endParaRPr/>
          </a:p>
        </p:txBody>
      </p:sp>
      <p:sp>
        <p:nvSpPr>
          <p:cNvPr id="155" name="Google Shape;155;p11"/>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a:bodyPr>
          <a:lstStyle/>
          <a:p>
            <a:pPr indent="-228600" lvl="0" marL="228600" rtl="0" algn="just">
              <a:lnSpc>
                <a:spcPct val="110000"/>
              </a:lnSpc>
              <a:spcBef>
                <a:spcPts val="0"/>
              </a:spcBef>
              <a:spcAft>
                <a:spcPts val="0"/>
              </a:spcAft>
              <a:buSzPts val="2000"/>
              <a:buChar char="•"/>
            </a:pPr>
            <a:r>
              <a:rPr b="0" i="0" lang="es-ES">
                <a:solidFill>
                  <a:srgbClr val="000000"/>
                </a:solidFill>
                <a:latin typeface="Gill Sans"/>
                <a:ea typeface="Gill Sans"/>
                <a:cs typeface="Gill Sans"/>
                <a:sym typeface="Gill Sans"/>
              </a:rPr>
              <a:t>ARTICULO 18.- Socio con responsabilidad ilimitada. Efectos. Las disposiciones de los artículos 16 y 17 se aplican respecto del patrimonio de los socios con responsabilidad ilimitada de las sociedades concursadas.</a:t>
            </a:r>
            <a:endParaRPr/>
          </a:p>
          <a:p>
            <a:pPr indent="-228600" lvl="0" marL="228600" rtl="0" algn="just">
              <a:lnSpc>
                <a:spcPct val="110000"/>
              </a:lnSpc>
              <a:spcBef>
                <a:spcPts val="700"/>
              </a:spcBef>
              <a:spcAft>
                <a:spcPts val="0"/>
              </a:spcAft>
              <a:buSzPts val="2000"/>
              <a:buChar char="•"/>
            </a:pPr>
            <a:r>
              <a:rPr lang="es-ES"/>
              <a:t>deben detentar dicha condición al momento de la presentación en concurso preventivo. Ello no excluye por supuesto a los socios que se hayan incorporado a la sociedad con posterioridad a dicha presentación.</a:t>
            </a:r>
            <a:endParaRPr/>
          </a:p>
          <a:p>
            <a:pPr indent="-228600" lvl="0" marL="228600" rtl="0" algn="just">
              <a:lnSpc>
                <a:spcPct val="110000"/>
              </a:lnSpc>
              <a:spcBef>
                <a:spcPts val="700"/>
              </a:spcBef>
              <a:spcAft>
                <a:spcPts val="0"/>
              </a:spcAft>
              <a:buSzPts val="2000"/>
              <a:buChar char="•"/>
            </a:pPr>
            <a:r>
              <a:rPr lang="es-ES"/>
              <a:t>estos socios pueden eventualmente responder por el pasivo social. Y por ello se procura evitar la merma en el patrimonio de estos socios. Ello en vistas a futuras contingencias concursales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INTERESES</a:t>
            </a:r>
            <a:endParaRPr/>
          </a:p>
        </p:txBody>
      </p:sp>
      <p:sp>
        <p:nvSpPr>
          <p:cNvPr id="161" name="Google Shape;161;p12"/>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110000"/>
              </a:lnSpc>
              <a:spcBef>
                <a:spcPts val="0"/>
              </a:spcBef>
              <a:spcAft>
                <a:spcPts val="0"/>
              </a:spcAft>
              <a:buSzPct val="100000"/>
              <a:buChar char="•"/>
            </a:pPr>
            <a:r>
              <a:rPr b="0" i="0" lang="es-ES">
                <a:solidFill>
                  <a:srgbClr val="000000"/>
                </a:solidFill>
                <a:latin typeface="Gill Sans"/>
                <a:ea typeface="Gill Sans"/>
                <a:cs typeface="Gill Sans"/>
                <a:sym typeface="Gill Sans"/>
              </a:rPr>
              <a:t>ARTICULO 19.- Intereses. La presentación del concurso produce la suspensión de los intereses que devengue todo crédito de causa o título anterior a ella, que no esté garantizado con prenda o hipoteca. Los intereses de los créditos así garantizados, posteriores a la presentación, sólo pueden ser reclamados sobre las cantidades provenientes de los bienes afectado a la hipoteca o a la prenda.</a:t>
            </a:r>
            <a:endParaRPr/>
          </a:p>
          <a:p>
            <a:pPr indent="-228600" lvl="0" marL="228600" rtl="0" algn="just">
              <a:lnSpc>
                <a:spcPct val="110000"/>
              </a:lnSpc>
              <a:spcBef>
                <a:spcPts val="700"/>
              </a:spcBef>
              <a:spcAft>
                <a:spcPts val="0"/>
              </a:spcAft>
              <a:buSzPct val="100000"/>
              <a:buChar char="•"/>
            </a:pPr>
            <a:r>
              <a:rPr b="0" i="0" lang="es-ES">
                <a:solidFill>
                  <a:srgbClr val="000000"/>
                </a:solidFill>
                <a:latin typeface="Gill Sans"/>
                <a:ea typeface="Gill Sans"/>
                <a:cs typeface="Gill Sans"/>
                <a:sym typeface="Gill Sans"/>
              </a:rPr>
              <a:t>Deudas no dinerarias. Las deudas no dinerarias son convertidas, a todos los fines del concurso, a su valor en moneda de curso legal, al día de la presentación o al del vencimiento, si fuere anterior, a opción del acreedor. Las deudas en moneda extranjera se calculan en moneda de curso legal, a la fecha de la presentación del informe del síndico previsto en el artículo 35, al solo efecto del cómputo del pasivo y de las mayorías.</a:t>
            </a:r>
            <a:endParaRPr/>
          </a:p>
          <a:p>
            <a:pPr indent="-228600" lvl="0" marL="228600" rtl="0" algn="just">
              <a:lnSpc>
                <a:spcPct val="110000"/>
              </a:lnSpc>
              <a:spcBef>
                <a:spcPts val="700"/>
              </a:spcBef>
              <a:spcAft>
                <a:spcPts val="0"/>
              </a:spcAft>
              <a:buSzPct val="100000"/>
              <a:buChar char="•"/>
            </a:pPr>
            <a:r>
              <a:rPr b="0" i="0" lang="es-ES">
                <a:solidFill>
                  <a:srgbClr val="000000"/>
                </a:solidFill>
                <a:latin typeface="Gill Sans"/>
                <a:ea typeface="Gill Sans"/>
                <a:cs typeface="Gill Sans"/>
                <a:sym typeface="Gill Sans"/>
              </a:rPr>
              <a:t>Quedan excluidos de la disposición precedente los créditos laborales correspondientes a la falta de pago de salarios y toda indemnización derivada de la relación laboral</a:t>
            </a:r>
            <a:endParaRPr/>
          </a:p>
          <a:p>
            <a:pPr indent="-111125" lvl="0" marL="228600" rtl="0" algn="l">
              <a:lnSpc>
                <a:spcPct val="110000"/>
              </a:lnSpc>
              <a:spcBef>
                <a:spcPts val="700"/>
              </a:spcBef>
              <a:spcAft>
                <a:spcPts val="0"/>
              </a:spcAft>
              <a:buSzPct val="100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3"/>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INTERESES</a:t>
            </a:r>
            <a:endParaRPr/>
          </a:p>
        </p:txBody>
      </p:sp>
      <p:sp>
        <p:nvSpPr>
          <p:cNvPr id="167" name="Google Shape;167;p13"/>
          <p:cNvSpPr txBox="1"/>
          <p:nvPr>
            <p:ph idx="1" type="body"/>
          </p:nvPr>
        </p:nvSpPr>
        <p:spPr>
          <a:xfrm>
            <a:off x="1251678" y="1389893"/>
            <a:ext cx="10178322" cy="3593591"/>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10000"/>
              </a:lnSpc>
              <a:spcBef>
                <a:spcPts val="0"/>
              </a:spcBef>
              <a:spcAft>
                <a:spcPts val="0"/>
              </a:spcAft>
              <a:buSzPts val="2000"/>
              <a:buChar char="•"/>
            </a:pPr>
            <a:r>
              <a:rPr lang="es-ES"/>
              <a:t> se produce desde la presentación en concurso preventivo</a:t>
            </a:r>
            <a:endParaRPr/>
          </a:p>
          <a:p>
            <a:pPr indent="-228600" lvl="0" marL="228600" rtl="0" algn="l">
              <a:lnSpc>
                <a:spcPct val="110000"/>
              </a:lnSpc>
              <a:spcBef>
                <a:spcPts val="700"/>
              </a:spcBef>
              <a:spcAft>
                <a:spcPts val="0"/>
              </a:spcAft>
              <a:buSzPts val="2000"/>
              <a:buChar char="•"/>
            </a:pPr>
            <a:r>
              <a:rPr lang="es-ES"/>
              <a:t>el efecto fundamental es la cristalización del pasivo</a:t>
            </a:r>
            <a:endParaRPr/>
          </a:p>
          <a:p>
            <a:pPr indent="-228600" lvl="0" marL="228600" rtl="0" algn="l">
              <a:lnSpc>
                <a:spcPct val="110000"/>
              </a:lnSpc>
              <a:spcBef>
                <a:spcPts val="700"/>
              </a:spcBef>
              <a:spcAft>
                <a:spcPts val="0"/>
              </a:spcAft>
              <a:buSzPts val="2000"/>
              <a:buChar char="•"/>
            </a:pPr>
            <a:r>
              <a:rPr lang="es-ES"/>
              <a:t>están exceptuadas de esta regla las obligaciones garantizadas con prenda o hipoteca (art. 19, párr. 1º, LCQ). En este caso los intereses continúan su curso siempre que el asiento de dicho privilegio especial (art. 241, inc. 4º, LCQ) sea suficiente</a:t>
            </a:r>
            <a:endParaRPr/>
          </a:p>
          <a:p>
            <a:pPr indent="-228600" lvl="0" marL="228600" rtl="0" algn="l">
              <a:lnSpc>
                <a:spcPct val="110000"/>
              </a:lnSpc>
              <a:spcBef>
                <a:spcPts val="700"/>
              </a:spcBef>
              <a:spcAft>
                <a:spcPts val="0"/>
              </a:spcAft>
              <a:buSzPts val="2000"/>
              <a:buChar char="•"/>
            </a:pPr>
            <a:r>
              <a:rPr lang="es-ES"/>
              <a:t>la continuación de los intereses laborales en caso de concurso preventivo</a:t>
            </a:r>
            <a:endParaRPr/>
          </a:p>
          <a:p>
            <a:pPr indent="-228600" lvl="0" marL="228600" rtl="0" algn="l">
              <a:lnSpc>
                <a:spcPct val="110000"/>
              </a:lnSpc>
              <a:spcBef>
                <a:spcPts val="700"/>
              </a:spcBef>
              <a:spcAft>
                <a:spcPts val="0"/>
              </a:spcAft>
              <a:buSzPts val="2000"/>
              <a:buChar char="•"/>
            </a:pPr>
            <a:r>
              <a:rPr lang="es-ES"/>
              <a:t>Los intereses de un crédito laboral en un concurso preventivo corren desde la mora hasta el efectivo pago y serán abonados como "privilegiados" los intereses que corran desde la mora en el pago del crédito y hasta dos años (art. 242, inc. 1º, LCQ). Los que excedieran ese tiempo hasta el efectivo pago serán "quirografarios</a:t>
            </a:r>
            <a:endParaRPr/>
          </a:p>
        </p:txBody>
      </p:sp>
      <p:sp>
        <p:nvSpPr>
          <p:cNvPr id="168" name="Google Shape;168;p13"/>
          <p:cNvSpPr/>
          <p:nvPr/>
        </p:nvSpPr>
        <p:spPr>
          <a:xfrm>
            <a:off x="1251678" y="5288692"/>
            <a:ext cx="10178322" cy="1186923"/>
          </a:xfrm>
          <a:prstGeom prst="roundRect">
            <a:avLst>
              <a:gd fmla="val 16667" name="adj"/>
            </a:avLst>
          </a:prstGeom>
          <a:solidFill>
            <a:schemeClr val="accent1"/>
          </a:solidFill>
          <a:ln cap="flat" cmpd="sng" w="12700">
            <a:solidFill>
              <a:srgbClr val="B4821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69" name="Google Shape;169;p13"/>
          <p:cNvSpPr txBox="1"/>
          <p:nvPr/>
        </p:nvSpPr>
        <p:spPr>
          <a:xfrm>
            <a:off x="2034747" y="5603367"/>
            <a:ext cx="82707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1800" u="sng" cap="none" strike="noStrike">
                <a:solidFill>
                  <a:schemeClr val="dk1"/>
                </a:solidFill>
                <a:latin typeface="Gill Sans"/>
                <a:ea typeface="Gill Sans"/>
                <a:cs typeface="Gill Sans"/>
                <a:sym typeface="Gill Sans"/>
              </a:rPr>
              <a:t>La norma impone la "suspensión" de los intereses pero no su "extinción</a:t>
            </a:r>
            <a:endParaRPr b="1" sz="1800" u="sng">
              <a:solidFill>
                <a:schemeClr val="dk1"/>
              </a:solidFill>
              <a:latin typeface="Gill Sans"/>
              <a:ea typeface="Gill Sans"/>
              <a:cs typeface="Gill Sans"/>
              <a:sym typeface="Gil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DEUDAS NO DINERARIAS</a:t>
            </a:r>
            <a:endParaRPr/>
          </a:p>
        </p:txBody>
      </p:sp>
      <p:sp>
        <p:nvSpPr>
          <p:cNvPr id="175" name="Google Shape;175;p14"/>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SzPts val="2000"/>
              <a:buChar char="•"/>
            </a:pPr>
            <a:r>
              <a:rPr lang="es-ES"/>
              <a:t>son convertidas a los fines concursales a su valor pecuniario al día de la presentación o del vencimiento (si fue anterior), a opción del acreedor</a:t>
            </a:r>
            <a:endParaRPr/>
          </a:p>
          <a:p>
            <a:pPr indent="-228600" lvl="0" marL="228600" rtl="0" algn="l">
              <a:lnSpc>
                <a:spcPct val="110000"/>
              </a:lnSpc>
              <a:spcBef>
                <a:spcPts val="700"/>
              </a:spcBef>
              <a:spcAft>
                <a:spcPts val="0"/>
              </a:spcAft>
              <a:buSzPts val="2000"/>
              <a:buChar char="•"/>
            </a:pPr>
            <a:r>
              <a:rPr lang="es-ES"/>
              <a:t>Si el acreedor no ejerció dicha prerrogativa, caben tres posibilidades:</a:t>
            </a:r>
            <a:endParaRPr/>
          </a:p>
          <a:p>
            <a:pPr indent="-228600" lvl="1" marL="685800" rtl="0" algn="l">
              <a:lnSpc>
                <a:spcPct val="110000"/>
              </a:lnSpc>
              <a:spcBef>
                <a:spcPts val="700"/>
              </a:spcBef>
              <a:spcAft>
                <a:spcPts val="0"/>
              </a:spcAft>
              <a:buSzPts val="1800"/>
              <a:buChar char="–"/>
            </a:pPr>
            <a:r>
              <a:rPr lang="es-ES"/>
              <a:t> i) emplazamiento al acreedor para que ejerza dicha opción; </a:t>
            </a:r>
            <a:endParaRPr/>
          </a:p>
          <a:p>
            <a:pPr indent="-228600" lvl="1" marL="685800" rtl="0" algn="l">
              <a:lnSpc>
                <a:spcPct val="110000"/>
              </a:lnSpc>
              <a:spcBef>
                <a:spcPts val="700"/>
              </a:spcBef>
              <a:spcAft>
                <a:spcPts val="0"/>
              </a:spcAft>
              <a:buSzPts val="1800"/>
              <a:buChar char="–"/>
            </a:pPr>
            <a:r>
              <a:rPr lang="es-ES"/>
              <a:t>ii) que el síndico elija la menos gravosa para el concurso; </a:t>
            </a:r>
            <a:endParaRPr/>
          </a:p>
          <a:p>
            <a:pPr indent="-228600" lvl="1" marL="685800" rtl="0" algn="l">
              <a:lnSpc>
                <a:spcPct val="110000"/>
              </a:lnSpc>
              <a:spcBef>
                <a:spcPts val="700"/>
              </a:spcBef>
              <a:spcAft>
                <a:spcPts val="0"/>
              </a:spcAft>
              <a:buSzPts val="1800"/>
              <a:buChar char="–"/>
            </a:pPr>
            <a:r>
              <a:rPr lang="es-ES"/>
              <a:t>iii) que se fije el valor a la fecha de presentación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5"/>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00"/>
              </a:buClr>
              <a:buSzPts val="5100"/>
              <a:buFont typeface="Gill Sans"/>
              <a:buNone/>
            </a:pPr>
            <a:r>
              <a:rPr b="0" i="1" lang="es-ES">
                <a:solidFill>
                  <a:srgbClr val="000000"/>
                </a:solidFill>
                <a:latin typeface="Gill Sans"/>
                <a:ea typeface="Gill Sans"/>
                <a:cs typeface="Gill Sans"/>
                <a:sym typeface="Gill Sans"/>
              </a:rPr>
              <a:t>CONTRATOS CON PRESTACIÓN RECÍPROCA PENDIENTE</a:t>
            </a:r>
            <a:endParaRPr/>
          </a:p>
        </p:txBody>
      </p:sp>
      <p:sp>
        <p:nvSpPr>
          <p:cNvPr id="181" name="Google Shape;181;p15"/>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just">
              <a:lnSpc>
                <a:spcPct val="110000"/>
              </a:lnSpc>
              <a:spcBef>
                <a:spcPts val="0"/>
              </a:spcBef>
              <a:spcAft>
                <a:spcPts val="0"/>
              </a:spcAft>
              <a:buSzPct val="100000"/>
              <a:buChar char="•"/>
            </a:pPr>
            <a:r>
              <a:rPr b="0" i="0" lang="es-ES">
                <a:solidFill>
                  <a:srgbClr val="000000"/>
                </a:solidFill>
                <a:latin typeface="Gill Sans"/>
                <a:ea typeface="Gill Sans"/>
                <a:cs typeface="Gill Sans"/>
                <a:sym typeface="Gill Sans"/>
              </a:rPr>
              <a:t>ARTICULO 20.- </a:t>
            </a:r>
            <a:r>
              <a:rPr b="0" i="1" lang="es-ES">
                <a:solidFill>
                  <a:srgbClr val="000000"/>
                </a:solidFill>
                <a:latin typeface="Gill Sans"/>
                <a:ea typeface="Gill Sans"/>
                <a:cs typeface="Gill Sans"/>
                <a:sym typeface="Gill Sans"/>
              </a:rPr>
              <a:t>Contratos con prestación recíproca pendiente.</a:t>
            </a:r>
            <a:r>
              <a:rPr b="0" i="0" lang="es-ES">
                <a:solidFill>
                  <a:srgbClr val="000000"/>
                </a:solidFill>
                <a:latin typeface="Gill Sans"/>
                <a:ea typeface="Gill Sans"/>
                <a:cs typeface="Gill Sans"/>
                <a:sym typeface="Gill Sans"/>
              </a:rPr>
              <a:t> El deudor puede continuar con el cumplimiento de los contratos en curso de ejecución, cuando hubiere prestaciones recíprocas pendientes. Para ello debe requerir autorización del juez, quien resuelve previa vista al síndico. La continuación del contrato autoriza al cocontratante a exigir el cumplimiento de las prestaciones adeudadas a la fecha de presentación en concurso bajo apercibimiento de resolución.</a:t>
            </a:r>
            <a:endParaRPr/>
          </a:p>
          <a:p>
            <a:pPr indent="-228600" lvl="0" marL="228600" rtl="0" algn="just">
              <a:lnSpc>
                <a:spcPct val="110000"/>
              </a:lnSpc>
              <a:spcBef>
                <a:spcPts val="700"/>
              </a:spcBef>
              <a:spcAft>
                <a:spcPts val="0"/>
              </a:spcAft>
              <a:buSzPct val="100000"/>
              <a:buChar char="•"/>
            </a:pPr>
            <a:r>
              <a:rPr b="0" i="0" lang="es-ES">
                <a:solidFill>
                  <a:srgbClr val="000000"/>
                </a:solidFill>
                <a:latin typeface="Gill Sans"/>
                <a:ea typeface="Gill Sans"/>
                <a:cs typeface="Gill Sans"/>
                <a:sym typeface="Gill Sans"/>
              </a:rPr>
              <a:t>Las prestaciones que el tercero cumpla después de la presentación en concurso preventivo, y previo cumplimiento de lo dispuesto en este precepto, gozan del privilegio previsto por el artículo 240. La tradición simbólica anterior a la presentación, no importa cumplimiento de la prestación a los fines de este artículo.</a:t>
            </a:r>
            <a:endParaRPr/>
          </a:p>
          <a:p>
            <a:pPr indent="-228600" lvl="0" marL="228600" rtl="0" algn="just">
              <a:lnSpc>
                <a:spcPct val="110000"/>
              </a:lnSpc>
              <a:spcBef>
                <a:spcPts val="700"/>
              </a:spcBef>
              <a:spcAft>
                <a:spcPts val="0"/>
              </a:spcAft>
              <a:buSzPct val="100000"/>
              <a:buChar char="•"/>
            </a:pPr>
            <a:r>
              <a:rPr b="0" i="0" lang="es-ES">
                <a:solidFill>
                  <a:srgbClr val="000000"/>
                </a:solidFill>
                <a:latin typeface="Gill Sans"/>
                <a:ea typeface="Gill Sans"/>
                <a:cs typeface="Gill Sans"/>
                <a:sym typeface="Gill Sans"/>
              </a:rPr>
              <a:t>Sin perjuicio de la aplicación del artículo 753 del Código Civil, el tercero puede resolver el contrato cuando no se le hubiere comunicado la decisión de continuarlo, luego de los treinta (30) días de abierto el concurso. Debe notificar al deudor y al síndico.</a:t>
            </a:r>
            <a:endParaRPr/>
          </a:p>
          <a:p>
            <a:pPr indent="-228600" lvl="0" marL="228600" rtl="0" algn="just">
              <a:lnSpc>
                <a:spcPct val="110000"/>
              </a:lnSpc>
              <a:spcBef>
                <a:spcPts val="700"/>
              </a:spcBef>
              <a:spcAft>
                <a:spcPts val="0"/>
              </a:spcAft>
              <a:buSzPct val="100000"/>
              <a:buChar char="•"/>
            </a:pPr>
            <a:r>
              <a:rPr b="0" i="1" lang="es-ES">
                <a:solidFill>
                  <a:srgbClr val="000000"/>
                </a:solidFill>
                <a:latin typeface="Gill Sans"/>
                <a:ea typeface="Gill Sans"/>
                <a:cs typeface="Gill Sans"/>
                <a:sym typeface="Gill Sans"/>
              </a:rPr>
              <a:t>Servicios públicos</a:t>
            </a:r>
            <a:r>
              <a:rPr b="0" i="0" lang="es-ES">
                <a:solidFill>
                  <a:srgbClr val="000000"/>
                </a:solidFill>
                <a:latin typeface="Gill Sans"/>
                <a:ea typeface="Gill Sans"/>
                <a:cs typeface="Gill Sans"/>
                <a:sym typeface="Gill Sans"/>
              </a:rPr>
              <a:t>. No pueden suspenderse los servicios públicos que se presten al deudor por deudas con origen en fecha anterior a la de la apertura del concurso. Los servicios prestados con posterioridad a la apertura del concurso deben abonarse a sus respectivos vencimientos y pueden suspenderse en caso de incumplimiento mediante el procedimiento previsto en las normas que rigen sus respectivas prestaciones.</a:t>
            </a:r>
            <a:endParaRPr/>
          </a:p>
          <a:p>
            <a:pPr indent="-228600" lvl="0" marL="228600" rtl="0" algn="just">
              <a:lnSpc>
                <a:spcPct val="110000"/>
              </a:lnSpc>
              <a:spcBef>
                <a:spcPts val="700"/>
              </a:spcBef>
              <a:spcAft>
                <a:spcPts val="0"/>
              </a:spcAft>
              <a:buSzPct val="100000"/>
              <a:buChar char="•"/>
            </a:pPr>
            <a:r>
              <a:rPr b="0" i="0" lang="es-ES">
                <a:solidFill>
                  <a:srgbClr val="000000"/>
                </a:solidFill>
                <a:latin typeface="Gill Sans"/>
                <a:ea typeface="Gill Sans"/>
                <a:cs typeface="Gill Sans"/>
                <a:sym typeface="Gill Sans"/>
              </a:rPr>
              <a:t>En caso de liquidación en la quiebra, los créditos que se generen por las prestaciones mencionadas en el párrafo anterior gozan de la preferencia establecida por el artículo 240.</a:t>
            </a:r>
            <a:endParaRPr/>
          </a:p>
          <a:p>
            <a:pPr indent="-139700" lvl="0" marL="228600" rtl="0" algn="l">
              <a:lnSpc>
                <a:spcPct val="110000"/>
              </a:lnSpc>
              <a:spcBef>
                <a:spcPts val="700"/>
              </a:spcBef>
              <a:spcAft>
                <a:spcPts val="0"/>
              </a:spcAft>
              <a:buSzPct val="10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6"/>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00"/>
              </a:buClr>
              <a:buSzPts val="5100"/>
              <a:buFont typeface="Gill Sans"/>
              <a:buNone/>
            </a:pPr>
            <a:r>
              <a:rPr b="0" i="1" lang="es-ES">
                <a:solidFill>
                  <a:srgbClr val="000000"/>
                </a:solidFill>
                <a:latin typeface="Gill Sans"/>
                <a:ea typeface="Gill Sans"/>
                <a:cs typeface="Gill Sans"/>
                <a:sym typeface="Gill Sans"/>
              </a:rPr>
              <a:t>CONTRATOS CON PRESTACIÓN RECÍPROCA PENDIENTE</a:t>
            </a:r>
            <a:endParaRPr/>
          </a:p>
        </p:txBody>
      </p:sp>
      <p:sp>
        <p:nvSpPr>
          <p:cNvPr id="187" name="Google Shape;187;p16"/>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SzPts val="2000"/>
              <a:buChar char="•"/>
            </a:pPr>
            <a:r>
              <a:rPr lang="es-ES"/>
              <a:t>La presentación en concurso preventivo y su posterior apertura por el órgano jurisdiccional no afecta la eficacia de las obligaciones contractuales</a:t>
            </a:r>
            <a:endParaRPr/>
          </a:p>
          <a:p>
            <a:pPr indent="-228600" lvl="0" marL="228600" rtl="0" algn="l">
              <a:lnSpc>
                <a:spcPct val="110000"/>
              </a:lnSpc>
              <a:spcBef>
                <a:spcPts val="700"/>
              </a:spcBef>
              <a:spcAft>
                <a:spcPts val="0"/>
              </a:spcAft>
              <a:buSzPts val="2000"/>
              <a:buChar char="•"/>
            </a:pPr>
            <a:r>
              <a:rPr lang="es-ES"/>
              <a:t>el concurso preventivo tiene como finalidad que la empresa concursada siga desarrollando su actividad y pueda superar la crisis a través de la absolución del estado de cesación de pagos</a:t>
            </a:r>
            <a:endParaRPr/>
          </a:p>
          <a:p>
            <a:pPr indent="-228600" lvl="0" marL="228600" rtl="0" algn="l">
              <a:lnSpc>
                <a:spcPct val="110000"/>
              </a:lnSpc>
              <a:spcBef>
                <a:spcPts val="700"/>
              </a:spcBef>
              <a:spcAft>
                <a:spcPts val="0"/>
              </a:spcAft>
              <a:buSzPts val="2000"/>
              <a:buChar char="•"/>
            </a:pPr>
            <a:r>
              <a:rPr lang="es-ES"/>
              <a:t>dos son las cuestiones básicas que pueden plantearse</a:t>
            </a:r>
            <a:endParaRPr/>
          </a:p>
          <a:p>
            <a:pPr indent="-228600" lvl="1" marL="685800" rtl="0" algn="l">
              <a:lnSpc>
                <a:spcPct val="110000"/>
              </a:lnSpc>
              <a:spcBef>
                <a:spcPts val="700"/>
              </a:spcBef>
              <a:spcAft>
                <a:spcPts val="0"/>
              </a:spcAft>
              <a:buSzPts val="1800"/>
              <a:buChar char="–"/>
            </a:pPr>
            <a:r>
              <a:rPr lang="es-ES"/>
              <a:t>Si se trata de un contrato respecto del cual el cocontratante haya cumplido con la totalidad de las prestaciones a su cargo restando al deudor cumplimentar la suya, el tercero debe verificar el crédito</a:t>
            </a:r>
            <a:endParaRPr/>
          </a:p>
          <a:p>
            <a:pPr indent="-228600" lvl="1" marL="685800" rtl="0" algn="l">
              <a:lnSpc>
                <a:spcPct val="110000"/>
              </a:lnSpc>
              <a:spcBef>
                <a:spcPts val="700"/>
              </a:spcBef>
              <a:spcAft>
                <a:spcPts val="0"/>
              </a:spcAft>
              <a:buSzPts val="1800"/>
              <a:buChar char="–"/>
            </a:pPr>
            <a:r>
              <a:rPr lang="es-ES"/>
              <a:t>) Si la situación fuese a la inversa, o sea, si el concursado hubiera cumplido con las obligaciones a su cargo, el contratante in bonis debe honrar por su parte las prestaciones a su cargo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7"/>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PRESTACIONES RECÍPROCAS PENDIENTES</a:t>
            </a:r>
            <a:endParaRPr/>
          </a:p>
        </p:txBody>
      </p:sp>
      <p:sp>
        <p:nvSpPr>
          <p:cNvPr id="193" name="Google Shape;193;p17"/>
          <p:cNvSpPr txBox="1"/>
          <p:nvPr>
            <p:ph idx="1" type="body"/>
          </p:nvPr>
        </p:nvSpPr>
        <p:spPr>
          <a:xfrm>
            <a:off x="1251678" y="2286001"/>
            <a:ext cx="10178322" cy="3593591"/>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10000"/>
              </a:lnSpc>
              <a:spcBef>
                <a:spcPts val="0"/>
              </a:spcBef>
              <a:spcAft>
                <a:spcPts val="0"/>
              </a:spcAft>
              <a:buSzPct val="100000"/>
              <a:buChar char="•"/>
            </a:pPr>
            <a:r>
              <a:rPr lang="es-ES"/>
              <a:t>para que los contratos celebrados por el deudor antes de la apertura del concurso preventivo puedan continuar deben concurrir dos extremos: </a:t>
            </a:r>
            <a:endParaRPr/>
          </a:p>
          <a:p>
            <a:pPr indent="-228600" lvl="1" marL="685800" rtl="0" algn="l">
              <a:lnSpc>
                <a:spcPct val="110000"/>
              </a:lnSpc>
              <a:spcBef>
                <a:spcPts val="700"/>
              </a:spcBef>
              <a:spcAft>
                <a:spcPts val="0"/>
              </a:spcAft>
              <a:buSzPct val="100000"/>
              <a:buChar char="–"/>
            </a:pPr>
            <a:r>
              <a:rPr lang="es-ES"/>
              <a:t>i) que se trate de contratos en curso de ejecución; </a:t>
            </a:r>
            <a:endParaRPr/>
          </a:p>
          <a:p>
            <a:pPr indent="-228600" lvl="1" marL="685800" rtl="0" algn="l">
              <a:lnSpc>
                <a:spcPct val="110000"/>
              </a:lnSpc>
              <a:spcBef>
                <a:spcPts val="700"/>
              </a:spcBef>
              <a:spcAft>
                <a:spcPts val="0"/>
              </a:spcAft>
              <a:buSzPct val="100000"/>
              <a:buChar char="–"/>
            </a:pPr>
            <a:r>
              <a:rPr lang="es-ES"/>
              <a:t>ii) que existan prestaciones recíprocas fluyentes o de tracto sucesivo.</a:t>
            </a:r>
            <a:endParaRPr/>
          </a:p>
          <a:p>
            <a:pPr indent="-228600" lvl="0" marL="228600" rtl="0" algn="l">
              <a:lnSpc>
                <a:spcPct val="110000"/>
              </a:lnSpc>
              <a:spcBef>
                <a:spcPts val="700"/>
              </a:spcBef>
              <a:spcAft>
                <a:spcPts val="0"/>
              </a:spcAft>
              <a:buSzPct val="100000"/>
              <a:buChar char="•"/>
            </a:pPr>
            <a:r>
              <a:rPr lang="es-ES"/>
              <a:t>REQUISITOS PARA LA CONTINUACIÓN DE LOS CONTRATOS</a:t>
            </a:r>
            <a:endParaRPr/>
          </a:p>
          <a:p>
            <a:pPr indent="-228600" lvl="1" marL="685800" rtl="0" algn="l">
              <a:lnSpc>
                <a:spcPct val="110000"/>
              </a:lnSpc>
              <a:spcBef>
                <a:spcPts val="700"/>
              </a:spcBef>
              <a:spcAft>
                <a:spcPts val="0"/>
              </a:spcAft>
              <a:buSzPct val="100000"/>
              <a:buChar char="–"/>
            </a:pPr>
            <a:r>
              <a:rPr lang="es-ES"/>
              <a:t>facultad del deudor de continuar con el cumplimiento de los contratos en curso de ejecución.</a:t>
            </a:r>
            <a:endParaRPr/>
          </a:p>
          <a:p>
            <a:pPr indent="-228600" lvl="2" marL="1143000" rtl="0" algn="l">
              <a:lnSpc>
                <a:spcPct val="110000"/>
              </a:lnSpc>
              <a:spcBef>
                <a:spcPts val="700"/>
              </a:spcBef>
              <a:spcAft>
                <a:spcPts val="0"/>
              </a:spcAft>
              <a:buSzPct val="100000"/>
              <a:buChar char="•"/>
            </a:pPr>
            <a:r>
              <a:rPr lang="es-ES"/>
              <a:t>debe solicitar autorización judicial para ello, con el objeto de que el juez operativice el control sobre la actividad empresaria del concursado y analice la conveniencia o no de la continuación del contrato.</a:t>
            </a:r>
            <a:endParaRPr/>
          </a:p>
          <a:p>
            <a:pPr indent="-228600" lvl="1" marL="685800" rtl="0" algn="l">
              <a:lnSpc>
                <a:spcPct val="110000"/>
              </a:lnSpc>
              <a:spcBef>
                <a:spcPts val="700"/>
              </a:spcBef>
              <a:spcAft>
                <a:spcPts val="0"/>
              </a:spcAft>
              <a:buSzPct val="100000"/>
              <a:buChar char="–"/>
            </a:pPr>
            <a:r>
              <a:rPr lang="es-ES"/>
              <a:t>debe realizarla el deudor antes de los treinta días establecidos en la norma, pero dicho término es simplemente ordenatorio mientras el contratante no hubiera puesto de manifiesto su decisión de resolver el contrato, el concursado puede obtener la autorización para continuarlo.</a:t>
            </a:r>
            <a:endParaRPr/>
          </a:p>
          <a:p>
            <a:pPr indent="-122872" lvl="1" marL="685800" rtl="0" algn="l">
              <a:lnSpc>
                <a:spcPct val="110000"/>
              </a:lnSpc>
              <a:spcBef>
                <a:spcPts val="700"/>
              </a:spcBef>
              <a:spcAft>
                <a:spcPts val="0"/>
              </a:spcAft>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8"/>
          <p:cNvSpPr txBox="1"/>
          <p:nvPr>
            <p:ph type="title"/>
          </p:nvPr>
        </p:nvSpPr>
        <p:spPr>
          <a:xfrm>
            <a:off x="1251678" y="382385"/>
            <a:ext cx="10178322" cy="14921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5100"/>
              <a:buFont typeface="Impact"/>
              <a:buNone/>
            </a:pPr>
            <a:r>
              <a:rPr lang="es-ES"/>
              <a:t>PRESTACIONES RECÍPROCAS PENDIENTES</a:t>
            </a:r>
            <a:endParaRPr/>
          </a:p>
        </p:txBody>
      </p:sp>
      <p:sp>
        <p:nvSpPr>
          <p:cNvPr id="199" name="Google Shape;199;p18"/>
          <p:cNvSpPr txBox="1"/>
          <p:nvPr>
            <p:ph idx="1" type="body"/>
          </p:nvPr>
        </p:nvSpPr>
        <p:spPr>
          <a:xfrm>
            <a:off x="1251678" y="1922844"/>
            <a:ext cx="10178322" cy="3593591"/>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10000"/>
              </a:lnSpc>
              <a:spcBef>
                <a:spcPts val="0"/>
              </a:spcBef>
              <a:spcAft>
                <a:spcPts val="0"/>
              </a:spcAft>
              <a:buSzPts val="2000"/>
              <a:buChar char="•"/>
            </a:pPr>
            <a:r>
              <a:rPr lang="es-ES"/>
              <a:t>El "hiperprivilegio" del tercero</a:t>
            </a:r>
            <a:endParaRPr/>
          </a:p>
          <a:p>
            <a:pPr indent="-228600" lvl="1" marL="685800" rtl="0" algn="l">
              <a:lnSpc>
                <a:spcPct val="110000"/>
              </a:lnSpc>
              <a:spcBef>
                <a:spcPts val="700"/>
              </a:spcBef>
              <a:spcAft>
                <a:spcPts val="0"/>
              </a:spcAft>
              <a:buSzPts val="1800"/>
              <a:buChar char="–"/>
            </a:pPr>
            <a:r>
              <a:rPr lang="es-ES"/>
              <a:t>"la continuación del contrato autoriza al contratante a exigir el cumplimiento de las prestaciones adeudadas a la fecha de presentación del concurso bajo apercibimiento de resolución	</a:t>
            </a:r>
            <a:endParaRPr/>
          </a:p>
          <a:p>
            <a:pPr indent="-228600" lvl="1" marL="685800" rtl="0" algn="l">
              <a:lnSpc>
                <a:spcPct val="110000"/>
              </a:lnSpc>
              <a:spcBef>
                <a:spcPts val="700"/>
              </a:spcBef>
              <a:spcAft>
                <a:spcPts val="0"/>
              </a:spcAft>
              <a:buSzPts val="1800"/>
              <a:buChar char="–"/>
            </a:pPr>
            <a:r>
              <a:rPr lang="es-ES"/>
              <a:t>le permite evitar el proceso verificatorio, ya que si el deudor quiere continuar ejecutando el contrato debe pagar las prestaciones cumplidas por el tercero a la fecha de presentación del concurso.</a:t>
            </a:r>
            <a:endParaRPr/>
          </a:p>
          <a:p>
            <a:pPr indent="-228600" lvl="1" marL="685800" rtl="0" algn="l">
              <a:lnSpc>
                <a:spcPct val="110000"/>
              </a:lnSpc>
              <a:spcBef>
                <a:spcPts val="700"/>
              </a:spcBef>
              <a:spcAft>
                <a:spcPts val="0"/>
              </a:spcAft>
              <a:buSzPts val="1800"/>
              <a:buChar char="–"/>
            </a:pPr>
            <a:r>
              <a:rPr lang="es-ES"/>
              <a:t>Se trata de un crédito por causa o título anterior al concurso que está exento de la carga verificatoria.</a:t>
            </a:r>
            <a:endParaRPr/>
          </a:p>
          <a:p>
            <a:pPr indent="-228600" lvl="1" marL="685800" rtl="0" algn="l">
              <a:lnSpc>
                <a:spcPct val="110000"/>
              </a:lnSpc>
              <a:spcBef>
                <a:spcPts val="700"/>
              </a:spcBef>
              <a:spcAft>
                <a:spcPts val="0"/>
              </a:spcAft>
              <a:buSzPts val="1800"/>
              <a:buChar char="–"/>
            </a:pPr>
            <a:r>
              <a:rPr lang="es-ES"/>
              <a:t>Grispo cuestiona la norma advirtiendo que altera la pars conditio creditorum, permitiendo que los contratantes se sustraigan de los efectos generales que el concurso opera sobre los demás acreedores.</a:t>
            </a:r>
            <a:endParaRPr/>
          </a:p>
        </p:txBody>
      </p:sp>
      <p:sp>
        <p:nvSpPr>
          <p:cNvPr id="200" name="Google Shape;200;p18"/>
          <p:cNvSpPr/>
          <p:nvPr/>
        </p:nvSpPr>
        <p:spPr>
          <a:xfrm>
            <a:off x="1491049" y="5564762"/>
            <a:ext cx="10025448" cy="1140838"/>
          </a:xfrm>
          <a:prstGeom prst="roundRect">
            <a:avLst>
              <a:gd fmla="val 16667" name="adj"/>
            </a:avLst>
          </a:prstGeom>
          <a:solidFill>
            <a:schemeClr val="accent1"/>
          </a:solidFill>
          <a:ln cap="flat" cmpd="sng" w="12700">
            <a:solidFill>
              <a:srgbClr val="B4821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01" name="Google Shape;201;p18"/>
          <p:cNvSpPr txBox="1"/>
          <p:nvPr/>
        </p:nvSpPr>
        <p:spPr>
          <a:xfrm>
            <a:off x="1911178" y="5782270"/>
            <a:ext cx="918518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Gill Sans"/>
                <a:ea typeface="Gill Sans"/>
                <a:cs typeface="Gill Sans"/>
                <a:sym typeface="Gill Sans"/>
              </a:rPr>
              <a:t>Ante la falta de decisión del deudor concursado de ejercer la opción continuativa, el tercero contratante in bonis tiene la posibilidad de elegir el cumplimiento o resolver el vínculo contractual.</a:t>
            </a:r>
            <a:endParaRPr sz="1800">
              <a:solidFill>
                <a:schemeClr val="dk1"/>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stintivo">
  <a:themeElements>
    <a:clrScheme name="Badge">
      <a:dk1>
        <a:srgbClr val="000000"/>
      </a:dk1>
      <a:lt1>
        <a:srgbClr val="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2021-03-22T22:02:23Z</dcterms:created>
  <dc:creator>maximiliano romei</dc:creator>
</cp:coreProperties>
</file>