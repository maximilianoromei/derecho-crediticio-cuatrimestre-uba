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60" r:id="rId3"/>
    <p:sldId id="261" r:id="rId4"/>
    <p:sldId id="257" r:id="rId5"/>
    <p:sldId id="262" r:id="rId6"/>
    <p:sldId id="258" r:id="rId7"/>
    <p:sldId id="259"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884"/>
  </p:normalViewPr>
  <p:slideViewPr>
    <p:cSldViewPr snapToGrid="0" snapToObjects="1">
      <p:cViewPr varScale="1">
        <p:scale>
          <a:sx n="160" d="100"/>
          <a:sy n="160" d="100"/>
        </p:scale>
        <p:origin x="29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963F96-D5BA-46E1-B3DE-7DCFD1747CDC}" type="doc">
      <dgm:prSet loTypeId="urn:microsoft.com/office/officeart/2005/8/layout/vList2" loCatId="list" qsTypeId="urn:microsoft.com/office/officeart/2005/8/quickstyle/simple1" qsCatId="simple" csTypeId="urn:microsoft.com/office/officeart/2005/8/colors/accent5_2" csCatId="accent5"/>
      <dgm:spPr/>
      <dgm:t>
        <a:bodyPr/>
        <a:lstStyle/>
        <a:p>
          <a:endParaRPr lang="en-US"/>
        </a:p>
      </dgm:t>
    </dgm:pt>
    <dgm:pt modelId="{1978269A-5509-499B-93C6-03C8F5014E56}">
      <dgm:prSet/>
      <dgm:spPr/>
      <dgm:t>
        <a:bodyPr/>
        <a:lstStyle/>
        <a:p>
          <a:r>
            <a:rPr lang="es-AR"/>
            <a:t>Prior in tempore, potior in iure – Primero en el tiempo mejor en el derecho</a:t>
          </a:r>
          <a:endParaRPr lang="en-US"/>
        </a:p>
      </dgm:t>
    </dgm:pt>
    <dgm:pt modelId="{7912DB05-3F5E-4E18-ACFC-28EFE66D7B2C}" type="parTrans" cxnId="{5B0789EB-D697-4048-B4A5-3902B8E97189}">
      <dgm:prSet/>
      <dgm:spPr/>
      <dgm:t>
        <a:bodyPr/>
        <a:lstStyle/>
        <a:p>
          <a:endParaRPr lang="en-US"/>
        </a:p>
      </dgm:t>
    </dgm:pt>
    <dgm:pt modelId="{2CAA2AB1-461E-4F01-A95B-5D9EF53C0B14}" type="sibTrans" cxnId="{5B0789EB-D697-4048-B4A5-3902B8E97189}">
      <dgm:prSet/>
      <dgm:spPr/>
      <dgm:t>
        <a:bodyPr/>
        <a:lstStyle/>
        <a:p>
          <a:endParaRPr lang="en-US"/>
        </a:p>
      </dgm:t>
    </dgm:pt>
    <dgm:pt modelId="{AF4E4CD5-AD02-4351-B637-D14DC4801BFC}">
      <dgm:prSet/>
      <dgm:spPr/>
      <dgm:t>
        <a:bodyPr/>
        <a:lstStyle/>
        <a:p>
          <a:r>
            <a:rPr lang="es-AR"/>
            <a:t>en caso de bienes insuficientes</a:t>
          </a:r>
          <a:endParaRPr lang="en-US"/>
        </a:p>
      </dgm:t>
    </dgm:pt>
    <dgm:pt modelId="{CF8AE047-9710-42E8-844E-F5FA6F83A7EF}" type="parTrans" cxnId="{EFA76425-D91F-4B9A-B138-C650FBE03B4E}">
      <dgm:prSet/>
      <dgm:spPr/>
      <dgm:t>
        <a:bodyPr/>
        <a:lstStyle/>
        <a:p>
          <a:endParaRPr lang="en-US"/>
        </a:p>
      </dgm:t>
    </dgm:pt>
    <dgm:pt modelId="{5D1EC204-63BD-418A-B771-3EEFF0BF644C}" type="sibTrans" cxnId="{EFA76425-D91F-4B9A-B138-C650FBE03B4E}">
      <dgm:prSet/>
      <dgm:spPr/>
      <dgm:t>
        <a:bodyPr/>
        <a:lstStyle/>
        <a:p>
          <a:endParaRPr lang="en-US"/>
        </a:p>
      </dgm:t>
    </dgm:pt>
    <dgm:pt modelId="{C0EEBA87-F686-4D0A-9425-541763F66D16}">
      <dgm:prSet/>
      <dgm:spPr/>
      <dgm:t>
        <a:bodyPr/>
        <a:lstStyle/>
        <a:p>
          <a:r>
            <a:rPr lang="es-AR"/>
            <a:t>Mecanismo insatisfactorio de tutela jurisdiccional de los acreedores</a:t>
          </a:r>
          <a:endParaRPr lang="en-US"/>
        </a:p>
      </dgm:t>
    </dgm:pt>
    <dgm:pt modelId="{6174C263-EC14-4F76-BE53-9A0C39393AB7}" type="parTrans" cxnId="{3AFCBAFF-5B10-4800-AFB7-1D19C9161AA2}">
      <dgm:prSet/>
      <dgm:spPr/>
      <dgm:t>
        <a:bodyPr/>
        <a:lstStyle/>
        <a:p>
          <a:endParaRPr lang="en-US"/>
        </a:p>
      </dgm:t>
    </dgm:pt>
    <dgm:pt modelId="{61241D58-1DE1-4B8E-AA07-8D96C6D6B01B}" type="sibTrans" cxnId="{3AFCBAFF-5B10-4800-AFB7-1D19C9161AA2}">
      <dgm:prSet/>
      <dgm:spPr/>
      <dgm:t>
        <a:bodyPr/>
        <a:lstStyle/>
        <a:p>
          <a:endParaRPr lang="en-US"/>
        </a:p>
      </dgm:t>
    </dgm:pt>
    <dgm:pt modelId="{2A349265-D662-4071-B865-9837C5AEF02B}">
      <dgm:prSet/>
      <dgm:spPr/>
      <dgm:t>
        <a:bodyPr/>
        <a:lstStyle/>
        <a:p>
          <a:r>
            <a:rPr lang="es-AR"/>
            <a:t>Suelen ser numerosas, dispersas de difícil control</a:t>
          </a:r>
          <a:endParaRPr lang="en-US"/>
        </a:p>
      </dgm:t>
    </dgm:pt>
    <dgm:pt modelId="{248A43D1-921D-4894-B480-3BE59FE3FCA1}" type="parTrans" cxnId="{554ABA33-EF18-44CF-90FC-DF3ACD969DE6}">
      <dgm:prSet/>
      <dgm:spPr/>
      <dgm:t>
        <a:bodyPr/>
        <a:lstStyle/>
        <a:p>
          <a:endParaRPr lang="en-US"/>
        </a:p>
      </dgm:t>
    </dgm:pt>
    <dgm:pt modelId="{120800A0-C36E-4FAE-BDF0-44C2EB75791C}" type="sibTrans" cxnId="{554ABA33-EF18-44CF-90FC-DF3ACD969DE6}">
      <dgm:prSet/>
      <dgm:spPr/>
      <dgm:t>
        <a:bodyPr/>
        <a:lstStyle/>
        <a:p>
          <a:endParaRPr lang="en-US"/>
        </a:p>
      </dgm:t>
    </dgm:pt>
    <dgm:pt modelId="{B9563468-A95B-45D2-8FEB-3107EC4D8521}">
      <dgm:prSet/>
      <dgm:spPr/>
      <dgm:t>
        <a:bodyPr/>
        <a:lstStyle/>
        <a:p>
          <a:r>
            <a:rPr lang="es-AR"/>
            <a:t>Regidas por el principio dispositivo</a:t>
          </a:r>
          <a:endParaRPr lang="en-US"/>
        </a:p>
      </dgm:t>
    </dgm:pt>
    <dgm:pt modelId="{B0B38E00-0396-40A7-A346-0458DEC19312}" type="parTrans" cxnId="{6CBB52C4-EC2C-4CB4-B8B3-DACE56689F8F}">
      <dgm:prSet/>
      <dgm:spPr/>
      <dgm:t>
        <a:bodyPr/>
        <a:lstStyle/>
        <a:p>
          <a:endParaRPr lang="en-US"/>
        </a:p>
      </dgm:t>
    </dgm:pt>
    <dgm:pt modelId="{48B8686D-FCEA-4194-AA36-94A0CA85BE3C}" type="sibTrans" cxnId="{6CBB52C4-EC2C-4CB4-B8B3-DACE56689F8F}">
      <dgm:prSet/>
      <dgm:spPr/>
      <dgm:t>
        <a:bodyPr/>
        <a:lstStyle/>
        <a:p>
          <a:endParaRPr lang="en-US"/>
        </a:p>
      </dgm:t>
    </dgm:pt>
    <dgm:pt modelId="{98E98070-D488-458C-B74D-8ACADB9F6C77}">
      <dgm:prSet/>
      <dgm:spPr/>
      <dgm:t>
        <a:bodyPr/>
        <a:lstStyle/>
        <a:p>
          <a:r>
            <a:rPr lang="es-AR"/>
            <a:t>Acciones disponibles en caso de que el deudor haya transferido sus bienes para eludir su responsabilidad</a:t>
          </a:r>
          <a:endParaRPr lang="en-US"/>
        </a:p>
      </dgm:t>
    </dgm:pt>
    <dgm:pt modelId="{A8139DAD-B9E1-4649-85EF-13BA2F513EAD}" type="parTrans" cxnId="{3B703588-6300-471B-8CC8-B08BFFE13736}">
      <dgm:prSet/>
      <dgm:spPr/>
      <dgm:t>
        <a:bodyPr/>
        <a:lstStyle/>
        <a:p>
          <a:endParaRPr lang="en-US"/>
        </a:p>
      </dgm:t>
    </dgm:pt>
    <dgm:pt modelId="{C1E32F31-BD24-4AC0-AE2A-5B0EF5A3AE43}" type="sibTrans" cxnId="{3B703588-6300-471B-8CC8-B08BFFE13736}">
      <dgm:prSet/>
      <dgm:spPr/>
      <dgm:t>
        <a:bodyPr/>
        <a:lstStyle/>
        <a:p>
          <a:endParaRPr lang="en-US"/>
        </a:p>
      </dgm:t>
    </dgm:pt>
    <dgm:pt modelId="{DAEE3662-6F6E-44E8-8B83-55349A26638B}" type="pres">
      <dgm:prSet presAssocID="{4D963F96-D5BA-46E1-B3DE-7DCFD1747CDC}" presName="linear" presStyleCnt="0">
        <dgm:presLayoutVars>
          <dgm:animLvl val="lvl"/>
          <dgm:resizeHandles val="exact"/>
        </dgm:presLayoutVars>
      </dgm:prSet>
      <dgm:spPr/>
    </dgm:pt>
    <dgm:pt modelId="{64A14E8E-6596-4F80-98FE-7B8E2384755C}" type="pres">
      <dgm:prSet presAssocID="{1978269A-5509-499B-93C6-03C8F5014E56}" presName="parentText" presStyleLbl="node1" presStyleIdx="0" presStyleCnt="2">
        <dgm:presLayoutVars>
          <dgm:chMax val="0"/>
          <dgm:bulletEnabled val="1"/>
        </dgm:presLayoutVars>
      </dgm:prSet>
      <dgm:spPr/>
    </dgm:pt>
    <dgm:pt modelId="{D665416C-5A85-49DB-814D-60929D16C7EB}" type="pres">
      <dgm:prSet presAssocID="{2CAA2AB1-461E-4F01-A95B-5D9EF53C0B14}" presName="spacer" presStyleCnt="0"/>
      <dgm:spPr/>
    </dgm:pt>
    <dgm:pt modelId="{C4DE9A80-A272-4149-A54B-0788BA03A125}" type="pres">
      <dgm:prSet presAssocID="{AF4E4CD5-AD02-4351-B637-D14DC4801BFC}" presName="parentText" presStyleLbl="node1" presStyleIdx="1" presStyleCnt="2">
        <dgm:presLayoutVars>
          <dgm:chMax val="0"/>
          <dgm:bulletEnabled val="1"/>
        </dgm:presLayoutVars>
      </dgm:prSet>
      <dgm:spPr/>
    </dgm:pt>
    <dgm:pt modelId="{D3EEEBBC-EE5C-49BE-A203-908E70E8697F}" type="pres">
      <dgm:prSet presAssocID="{AF4E4CD5-AD02-4351-B637-D14DC4801BFC}" presName="childText" presStyleLbl="revTx" presStyleIdx="0" presStyleCnt="1">
        <dgm:presLayoutVars>
          <dgm:bulletEnabled val="1"/>
        </dgm:presLayoutVars>
      </dgm:prSet>
      <dgm:spPr/>
    </dgm:pt>
  </dgm:ptLst>
  <dgm:cxnLst>
    <dgm:cxn modelId="{7395650D-F700-4302-B83E-728746CDB943}" type="presOf" srcId="{1978269A-5509-499B-93C6-03C8F5014E56}" destId="{64A14E8E-6596-4F80-98FE-7B8E2384755C}" srcOrd="0" destOrd="0" presId="urn:microsoft.com/office/officeart/2005/8/layout/vList2"/>
    <dgm:cxn modelId="{CE423412-1D2C-49D2-A3AE-401EF69853AB}" type="presOf" srcId="{AF4E4CD5-AD02-4351-B637-D14DC4801BFC}" destId="{C4DE9A80-A272-4149-A54B-0788BA03A125}" srcOrd="0" destOrd="0" presId="urn:microsoft.com/office/officeart/2005/8/layout/vList2"/>
    <dgm:cxn modelId="{EFA76425-D91F-4B9A-B138-C650FBE03B4E}" srcId="{4D963F96-D5BA-46E1-B3DE-7DCFD1747CDC}" destId="{AF4E4CD5-AD02-4351-B637-D14DC4801BFC}" srcOrd="1" destOrd="0" parTransId="{CF8AE047-9710-42E8-844E-F5FA6F83A7EF}" sibTransId="{5D1EC204-63BD-418A-B771-3EEFF0BF644C}"/>
    <dgm:cxn modelId="{554ABA33-EF18-44CF-90FC-DF3ACD969DE6}" srcId="{AF4E4CD5-AD02-4351-B637-D14DC4801BFC}" destId="{2A349265-D662-4071-B865-9837C5AEF02B}" srcOrd="1" destOrd="0" parTransId="{248A43D1-921D-4894-B480-3BE59FE3FCA1}" sibTransId="{120800A0-C36E-4FAE-BDF0-44C2EB75791C}"/>
    <dgm:cxn modelId="{32E4D839-98C1-49F9-B4BA-A3A44D704AB8}" type="presOf" srcId="{2A349265-D662-4071-B865-9837C5AEF02B}" destId="{D3EEEBBC-EE5C-49BE-A203-908E70E8697F}" srcOrd="0" destOrd="1" presId="urn:microsoft.com/office/officeart/2005/8/layout/vList2"/>
    <dgm:cxn modelId="{223AD667-9204-4DBC-9D60-0B5581D4DEE3}" type="presOf" srcId="{98E98070-D488-458C-B74D-8ACADB9F6C77}" destId="{D3EEEBBC-EE5C-49BE-A203-908E70E8697F}" srcOrd="0" destOrd="3" presId="urn:microsoft.com/office/officeart/2005/8/layout/vList2"/>
    <dgm:cxn modelId="{CCF65375-704A-4BB5-BE28-B984CD822339}" type="presOf" srcId="{B9563468-A95B-45D2-8FEB-3107EC4D8521}" destId="{D3EEEBBC-EE5C-49BE-A203-908E70E8697F}" srcOrd="0" destOrd="2" presId="urn:microsoft.com/office/officeart/2005/8/layout/vList2"/>
    <dgm:cxn modelId="{8404A179-C576-4383-921A-8CBE2798F7F6}" type="presOf" srcId="{C0EEBA87-F686-4D0A-9425-541763F66D16}" destId="{D3EEEBBC-EE5C-49BE-A203-908E70E8697F}" srcOrd="0" destOrd="0" presId="urn:microsoft.com/office/officeart/2005/8/layout/vList2"/>
    <dgm:cxn modelId="{3B703588-6300-471B-8CC8-B08BFFE13736}" srcId="{AF4E4CD5-AD02-4351-B637-D14DC4801BFC}" destId="{98E98070-D488-458C-B74D-8ACADB9F6C77}" srcOrd="3" destOrd="0" parTransId="{A8139DAD-B9E1-4649-85EF-13BA2F513EAD}" sibTransId="{C1E32F31-BD24-4AC0-AE2A-5B0EF5A3AE43}"/>
    <dgm:cxn modelId="{6CBB52C4-EC2C-4CB4-B8B3-DACE56689F8F}" srcId="{AF4E4CD5-AD02-4351-B637-D14DC4801BFC}" destId="{B9563468-A95B-45D2-8FEB-3107EC4D8521}" srcOrd="2" destOrd="0" parTransId="{B0B38E00-0396-40A7-A346-0458DEC19312}" sibTransId="{48B8686D-FCEA-4194-AA36-94A0CA85BE3C}"/>
    <dgm:cxn modelId="{55532DE2-F70B-4D56-8900-072D92EAF22A}" type="presOf" srcId="{4D963F96-D5BA-46E1-B3DE-7DCFD1747CDC}" destId="{DAEE3662-6F6E-44E8-8B83-55349A26638B}" srcOrd="0" destOrd="0" presId="urn:microsoft.com/office/officeart/2005/8/layout/vList2"/>
    <dgm:cxn modelId="{5B0789EB-D697-4048-B4A5-3902B8E97189}" srcId="{4D963F96-D5BA-46E1-B3DE-7DCFD1747CDC}" destId="{1978269A-5509-499B-93C6-03C8F5014E56}" srcOrd="0" destOrd="0" parTransId="{7912DB05-3F5E-4E18-ACFC-28EFE66D7B2C}" sibTransId="{2CAA2AB1-461E-4F01-A95B-5D9EF53C0B14}"/>
    <dgm:cxn modelId="{3AFCBAFF-5B10-4800-AFB7-1D19C9161AA2}" srcId="{AF4E4CD5-AD02-4351-B637-D14DC4801BFC}" destId="{C0EEBA87-F686-4D0A-9425-541763F66D16}" srcOrd="0" destOrd="0" parTransId="{6174C263-EC14-4F76-BE53-9A0C39393AB7}" sibTransId="{61241D58-1DE1-4B8E-AA07-8D96C6D6B01B}"/>
    <dgm:cxn modelId="{FA53EF96-49AF-4C7B-ABE4-DDB96F8CBE49}" type="presParOf" srcId="{DAEE3662-6F6E-44E8-8B83-55349A26638B}" destId="{64A14E8E-6596-4F80-98FE-7B8E2384755C}" srcOrd="0" destOrd="0" presId="urn:microsoft.com/office/officeart/2005/8/layout/vList2"/>
    <dgm:cxn modelId="{6AD4800B-CFBC-44D7-8F07-17B3A2CA909C}" type="presParOf" srcId="{DAEE3662-6F6E-44E8-8B83-55349A26638B}" destId="{D665416C-5A85-49DB-814D-60929D16C7EB}" srcOrd="1" destOrd="0" presId="urn:microsoft.com/office/officeart/2005/8/layout/vList2"/>
    <dgm:cxn modelId="{A53E38A2-DDF5-4BB8-84DE-1FEE9697281C}" type="presParOf" srcId="{DAEE3662-6F6E-44E8-8B83-55349A26638B}" destId="{C4DE9A80-A272-4149-A54B-0788BA03A125}" srcOrd="2" destOrd="0" presId="urn:microsoft.com/office/officeart/2005/8/layout/vList2"/>
    <dgm:cxn modelId="{842005D2-41E6-404D-AD9B-6893C1D727CA}" type="presParOf" srcId="{DAEE3662-6F6E-44E8-8B83-55349A26638B}" destId="{D3EEEBBC-EE5C-49BE-A203-908E70E8697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084E95-1670-4C34-9D4D-726AF2DAF409}"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2A763986-F69C-4AF2-A323-716721C26739}">
      <dgm:prSet/>
      <dgm:spPr/>
      <dgm:t>
        <a:bodyPr/>
        <a:lstStyle/>
        <a:p>
          <a:r>
            <a:rPr lang="es-AR"/>
            <a:t>Universalidad – objetiva y subjetiva</a:t>
          </a:r>
          <a:endParaRPr lang="en-US"/>
        </a:p>
      </dgm:t>
    </dgm:pt>
    <dgm:pt modelId="{F3FD006D-F46C-415F-B2AA-5FEC3BE842CB}" type="parTrans" cxnId="{28598875-C8A5-4834-8849-A9F67B678985}">
      <dgm:prSet/>
      <dgm:spPr/>
      <dgm:t>
        <a:bodyPr/>
        <a:lstStyle/>
        <a:p>
          <a:endParaRPr lang="en-US"/>
        </a:p>
      </dgm:t>
    </dgm:pt>
    <dgm:pt modelId="{F14ACD46-CFE2-4980-A196-6A6559F4F3DC}" type="sibTrans" cxnId="{28598875-C8A5-4834-8849-A9F67B678985}">
      <dgm:prSet/>
      <dgm:spPr/>
      <dgm:t>
        <a:bodyPr/>
        <a:lstStyle/>
        <a:p>
          <a:endParaRPr lang="en-US"/>
        </a:p>
      </dgm:t>
    </dgm:pt>
    <dgm:pt modelId="{1CFAC6D9-DD54-4A94-B8FC-5CA5C5BD42E2}">
      <dgm:prSet/>
      <dgm:spPr/>
      <dgm:t>
        <a:bodyPr/>
        <a:lstStyle/>
        <a:p>
          <a:r>
            <a:rPr lang="es-AR"/>
            <a:t>Pars conditio creditorum - Igualdad</a:t>
          </a:r>
          <a:endParaRPr lang="en-US"/>
        </a:p>
      </dgm:t>
    </dgm:pt>
    <dgm:pt modelId="{E1805ED8-FC8E-4C34-A1E5-1C16B41A2CC7}" type="parTrans" cxnId="{3A22C245-FE1D-4E12-A28E-32654E867DC1}">
      <dgm:prSet/>
      <dgm:spPr/>
      <dgm:t>
        <a:bodyPr/>
        <a:lstStyle/>
        <a:p>
          <a:endParaRPr lang="en-US"/>
        </a:p>
      </dgm:t>
    </dgm:pt>
    <dgm:pt modelId="{4EF9B763-A031-4394-A72F-23FEE016F817}" type="sibTrans" cxnId="{3A22C245-FE1D-4E12-A28E-32654E867DC1}">
      <dgm:prSet/>
      <dgm:spPr/>
      <dgm:t>
        <a:bodyPr/>
        <a:lstStyle/>
        <a:p>
          <a:endParaRPr lang="en-US"/>
        </a:p>
      </dgm:t>
    </dgm:pt>
    <dgm:pt modelId="{571BD596-756D-4B2B-AAAA-E5FBB417A915}">
      <dgm:prSet/>
      <dgm:spPr/>
      <dgm:t>
        <a:bodyPr/>
        <a:lstStyle/>
        <a:p>
          <a:r>
            <a:rPr lang="es-AR"/>
            <a:t>Proceso único - Unicidad</a:t>
          </a:r>
          <a:endParaRPr lang="en-US"/>
        </a:p>
      </dgm:t>
    </dgm:pt>
    <dgm:pt modelId="{733FE71B-0857-4A84-AC9E-DD20959F3378}" type="parTrans" cxnId="{64BD94BC-F7ED-4219-BE37-29400F3C04A4}">
      <dgm:prSet/>
      <dgm:spPr/>
      <dgm:t>
        <a:bodyPr/>
        <a:lstStyle/>
        <a:p>
          <a:endParaRPr lang="en-US"/>
        </a:p>
      </dgm:t>
    </dgm:pt>
    <dgm:pt modelId="{5E5F9E2B-8FB6-4941-97E6-53ED3C45F50F}" type="sibTrans" cxnId="{64BD94BC-F7ED-4219-BE37-29400F3C04A4}">
      <dgm:prSet/>
      <dgm:spPr/>
      <dgm:t>
        <a:bodyPr/>
        <a:lstStyle/>
        <a:p>
          <a:endParaRPr lang="en-US"/>
        </a:p>
      </dgm:t>
    </dgm:pt>
    <dgm:pt modelId="{D4F1B86D-73C4-4E6D-B858-1671F887B9F5}">
      <dgm:prSet/>
      <dgm:spPr/>
      <dgm:t>
        <a:bodyPr/>
        <a:lstStyle/>
        <a:p>
          <a:r>
            <a:rPr lang="es-AR"/>
            <a:t>Facilita la recomposición del patrimonio del fallido</a:t>
          </a:r>
          <a:endParaRPr lang="en-US"/>
        </a:p>
      </dgm:t>
    </dgm:pt>
    <dgm:pt modelId="{628C7E59-AAD1-44A1-BB69-03C7F163A30B}" type="parTrans" cxnId="{5B3E6B67-58EC-4AFB-B5B5-EE16FE594A5D}">
      <dgm:prSet/>
      <dgm:spPr/>
      <dgm:t>
        <a:bodyPr/>
        <a:lstStyle/>
        <a:p>
          <a:endParaRPr lang="en-US"/>
        </a:p>
      </dgm:t>
    </dgm:pt>
    <dgm:pt modelId="{C565A942-BB2B-479B-A3D3-416A73B79276}" type="sibTrans" cxnId="{5B3E6B67-58EC-4AFB-B5B5-EE16FE594A5D}">
      <dgm:prSet/>
      <dgm:spPr/>
      <dgm:t>
        <a:bodyPr/>
        <a:lstStyle/>
        <a:p>
          <a:endParaRPr lang="en-US"/>
        </a:p>
      </dgm:t>
    </dgm:pt>
    <dgm:pt modelId="{5B9B9539-026A-4D3F-8527-E089898257C8}" type="pres">
      <dgm:prSet presAssocID="{06084E95-1670-4C34-9D4D-726AF2DAF409}" presName="linear" presStyleCnt="0">
        <dgm:presLayoutVars>
          <dgm:animLvl val="lvl"/>
          <dgm:resizeHandles val="exact"/>
        </dgm:presLayoutVars>
      </dgm:prSet>
      <dgm:spPr/>
    </dgm:pt>
    <dgm:pt modelId="{700AEAE2-3D49-488C-A52C-4218EFECCB13}" type="pres">
      <dgm:prSet presAssocID="{2A763986-F69C-4AF2-A323-716721C26739}" presName="parentText" presStyleLbl="node1" presStyleIdx="0" presStyleCnt="4">
        <dgm:presLayoutVars>
          <dgm:chMax val="0"/>
          <dgm:bulletEnabled val="1"/>
        </dgm:presLayoutVars>
      </dgm:prSet>
      <dgm:spPr/>
    </dgm:pt>
    <dgm:pt modelId="{C3C034C7-8F13-4EDE-8EEA-C1948D414B1D}" type="pres">
      <dgm:prSet presAssocID="{F14ACD46-CFE2-4980-A196-6A6559F4F3DC}" presName="spacer" presStyleCnt="0"/>
      <dgm:spPr/>
    </dgm:pt>
    <dgm:pt modelId="{29B41FFB-A89B-4A17-9C62-338893590772}" type="pres">
      <dgm:prSet presAssocID="{1CFAC6D9-DD54-4A94-B8FC-5CA5C5BD42E2}" presName="parentText" presStyleLbl="node1" presStyleIdx="1" presStyleCnt="4">
        <dgm:presLayoutVars>
          <dgm:chMax val="0"/>
          <dgm:bulletEnabled val="1"/>
        </dgm:presLayoutVars>
      </dgm:prSet>
      <dgm:spPr/>
    </dgm:pt>
    <dgm:pt modelId="{7F3E74F9-7C17-4731-BA96-2DC42517B497}" type="pres">
      <dgm:prSet presAssocID="{4EF9B763-A031-4394-A72F-23FEE016F817}" presName="spacer" presStyleCnt="0"/>
      <dgm:spPr/>
    </dgm:pt>
    <dgm:pt modelId="{00F246D4-D861-4D5D-A5E4-6C9B8EDC069A}" type="pres">
      <dgm:prSet presAssocID="{571BD596-756D-4B2B-AAAA-E5FBB417A915}" presName="parentText" presStyleLbl="node1" presStyleIdx="2" presStyleCnt="4">
        <dgm:presLayoutVars>
          <dgm:chMax val="0"/>
          <dgm:bulletEnabled val="1"/>
        </dgm:presLayoutVars>
      </dgm:prSet>
      <dgm:spPr/>
    </dgm:pt>
    <dgm:pt modelId="{6B8FA97A-23F4-408C-BBE1-F6AB51C216F4}" type="pres">
      <dgm:prSet presAssocID="{5E5F9E2B-8FB6-4941-97E6-53ED3C45F50F}" presName="spacer" presStyleCnt="0"/>
      <dgm:spPr/>
    </dgm:pt>
    <dgm:pt modelId="{BAA91C81-70F4-40DE-A743-52C24F91C4DE}" type="pres">
      <dgm:prSet presAssocID="{D4F1B86D-73C4-4E6D-B858-1671F887B9F5}" presName="parentText" presStyleLbl="node1" presStyleIdx="3" presStyleCnt="4">
        <dgm:presLayoutVars>
          <dgm:chMax val="0"/>
          <dgm:bulletEnabled val="1"/>
        </dgm:presLayoutVars>
      </dgm:prSet>
      <dgm:spPr/>
    </dgm:pt>
  </dgm:ptLst>
  <dgm:cxnLst>
    <dgm:cxn modelId="{C2FAB333-C19A-4EB3-81F4-4D844ADC7819}" type="presOf" srcId="{1CFAC6D9-DD54-4A94-B8FC-5CA5C5BD42E2}" destId="{29B41FFB-A89B-4A17-9C62-338893590772}" srcOrd="0" destOrd="0" presId="urn:microsoft.com/office/officeart/2005/8/layout/vList2"/>
    <dgm:cxn modelId="{BB205743-E5D0-4A1B-B13B-E8C3882177AF}" type="presOf" srcId="{D4F1B86D-73C4-4E6D-B858-1671F887B9F5}" destId="{BAA91C81-70F4-40DE-A743-52C24F91C4DE}" srcOrd="0" destOrd="0" presId="urn:microsoft.com/office/officeart/2005/8/layout/vList2"/>
    <dgm:cxn modelId="{3A22C245-FE1D-4E12-A28E-32654E867DC1}" srcId="{06084E95-1670-4C34-9D4D-726AF2DAF409}" destId="{1CFAC6D9-DD54-4A94-B8FC-5CA5C5BD42E2}" srcOrd="1" destOrd="0" parTransId="{E1805ED8-FC8E-4C34-A1E5-1C16B41A2CC7}" sibTransId="{4EF9B763-A031-4394-A72F-23FEE016F817}"/>
    <dgm:cxn modelId="{EF6B9B46-32B9-45C5-A265-63B8AA7C468C}" type="presOf" srcId="{2A763986-F69C-4AF2-A323-716721C26739}" destId="{700AEAE2-3D49-488C-A52C-4218EFECCB13}" srcOrd="0" destOrd="0" presId="urn:microsoft.com/office/officeart/2005/8/layout/vList2"/>
    <dgm:cxn modelId="{5B3E6B67-58EC-4AFB-B5B5-EE16FE594A5D}" srcId="{06084E95-1670-4C34-9D4D-726AF2DAF409}" destId="{D4F1B86D-73C4-4E6D-B858-1671F887B9F5}" srcOrd="3" destOrd="0" parTransId="{628C7E59-AAD1-44A1-BB69-03C7F163A30B}" sibTransId="{C565A942-BB2B-479B-A3D3-416A73B79276}"/>
    <dgm:cxn modelId="{28598875-C8A5-4834-8849-A9F67B678985}" srcId="{06084E95-1670-4C34-9D4D-726AF2DAF409}" destId="{2A763986-F69C-4AF2-A323-716721C26739}" srcOrd="0" destOrd="0" parTransId="{F3FD006D-F46C-415F-B2AA-5FEC3BE842CB}" sibTransId="{F14ACD46-CFE2-4980-A196-6A6559F4F3DC}"/>
    <dgm:cxn modelId="{6E52CC93-6E88-432A-B74A-659BABAC9940}" type="presOf" srcId="{06084E95-1670-4C34-9D4D-726AF2DAF409}" destId="{5B9B9539-026A-4D3F-8527-E089898257C8}" srcOrd="0" destOrd="0" presId="urn:microsoft.com/office/officeart/2005/8/layout/vList2"/>
    <dgm:cxn modelId="{64BD94BC-F7ED-4219-BE37-29400F3C04A4}" srcId="{06084E95-1670-4C34-9D4D-726AF2DAF409}" destId="{571BD596-756D-4B2B-AAAA-E5FBB417A915}" srcOrd="2" destOrd="0" parTransId="{733FE71B-0857-4A84-AC9E-DD20959F3378}" sibTransId="{5E5F9E2B-8FB6-4941-97E6-53ED3C45F50F}"/>
    <dgm:cxn modelId="{A4E8C8E4-6C9D-421A-BE90-50A9B4885027}" type="presOf" srcId="{571BD596-756D-4B2B-AAAA-E5FBB417A915}" destId="{00F246D4-D861-4D5D-A5E4-6C9B8EDC069A}" srcOrd="0" destOrd="0" presId="urn:microsoft.com/office/officeart/2005/8/layout/vList2"/>
    <dgm:cxn modelId="{DEDFD0C7-46D2-4A4E-8AE2-686EACB1A7B2}" type="presParOf" srcId="{5B9B9539-026A-4D3F-8527-E089898257C8}" destId="{700AEAE2-3D49-488C-A52C-4218EFECCB13}" srcOrd="0" destOrd="0" presId="urn:microsoft.com/office/officeart/2005/8/layout/vList2"/>
    <dgm:cxn modelId="{C7EC4864-6DAC-4ADD-8ED6-8A9246434534}" type="presParOf" srcId="{5B9B9539-026A-4D3F-8527-E089898257C8}" destId="{C3C034C7-8F13-4EDE-8EEA-C1948D414B1D}" srcOrd="1" destOrd="0" presId="urn:microsoft.com/office/officeart/2005/8/layout/vList2"/>
    <dgm:cxn modelId="{32B19D9F-FB12-42AB-97B8-A6B1C160B6FE}" type="presParOf" srcId="{5B9B9539-026A-4D3F-8527-E089898257C8}" destId="{29B41FFB-A89B-4A17-9C62-338893590772}" srcOrd="2" destOrd="0" presId="urn:microsoft.com/office/officeart/2005/8/layout/vList2"/>
    <dgm:cxn modelId="{BD0CB6EA-2903-4B9F-85AF-7CBF039CEAA0}" type="presParOf" srcId="{5B9B9539-026A-4D3F-8527-E089898257C8}" destId="{7F3E74F9-7C17-4731-BA96-2DC42517B497}" srcOrd="3" destOrd="0" presId="urn:microsoft.com/office/officeart/2005/8/layout/vList2"/>
    <dgm:cxn modelId="{29C78540-9748-4891-B7CE-85C1DDAA6545}" type="presParOf" srcId="{5B9B9539-026A-4D3F-8527-E089898257C8}" destId="{00F246D4-D861-4D5D-A5E4-6C9B8EDC069A}" srcOrd="4" destOrd="0" presId="urn:microsoft.com/office/officeart/2005/8/layout/vList2"/>
    <dgm:cxn modelId="{D07D9AE2-9493-40A6-B2A0-84F3221B49ED}" type="presParOf" srcId="{5B9B9539-026A-4D3F-8527-E089898257C8}" destId="{6B8FA97A-23F4-408C-BBE1-F6AB51C216F4}" srcOrd="5" destOrd="0" presId="urn:microsoft.com/office/officeart/2005/8/layout/vList2"/>
    <dgm:cxn modelId="{1AEF96C0-34F7-45A3-9651-3EDC4831D403}" type="presParOf" srcId="{5B9B9539-026A-4D3F-8527-E089898257C8}" destId="{BAA91C81-70F4-40DE-A743-52C24F91C4D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1C06B7-6EE4-4A81-9372-E9D8090D030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9CAED58-D61E-447C-A59F-55869A5C773D}">
      <dgm:prSet/>
      <dgm:spPr/>
      <dgm:t>
        <a:bodyPr/>
        <a:lstStyle/>
        <a:p>
          <a:r>
            <a:rPr lang="es-AR"/>
            <a:t>Universalidad</a:t>
          </a:r>
          <a:endParaRPr lang="en-US"/>
        </a:p>
      </dgm:t>
    </dgm:pt>
    <dgm:pt modelId="{A05CFDB8-F4FE-4FFC-A0C7-1EF14A314823}" type="parTrans" cxnId="{F358A261-4620-41BC-9867-5ED8B8A1BA17}">
      <dgm:prSet/>
      <dgm:spPr/>
      <dgm:t>
        <a:bodyPr/>
        <a:lstStyle/>
        <a:p>
          <a:endParaRPr lang="en-US"/>
        </a:p>
      </dgm:t>
    </dgm:pt>
    <dgm:pt modelId="{32F72E18-3506-4405-809A-5C766F42D400}" type="sibTrans" cxnId="{F358A261-4620-41BC-9867-5ED8B8A1BA17}">
      <dgm:prSet/>
      <dgm:spPr/>
      <dgm:t>
        <a:bodyPr/>
        <a:lstStyle/>
        <a:p>
          <a:endParaRPr lang="en-US"/>
        </a:p>
      </dgm:t>
    </dgm:pt>
    <dgm:pt modelId="{C1D615E7-97FD-4DBB-A3DA-392D4316ACA4}">
      <dgm:prSet/>
      <dgm:spPr/>
      <dgm:t>
        <a:bodyPr/>
        <a:lstStyle/>
        <a:p>
          <a:r>
            <a:rPr lang="es-AR"/>
            <a:t>Objetiva</a:t>
          </a:r>
          <a:endParaRPr lang="en-US"/>
        </a:p>
      </dgm:t>
    </dgm:pt>
    <dgm:pt modelId="{61BF3B39-269D-43FD-8AE1-72546D119B88}" type="parTrans" cxnId="{4F9ED26F-85C8-4266-8B73-AFAFE417D7A6}">
      <dgm:prSet/>
      <dgm:spPr/>
      <dgm:t>
        <a:bodyPr/>
        <a:lstStyle/>
        <a:p>
          <a:endParaRPr lang="en-US"/>
        </a:p>
      </dgm:t>
    </dgm:pt>
    <dgm:pt modelId="{BDFD227E-1FDA-4B3D-8593-0AE5ED8B6782}" type="sibTrans" cxnId="{4F9ED26F-85C8-4266-8B73-AFAFE417D7A6}">
      <dgm:prSet/>
      <dgm:spPr/>
      <dgm:t>
        <a:bodyPr/>
        <a:lstStyle/>
        <a:p>
          <a:endParaRPr lang="en-US"/>
        </a:p>
      </dgm:t>
    </dgm:pt>
    <dgm:pt modelId="{A26D8227-630A-4E6A-8197-CBC9A99DC431}">
      <dgm:prSet/>
      <dgm:spPr/>
      <dgm:t>
        <a:bodyPr/>
        <a:lstStyle/>
        <a:p>
          <a:r>
            <a:rPr lang="es-AR"/>
            <a:t>Subjetiva</a:t>
          </a:r>
          <a:endParaRPr lang="en-US"/>
        </a:p>
      </dgm:t>
    </dgm:pt>
    <dgm:pt modelId="{E9D560D0-C449-4D22-932B-8961B8D11B36}" type="parTrans" cxnId="{9107D7EC-93BB-4C55-8D33-16B448BE1EC0}">
      <dgm:prSet/>
      <dgm:spPr/>
      <dgm:t>
        <a:bodyPr/>
        <a:lstStyle/>
        <a:p>
          <a:endParaRPr lang="en-US"/>
        </a:p>
      </dgm:t>
    </dgm:pt>
    <dgm:pt modelId="{FBE29369-DCAF-4512-8DAA-B44473B4E49B}" type="sibTrans" cxnId="{9107D7EC-93BB-4C55-8D33-16B448BE1EC0}">
      <dgm:prSet/>
      <dgm:spPr/>
      <dgm:t>
        <a:bodyPr/>
        <a:lstStyle/>
        <a:p>
          <a:endParaRPr lang="en-US"/>
        </a:p>
      </dgm:t>
    </dgm:pt>
    <dgm:pt modelId="{AA6D07F0-F625-4207-BA3F-9058DA08B12D}">
      <dgm:prSet/>
      <dgm:spPr/>
      <dgm:t>
        <a:bodyPr/>
        <a:lstStyle/>
        <a:p>
          <a:r>
            <a:rPr lang="es-AR"/>
            <a:t>Unicidad</a:t>
          </a:r>
          <a:endParaRPr lang="en-US"/>
        </a:p>
      </dgm:t>
    </dgm:pt>
    <dgm:pt modelId="{BC52DE69-8236-4776-A99F-D57EB9397D78}" type="parTrans" cxnId="{5B3B75F7-AFCF-4C57-9C58-7A1C98B27DD2}">
      <dgm:prSet/>
      <dgm:spPr/>
      <dgm:t>
        <a:bodyPr/>
        <a:lstStyle/>
        <a:p>
          <a:endParaRPr lang="en-US"/>
        </a:p>
      </dgm:t>
    </dgm:pt>
    <dgm:pt modelId="{F8A6314C-5C8B-4D0F-9191-2FAACB5960F2}" type="sibTrans" cxnId="{5B3B75F7-AFCF-4C57-9C58-7A1C98B27DD2}">
      <dgm:prSet/>
      <dgm:spPr/>
      <dgm:t>
        <a:bodyPr/>
        <a:lstStyle/>
        <a:p>
          <a:endParaRPr lang="en-US"/>
        </a:p>
      </dgm:t>
    </dgm:pt>
    <dgm:pt modelId="{5D670C05-391E-40E0-A4FA-D5DFF0FF8D7E}">
      <dgm:prSet/>
      <dgm:spPr/>
      <dgm:t>
        <a:bodyPr/>
        <a:lstStyle/>
        <a:p>
          <a:r>
            <a:rPr lang="es-AR"/>
            <a:t>Inquisitoriedad relativa</a:t>
          </a:r>
          <a:endParaRPr lang="en-US"/>
        </a:p>
      </dgm:t>
    </dgm:pt>
    <dgm:pt modelId="{395135D6-BB54-4C70-89E6-ED8C569FDC97}" type="parTrans" cxnId="{C26D1F35-3A29-4359-9669-433981D025D4}">
      <dgm:prSet/>
      <dgm:spPr/>
      <dgm:t>
        <a:bodyPr/>
        <a:lstStyle/>
        <a:p>
          <a:endParaRPr lang="en-US"/>
        </a:p>
      </dgm:t>
    </dgm:pt>
    <dgm:pt modelId="{8E8FE5D3-0FF7-4886-911A-975F53417604}" type="sibTrans" cxnId="{C26D1F35-3A29-4359-9669-433981D025D4}">
      <dgm:prSet/>
      <dgm:spPr/>
      <dgm:t>
        <a:bodyPr/>
        <a:lstStyle/>
        <a:p>
          <a:endParaRPr lang="en-US"/>
        </a:p>
      </dgm:t>
    </dgm:pt>
    <dgm:pt modelId="{E4D54C6A-FF2C-462E-B870-21748E2DF3A7}">
      <dgm:prSet/>
      <dgm:spPr/>
      <dgm:t>
        <a:bodyPr/>
        <a:lstStyle/>
        <a:p>
          <a:r>
            <a:rPr lang="es-AR"/>
            <a:t>Inquisitoriedad en el proceso – art. 274</a:t>
          </a:r>
          <a:endParaRPr lang="en-US"/>
        </a:p>
      </dgm:t>
    </dgm:pt>
    <dgm:pt modelId="{7F70F37A-5CB7-4E8C-941B-E381EE0F0F37}" type="parTrans" cxnId="{D30C654C-67A4-4569-B1D2-F0794DC848C5}">
      <dgm:prSet/>
      <dgm:spPr/>
      <dgm:t>
        <a:bodyPr/>
        <a:lstStyle/>
        <a:p>
          <a:endParaRPr lang="en-US"/>
        </a:p>
      </dgm:t>
    </dgm:pt>
    <dgm:pt modelId="{0187786B-B53B-45FA-AA92-0A91A9810F29}" type="sibTrans" cxnId="{D30C654C-67A4-4569-B1D2-F0794DC848C5}">
      <dgm:prSet/>
      <dgm:spPr/>
      <dgm:t>
        <a:bodyPr/>
        <a:lstStyle/>
        <a:p>
          <a:endParaRPr lang="en-US"/>
        </a:p>
      </dgm:t>
    </dgm:pt>
    <dgm:pt modelId="{5093F689-5B0B-4EFE-AA42-560E798291BE}" type="pres">
      <dgm:prSet presAssocID="{911C06B7-6EE4-4A81-9372-E9D8090D0302}" presName="linear" presStyleCnt="0">
        <dgm:presLayoutVars>
          <dgm:animLvl val="lvl"/>
          <dgm:resizeHandles val="exact"/>
        </dgm:presLayoutVars>
      </dgm:prSet>
      <dgm:spPr/>
    </dgm:pt>
    <dgm:pt modelId="{AC408BF7-B681-4BEF-9085-8A79D40E4BF5}" type="pres">
      <dgm:prSet presAssocID="{79CAED58-D61E-447C-A59F-55869A5C773D}" presName="parentText" presStyleLbl="node1" presStyleIdx="0" presStyleCnt="3">
        <dgm:presLayoutVars>
          <dgm:chMax val="0"/>
          <dgm:bulletEnabled val="1"/>
        </dgm:presLayoutVars>
      </dgm:prSet>
      <dgm:spPr/>
    </dgm:pt>
    <dgm:pt modelId="{A9B8A000-4234-4D93-AABF-1AA8A42B5FED}" type="pres">
      <dgm:prSet presAssocID="{79CAED58-D61E-447C-A59F-55869A5C773D}" presName="childText" presStyleLbl="revTx" presStyleIdx="0" presStyleCnt="2">
        <dgm:presLayoutVars>
          <dgm:bulletEnabled val="1"/>
        </dgm:presLayoutVars>
      </dgm:prSet>
      <dgm:spPr/>
    </dgm:pt>
    <dgm:pt modelId="{69EF3130-0B75-4A91-861C-9FF7F56DAC14}" type="pres">
      <dgm:prSet presAssocID="{AA6D07F0-F625-4207-BA3F-9058DA08B12D}" presName="parentText" presStyleLbl="node1" presStyleIdx="1" presStyleCnt="3">
        <dgm:presLayoutVars>
          <dgm:chMax val="0"/>
          <dgm:bulletEnabled val="1"/>
        </dgm:presLayoutVars>
      </dgm:prSet>
      <dgm:spPr/>
    </dgm:pt>
    <dgm:pt modelId="{FF81B06C-C3B5-472D-84F4-5C0C2A020D74}" type="pres">
      <dgm:prSet presAssocID="{F8A6314C-5C8B-4D0F-9191-2FAACB5960F2}" presName="spacer" presStyleCnt="0"/>
      <dgm:spPr/>
    </dgm:pt>
    <dgm:pt modelId="{8C7CCCDD-D4E2-43F6-B1C7-357C7AF674F6}" type="pres">
      <dgm:prSet presAssocID="{5D670C05-391E-40E0-A4FA-D5DFF0FF8D7E}" presName="parentText" presStyleLbl="node1" presStyleIdx="2" presStyleCnt="3">
        <dgm:presLayoutVars>
          <dgm:chMax val="0"/>
          <dgm:bulletEnabled val="1"/>
        </dgm:presLayoutVars>
      </dgm:prSet>
      <dgm:spPr/>
    </dgm:pt>
    <dgm:pt modelId="{0A3193F3-8858-4AB7-82B2-8D49AF67C563}" type="pres">
      <dgm:prSet presAssocID="{5D670C05-391E-40E0-A4FA-D5DFF0FF8D7E}" presName="childText" presStyleLbl="revTx" presStyleIdx="1" presStyleCnt="2">
        <dgm:presLayoutVars>
          <dgm:bulletEnabled val="1"/>
        </dgm:presLayoutVars>
      </dgm:prSet>
      <dgm:spPr/>
    </dgm:pt>
  </dgm:ptLst>
  <dgm:cxnLst>
    <dgm:cxn modelId="{FC0EFB1D-329A-4492-A4A3-DACEEADC858A}" type="presOf" srcId="{AA6D07F0-F625-4207-BA3F-9058DA08B12D}" destId="{69EF3130-0B75-4A91-861C-9FF7F56DAC14}" srcOrd="0" destOrd="0" presId="urn:microsoft.com/office/officeart/2005/8/layout/vList2"/>
    <dgm:cxn modelId="{8732A423-5CC9-4424-956B-06AEB26AFA3B}" type="presOf" srcId="{79CAED58-D61E-447C-A59F-55869A5C773D}" destId="{AC408BF7-B681-4BEF-9085-8A79D40E4BF5}" srcOrd="0" destOrd="0" presId="urn:microsoft.com/office/officeart/2005/8/layout/vList2"/>
    <dgm:cxn modelId="{9E76912F-3198-4382-BD31-E98E1E3B26AD}" type="presOf" srcId="{E4D54C6A-FF2C-462E-B870-21748E2DF3A7}" destId="{0A3193F3-8858-4AB7-82B2-8D49AF67C563}" srcOrd="0" destOrd="0" presId="urn:microsoft.com/office/officeart/2005/8/layout/vList2"/>
    <dgm:cxn modelId="{C26D1F35-3A29-4359-9669-433981D025D4}" srcId="{911C06B7-6EE4-4A81-9372-E9D8090D0302}" destId="{5D670C05-391E-40E0-A4FA-D5DFF0FF8D7E}" srcOrd="2" destOrd="0" parTransId="{395135D6-BB54-4C70-89E6-ED8C569FDC97}" sibTransId="{8E8FE5D3-0FF7-4886-911A-975F53417604}"/>
    <dgm:cxn modelId="{1B7E5D5D-8C5D-494F-915F-3E110B3FA396}" type="presOf" srcId="{A26D8227-630A-4E6A-8197-CBC9A99DC431}" destId="{A9B8A000-4234-4D93-AABF-1AA8A42B5FED}" srcOrd="0" destOrd="1" presId="urn:microsoft.com/office/officeart/2005/8/layout/vList2"/>
    <dgm:cxn modelId="{F358A261-4620-41BC-9867-5ED8B8A1BA17}" srcId="{911C06B7-6EE4-4A81-9372-E9D8090D0302}" destId="{79CAED58-D61E-447C-A59F-55869A5C773D}" srcOrd="0" destOrd="0" parTransId="{A05CFDB8-F4FE-4FFC-A0C7-1EF14A314823}" sibTransId="{32F72E18-3506-4405-809A-5C766F42D400}"/>
    <dgm:cxn modelId="{D30C654C-67A4-4569-B1D2-F0794DC848C5}" srcId="{5D670C05-391E-40E0-A4FA-D5DFF0FF8D7E}" destId="{E4D54C6A-FF2C-462E-B870-21748E2DF3A7}" srcOrd="0" destOrd="0" parTransId="{7F70F37A-5CB7-4E8C-941B-E381EE0F0F37}" sibTransId="{0187786B-B53B-45FA-AA92-0A91A9810F29}"/>
    <dgm:cxn modelId="{4F9ED26F-85C8-4266-8B73-AFAFE417D7A6}" srcId="{79CAED58-D61E-447C-A59F-55869A5C773D}" destId="{C1D615E7-97FD-4DBB-A3DA-392D4316ACA4}" srcOrd="0" destOrd="0" parTransId="{61BF3B39-269D-43FD-8AE1-72546D119B88}" sibTransId="{BDFD227E-1FDA-4B3D-8593-0AE5ED8B6782}"/>
    <dgm:cxn modelId="{7F01008B-F674-450E-B59C-45524B134ABB}" type="presOf" srcId="{911C06B7-6EE4-4A81-9372-E9D8090D0302}" destId="{5093F689-5B0B-4EFE-AA42-560E798291BE}" srcOrd="0" destOrd="0" presId="urn:microsoft.com/office/officeart/2005/8/layout/vList2"/>
    <dgm:cxn modelId="{5DA706E7-552C-4FF4-BC9F-B0234B628E4B}" type="presOf" srcId="{5D670C05-391E-40E0-A4FA-D5DFF0FF8D7E}" destId="{8C7CCCDD-D4E2-43F6-B1C7-357C7AF674F6}" srcOrd="0" destOrd="0" presId="urn:microsoft.com/office/officeart/2005/8/layout/vList2"/>
    <dgm:cxn modelId="{9107D7EC-93BB-4C55-8D33-16B448BE1EC0}" srcId="{79CAED58-D61E-447C-A59F-55869A5C773D}" destId="{A26D8227-630A-4E6A-8197-CBC9A99DC431}" srcOrd="1" destOrd="0" parTransId="{E9D560D0-C449-4D22-932B-8961B8D11B36}" sibTransId="{FBE29369-DCAF-4512-8DAA-B44473B4E49B}"/>
    <dgm:cxn modelId="{5B3B75F7-AFCF-4C57-9C58-7A1C98B27DD2}" srcId="{911C06B7-6EE4-4A81-9372-E9D8090D0302}" destId="{AA6D07F0-F625-4207-BA3F-9058DA08B12D}" srcOrd="1" destOrd="0" parTransId="{BC52DE69-8236-4776-A99F-D57EB9397D78}" sibTransId="{F8A6314C-5C8B-4D0F-9191-2FAACB5960F2}"/>
    <dgm:cxn modelId="{768962FC-A560-4F35-B2A3-0A36F41A7D1E}" type="presOf" srcId="{C1D615E7-97FD-4DBB-A3DA-392D4316ACA4}" destId="{A9B8A000-4234-4D93-AABF-1AA8A42B5FED}" srcOrd="0" destOrd="0" presId="urn:microsoft.com/office/officeart/2005/8/layout/vList2"/>
    <dgm:cxn modelId="{F4280361-425B-4979-9BB3-18156E05D003}" type="presParOf" srcId="{5093F689-5B0B-4EFE-AA42-560E798291BE}" destId="{AC408BF7-B681-4BEF-9085-8A79D40E4BF5}" srcOrd="0" destOrd="0" presId="urn:microsoft.com/office/officeart/2005/8/layout/vList2"/>
    <dgm:cxn modelId="{E1F5742C-0CE2-4B98-B4D8-F2A7877DCA5F}" type="presParOf" srcId="{5093F689-5B0B-4EFE-AA42-560E798291BE}" destId="{A9B8A000-4234-4D93-AABF-1AA8A42B5FED}" srcOrd="1" destOrd="0" presId="urn:microsoft.com/office/officeart/2005/8/layout/vList2"/>
    <dgm:cxn modelId="{16B399A8-22D3-423A-A444-5577FA3127C2}" type="presParOf" srcId="{5093F689-5B0B-4EFE-AA42-560E798291BE}" destId="{69EF3130-0B75-4A91-861C-9FF7F56DAC14}" srcOrd="2" destOrd="0" presId="urn:microsoft.com/office/officeart/2005/8/layout/vList2"/>
    <dgm:cxn modelId="{6BE7E128-861F-48A9-98AC-DEFD98838B7C}" type="presParOf" srcId="{5093F689-5B0B-4EFE-AA42-560E798291BE}" destId="{FF81B06C-C3B5-472D-84F4-5C0C2A020D74}" srcOrd="3" destOrd="0" presId="urn:microsoft.com/office/officeart/2005/8/layout/vList2"/>
    <dgm:cxn modelId="{9F31672A-EFF4-4180-A26A-E2B58C770862}" type="presParOf" srcId="{5093F689-5B0B-4EFE-AA42-560E798291BE}" destId="{8C7CCCDD-D4E2-43F6-B1C7-357C7AF674F6}" srcOrd="4" destOrd="0" presId="urn:microsoft.com/office/officeart/2005/8/layout/vList2"/>
    <dgm:cxn modelId="{EF1DA626-18C5-430D-A0BD-8585A42244A5}" type="presParOf" srcId="{5093F689-5B0B-4EFE-AA42-560E798291BE}" destId="{0A3193F3-8858-4AB7-82B2-8D49AF67C563}"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14E8E-6596-4F80-98FE-7B8E2384755C}">
      <dsp:nvSpPr>
        <dsp:cNvPr id="0" name=""/>
        <dsp:cNvSpPr/>
      </dsp:nvSpPr>
      <dsp:spPr>
        <a:xfrm>
          <a:off x="0" y="60019"/>
          <a:ext cx="7958331" cy="88803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AR" sz="2300" kern="1200"/>
            <a:t>Prior in tempore, potior in iure – Primero en el tiempo mejor en el derecho</a:t>
          </a:r>
          <a:endParaRPr lang="en-US" sz="2300" kern="1200"/>
        </a:p>
      </dsp:txBody>
      <dsp:txXfrm>
        <a:off x="43350" y="103369"/>
        <a:ext cx="7871631" cy="801330"/>
      </dsp:txXfrm>
    </dsp:sp>
    <dsp:sp modelId="{C4DE9A80-A272-4149-A54B-0788BA03A125}">
      <dsp:nvSpPr>
        <dsp:cNvPr id="0" name=""/>
        <dsp:cNvSpPr/>
      </dsp:nvSpPr>
      <dsp:spPr>
        <a:xfrm>
          <a:off x="0" y="1014289"/>
          <a:ext cx="7958331" cy="88803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AR" sz="2300" kern="1200"/>
            <a:t>en caso de bienes insuficientes</a:t>
          </a:r>
          <a:endParaRPr lang="en-US" sz="2300" kern="1200"/>
        </a:p>
      </dsp:txBody>
      <dsp:txXfrm>
        <a:off x="43350" y="1057639"/>
        <a:ext cx="7871631" cy="801330"/>
      </dsp:txXfrm>
    </dsp:sp>
    <dsp:sp modelId="{D3EEEBBC-EE5C-49BE-A203-908E70E8697F}">
      <dsp:nvSpPr>
        <dsp:cNvPr id="0" name=""/>
        <dsp:cNvSpPr/>
      </dsp:nvSpPr>
      <dsp:spPr>
        <a:xfrm>
          <a:off x="0" y="1902319"/>
          <a:ext cx="7958331" cy="1404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267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AR" sz="1800" kern="1200"/>
            <a:t>Mecanismo insatisfactorio de tutela jurisdiccional de los acreedores</a:t>
          </a:r>
          <a:endParaRPr lang="en-US" sz="1800" kern="1200"/>
        </a:p>
        <a:p>
          <a:pPr marL="171450" lvl="1" indent="-171450" algn="l" defTabSz="800100">
            <a:lnSpc>
              <a:spcPct val="90000"/>
            </a:lnSpc>
            <a:spcBef>
              <a:spcPct val="0"/>
            </a:spcBef>
            <a:spcAft>
              <a:spcPct val="20000"/>
            </a:spcAft>
            <a:buChar char="•"/>
          </a:pPr>
          <a:r>
            <a:rPr lang="es-AR" sz="1800" kern="1200"/>
            <a:t>Suelen ser numerosas, dispersas de difícil control</a:t>
          </a:r>
          <a:endParaRPr lang="en-US" sz="1800" kern="1200"/>
        </a:p>
        <a:p>
          <a:pPr marL="171450" lvl="1" indent="-171450" algn="l" defTabSz="800100">
            <a:lnSpc>
              <a:spcPct val="90000"/>
            </a:lnSpc>
            <a:spcBef>
              <a:spcPct val="0"/>
            </a:spcBef>
            <a:spcAft>
              <a:spcPct val="20000"/>
            </a:spcAft>
            <a:buChar char="•"/>
          </a:pPr>
          <a:r>
            <a:rPr lang="es-AR" sz="1800" kern="1200"/>
            <a:t>Regidas por el principio dispositivo</a:t>
          </a:r>
          <a:endParaRPr lang="en-US" sz="1800" kern="1200"/>
        </a:p>
        <a:p>
          <a:pPr marL="171450" lvl="1" indent="-171450" algn="l" defTabSz="800100">
            <a:lnSpc>
              <a:spcPct val="90000"/>
            </a:lnSpc>
            <a:spcBef>
              <a:spcPct val="0"/>
            </a:spcBef>
            <a:spcAft>
              <a:spcPct val="20000"/>
            </a:spcAft>
            <a:buChar char="•"/>
          </a:pPr>
          <a:r>
            <a:rPr lang="es-AR" sz="1800" kern="1200"/>
            <a:t>Acciones disponibles en caso de que el deudor haya transferido sus bienes para eludir su responsabilidad</a:t>
          </a:r>
          <a:endParaRPr lang="en-US" sz="1800" kern="1200"/>
        </a:p>
      </dsp:txBody>
      <dsp:txXfrm>
        <a:off x="0" y="1902319"/>
        <a:ext cx="7958331" cy="14044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AEAE2-3D49-488C-A52C-4218EFECCB13}">
      <dsp:nvSpPr>
        <dsp:cNvPr id="0" name=""/>
        <dsp:cNvSpPr/>
      </dsp:nvSpPr>
      <dsp:spPr>
        <a:xfrm>
          <a:off x="0" y="303176"/>
          <a:ext cx="7958331" cy="631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AR" sz="2700" kern="1200"/>
            <a:t>Universalidad – objetiva y subjetiva</a:t>
          </a:r>
          <a:endParaRPr lang="en-US" sz="2700" kern="1200"/>
        </a:p>
      </dsp:txBody>
      <dsp:txXfrm>
        <a:off x="30842" y="334018"/>
        <a:ext cx="7896647" cy="570116"/>
      </dsp:txXfrm>
    </dsp:sp>
    <dsp:sp modelId="{29B41FFB-A89B-4A17-9C62-338893590772}">
      <dsp:nvSpPr>
        <dsp:cNvPr id="0" name=""/>
        <dsp:cNvSpPr/>
      </dsp:nvSpPr>
      <dsp:spPr>
        <a:xfrm>
          <a:off x="0" y="1012736"/>
          <a:ext cx="7958331" cy="631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AR" sz="2700" kern="1200"/>
            <a:t>Pars conditio creditorum - Igualdad</a:t>
          </a:r>
          <a:endParaRPr lang="en-US" sz="2700" kern="1200"/>
        </a:p>
      </dsp:txBody>
      <dsp:txXfrm>
        <a:off x="30842" y="1043578"/>
        <a:ext cx="7896647" cy="570116"/>
      </dsp:txXfrm>
    </dsp:sp>
    <dsp:sp modelId="{00F246D4-D861-4D5D-A5E4-6C9B8EDC069A}">
      <dsp:nvSpPr>
        <dsp:cNvPr id="0" name=""/>
        <dsp:cNvSpPr/>
      </dsp:nvSpPr>
      <dsp:spPr>
        <a:xfrm>
          <a:off x="0" y="1722297"/>
          <a:ext cx="7958331" cy="631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AR" sz="2700" kern="1200"/>
            <a:t>Proceso único - Unicidad</a:t>
          </a:r>
          <a:endParaRPr lang="en-US" sz="2700" kern="1200"/>
        </a:p>
      </dsp:txBody>
      <dsp:txXfrm>
        <a:off x="30842" y="1753139"/>
        <a:ext cx="7896647" cy="570116"/>
      </dsp:txXfrm>
    </dsp:sp>
    <dsp:sp modelId="{BAA91C81-70F4-40DE-A743-52C24F91C4DE}">
      <dsp:nvSpPr>
        <dsp:cNvPr id="0" name=""/>
        <dsp:cNvSpPr/>
      </dsp:nvSpPr>
      <dsp:spPr>
        <a:xfrm>
          <a:off x="0" y="2431857"/>
          <a:ext cx="7958331" cy="631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AR" sz="2700" kern="1200"/>
            <a:t>Facilita la recomposición del patrimonio del fallido</a:t>
          </a:r>
          <a:endParaRPr lang="en-US" sz="2700" kern="1200"/>
        </a:p>
      </dsp:txBody>
      <dsp:txXfrm>
        <a:off x="30842" y="2462699"/>
        <a:ext cx="7896647" cy="5701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408BF7-B681-4BEF-9085-8A79D40E4BF5}">
      <dsp:nvSpPr>
        <dsp:cNvPr id="0" name=""/>
        <dsp:cNvSpPr/>
      </dsp:nvSpPr>
      <dsp:spPr>
        <a:xfrm>
          <a:off x="0" y="92528"/>
          <a:ext cx="5889686" cy="98279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s-AR" sz="4200" kern="1200"/>
            <a:t>Universalidad</a:t>
          </a:r>
          <a:endParaRPr lang="en-US" sz="4200" kern="1200"/>
        </a:p>
      </dsp:txBody>
      <dsp:txXfrm>
        <a:off x="47976" y="140504"/>
        <a:ext cx="5793734" cy="886847"/>
      </dsp:txXfrm>
    </dsp:sp>
    <dsp:sp modelId="{A9B8A000-4234-4D93-AABF-1AA8A42B5FED}">
      <dsp:nvSpPr>
        <dsp:cNvPr id="0" name=""/>
        <dsp:cNvSpPr/>
      </dsp:nvSpPr>
      <dsp:spPr>
        <a:xfrm>
          <a:off x="0" y="1075328"/>
          <a:ext cx="5889686" cy="108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998"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s-AR" sz="3300" kern="1200"/>
            <a:t>Objetiva</a:t>
          </a:r>
          <a:endParaRPr lang="en-US" sz="3300" kern="1200"/>
        </a:p>
        <a:p>
          <a:pPr marL="285750" lvl="1" indent="-285750" algn="l" defTabSz="1466850">
            <a:lnSpc>
              <a:spcPct val="90000"/>
            </a:lnSpc>
            <a:spcBef>
              <a:spcPct val="0"/>
            </a:spcBef>
            <a:spcAft>
              <a:spcPct val="20000"/>
            </a:spcAft>
            <a:buChar char="•"/>
          </a:pPr>
          <a:r>
            <a:rPr lang="es-AR" sz="3300" kern="1200"/>
            <a:t>Subjetiva</a:t>
          </a:r>
          <a:endParaRPr lang="en-US" sz="3300" kern="1200"/>
        </a:p>
      </dsp:txBody>
      <dsp:txXfrm>
        <a:off x="0" y="1075328"/>
        <a:ext cx="5889686" cy="1086750"/>
      </dsp:txXfrm>
    </dsp:sp>
    <dsp:sp modelId="{69EF3130-0B75-4A91-861C-9FF7F56DAC14}">
      <dsp:nvSpPr>
        <dsp:cNvPr id="0" name=""/>
        <dsp:cNvSpPr/>
      </dsp:nvSpPr>
      <dsp:spPr>
        <a:xfrm>
          <a:off x="0" y="2162078"/>
          <a:ext cx="5889686" cy="982799"/>
        </a:xfrm>
        <a:prstGeom prst="roundRect">
          <a:avLst/>
        </a:prstGeom>
        <a:solidFill>
          <a:schemeClr val="accent2">
            <a:hueOff val="3966285"/>
            <a:satOff val="-12111"/>
            <a:lumOff val="12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s-AR" sz="4200" kern="1200"/>
            <a:t>Unicidad</a:t>
          </a:r>
          <a:endParaRPr lang="en-US" sz="4200" kern="1200"/>
        </a:p>
      </dsp:txBody>
      <dsp:txXfrm>
        <a:off x="47976" y="2210054"/>
        <a:ext cx="5793734" cy="886847"/>
      </dsp:txXfrm>
    </dsp:sp>
    <dsp:sp modelId="{8C7CCCDD-D4E2-43F6-B1C7-357C7AF674F6}">
      <dsp:nvSpPr>
        <dsp:cNvPr id="0" name=""/>
        <dsp:cNvSpPr/>
      </dsp:nvSpPr>
      <dsp:spPr>
        <a:xfrm>
          <a:off x="0" y="3265838"/>
          <a:ext cx="5889686" cy="982799"/>
        </a:xfrm>
        <a:prstGeom prst="roundRect">
          <a:avLst/>
        </a:prstGeom>
        <a:solidFill>
          <a:schemeClr val="accent2">
            <a:hueOff val="7932569"/>
            <a:satOff val="-24223"/>
            <a:lumOff val="25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s-AR" sz="4200" kern="1200"/>
            <a:t>Inquisitoriedad relativa</a:t>
          </a:r>
          <a:endParaRPr lang="en-US" sz="4200" kern="1200"/>
        </a:p>
      </dsp:txBody>
      <dsp:txXfrm>
        <a:off x="47976" y="3313814"/>
        <a:ext cx="5793734" cy="886847"/>
      </dsp:txXfrm>
    </dsp:sp>
    <dsp:sp modelId="{0A3193F3-8858-4AB7-82B2-8D49AF67C563}">
      <dsp:nvSpPr>
        <dsp:cNvPr id="0" name=""/>
        <dsp:cNvSpPr/>
      </dsp:nvSpPr>
      <dsp:spPr>
        <a:xfrm>
          <a:off x="0" y="4248638"/>
          <a:ext cx="5889686" cy="978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998"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s-AR" sz="3300" kern="1200"/>
            <a:t>Inquisitoriedad en el proceso – art. 274</a:t>
          </a:r>
          <a:endParaRPr lang="en-US" sz="3300" kern="1200"/>
        </a:p>
      </dsp:txBody>
      <dsp:txXfrm>
        <a:off x="0" y="4248638"/>
        <a:ext cx="5889686" cy="97807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F628C5F4-FD9F-614A-99C5-93E62E571B90}" type="datetimeFigureOut">
              <a:rPr lang="es-AR" smtClean="0"/>
              <a:t>10/7/2024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rIns="45720"/>
          <a:lstStyle/>
          <a:p>
            <a:fld id="{DDF20A24-C1C9-424F-878E-8A04EFA707E5}" type="slidenum">
              <a:rPr lang="es-AR" smtClean="0"/>
              <a:t>‹Nº›</a:t>
            </a:fld>
            <a:endParaRPr lang="es-AR"/>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94739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F628C5F4-FD9F-614A-99C5-93E62E571B90}" type="datetimeFigureOut">
              <a:rPr lang="es-AR" smtClean="0"/>
              <a:t>10/7/2024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DDF20A24-C1C9-424F-878E-8A04EFA707E5}" type="slidenum">
              <a:rPr lang="es-AR" smtClean="0"/>
              <a:t>‹Nº›</a:t>
            </a:fld>
            <a:endParaRPr lang="es-AR"/>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07561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F628C5F4-FD9F-614A-99C5-93E62E571B90}" type="datetimeFigureOut">
              <a:rPr lang="es-AR" smtClean="0"/>
              <a:t>10/7/2024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14255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F628C5F4-FD9F-614A-99C5-93E62E571B90}" type="datetimeFigureOut">
              <a:rPr lang="es-AR" smtClean="0"/>
              <a:t>10/7/2024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DDF20A24-C1C9-424F-878E-8A04EFA707E5}" type="slidenum">
              <a:rPr lang="es-AR" smtClean="0"/>
              <a:t>‹Nº›</a:t>
            </a:fld>
            <a:endParaRPr lang="es-AR"/>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880381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F628C5F4-FD9F-614A-99C5-93E62E571B90}" type="datetimeFigureOut">
              <a:rPr lang="es-AR" smtClean="0"/>
              <a:t>10/7/2024</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2380258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F628C5F4-FD9F-614A-99C5-93E62E571B90}" type="datetimeFigureOut">
              <a:rPr lang="es-AR" smtClean="0"/>
              <a:t>10/7/2024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DDF20A24-C1C9-424F-878E-8A04EFA707E5}" type="slidenum">
              <a:rPr lang="es-AR" smtClean="0"/>
              <a:t>‹Nº›</a:t>
            </a:fld>
            <a:endParaRPr lang="es-AR"/>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946408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628C5F4-FD9F-614A-99C5-93E62E571B90}" type="datetimeFigureOut">
              <a:rPr lang="es-AR" smtClean="0"/>
              <a:t>10/7/2024</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2696695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628C5F4-FD9F-614A-99C5-93E62E571B90}" type="datetimeFigureOut">
              <a:rPr lang="es-AR" smtClean="0"/>
              <a:t>10/7/2024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159336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628C5F4-FD9F-614A-99C5-93E62E571B90}" type="datetimeFigureOut">
              <a:rPr lang="es-AR" smtClean="0"/>
              <a:t>10/7/2024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424548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F628C5F4-FD9F-614A-99C5-93E62E571B90}" type="datetimeFigureOut">
              <a:rPr lang="es-AR" smtClean="0"/>
              <a:t>10/7/2024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13078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F628C5F4-FD9F-614A-99C5-93E62E571B90}" type="datetimeFigureOut">
              <a:rPr lang="es-AR" smtClean="0"/>
              <a:t>10/7/2024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DDF20A24-C1C9-424F-878E-8A04EFA707E5}" type="slidenum">
              <a:rPr lang="es-AR" smtClean="0"/>
              <a:t>‹Nº›</a:t>
            </a:fld>
            <a:endParaRPr lang="es-AR"/>
          </a:p>
        </p:txBody>
      </p:sp>
    </p:spTree>
    <p:extLst>
      <p:ext uri="{BB962C8B-B14F-4D97-AF65-F5344CB8AC3E}">
        <p14:creationId xmlns:p14="http://schemas.microsoft.com/office/powerpoint/2010/main" val="2409010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F628C5F4-FD9F-614A-99C5-93E62E571B90}" type="datetimeFigureOut">
              <a:rPr lang="es-AR" smtClean="0"/>
              <a:t>10/7/2024</a:t>
            </a:fld>
            <a:endParaRPr lang="es-AR"/>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DDF20A24-C1C9-424F-878E-8A04EFA707E5}" type="slidenum">
              <a:rPr lang="es-AR" smtClean="0"/>
              <a:t>‹Nº›</a:t>
            </a:fld>
            <a:endParaRPr lang="es-AR"/>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55037371"/>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24" y="487443"/>
            <a:ext cx="5841548" cy="5841548"/>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pic>
        <p:nvPicPr>
          <p:cNvPr id="58" name="Picture 57">
            <a:extLst>
              <a:ext uri="{FF2B5EF4-FFF2-40B4-BE49-F238E27FC236}">
                <a16:creationId xmlns:a16="http://schemas.microsoft.com/office/drawing/2014/main" id="{15ADB788-8569-409E-862D-665AD53C99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 name="Título 1">
            <a:extLst>
              <a:ext uri="{FF2B5EF4-FFF2-40B4-BE49-F238E27FC236}">
                <a16:creationId xmlns:a16="http://schemas.microsoft.com/office/drawing/2014/main" id="{A683FAF6-6226-F347-A5C7-BD76AF505204}"/>
              </a:ext>
            </a:extLst>
          </p:cNvPr>
          <p:cNvSpPr>
            <a:spLocks noGrp="1"/>
          </p:cNvSpPr>
          <p:nvPr>
            <p:ph type="ctrTitle"/>
          </p:nvPr>
        </p:nvSpPr>
        <p:spPr>
          <a:xfrm>
            <a:off x="3039048" y="2568817"/>
            <a:ext cx="7155598" cy="3133968"/>
          </a:xfrm>
        </p:spPr>
        <p:txBody>
          <a:bodyPr>
            <a:normAutofit/>
          </a:bodyPr>
          <a:lstStyle/>
          <a:p>
            <a:pPr algn="l"/>
            <a:r>
              <a:rPr lang="es-AR" sz="6600">
                <a:solidFill>
                  <a:srgbClr val="1F2D29"/>
                </a:solidFill>
              </a:rPr>
              <a:t>PROCESOS COLECTIVOS</a:t>
            </a:r>
          </a:p>
        </p:txBody>
      </p:sp>
      <p:sp>
        <p:nvSpPr>
          <p:cNvPr id="60" name="Rectangle 59">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rgbClr val="31474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62" name="TextBox 61">
            <a:extLst>
              <a:ext uri="{FF2B5EF4-FFF2-40B4-BE49-F238E27FC236}">
                <a16:creationId xmlns:a16="http://schemas.microsoft.com/office/drawing/2014/main" id="{9232A0FC-3B0E-4DD1-9C3E-9C8C8CA6D103}"/>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712" y="2388951"/>
            <a:ext cx="849742" cy="461665"/>
          </a:xfrm>
          <a:prstGeom prst="rect">
            <a:avLst/>
          </a:prstGeom>
          <a:noFill/>
        </p:spPr>
        <p:txBody>
          <a:bodyPr wrap="square" rtlCol="0">
            <a:spAutoFit/>
          </a:bodyPr>
          <a:lstStyle/>
          <a:p>
            <a:pPr algn="r"/>
            <a:endParaRPr lang="en-US" sz="2400" dirty="0">
              <a:solidFill>
                <a:srgbClr val="1F2D29"/>
              </a:solidFill>
              <a:latin typeface="MS Shell Dlg 2" panose="020B0604030504040204" pitchFamily="34" charset="0"/>
            </a:endParaRPr>
          </a:p>
        </p:txBody>
      </p:sp>
    </p:spTree>
    <p:extLst>
      <p:ext uri="{BB962C8B-B14F-4D97-AF65-F5344CB8AC3E}">
        <p14:creationId xmlns:p14="http://schemas.microsoft.com/office/powerpoint/2010/main" val="15539604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useBgFill="1">
        <p:nvSpPr>
          <p:cNvPr id="32" name="Rectangle 31">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764227F-093C-9D4A-9F61-720EA08B6B45}"/>
              </a:ext>
            </a:extLst>
          </p:cNvPr>
          <p:cNvSpPr>
            <a:spLocks noGrp="1"/>
          </p:cNvSpPr>
          <p:nvPr>
            <p:ph type="title"/>
          </p:nvPr>
        </p:nvSpPr>
        <p:spPr>
          <a:xfrm>
            <a:off x="1518412" y="1201723"/>
            <a:ext cx="2812177" cy="4454554"/>
          </a:xfrm>
        </p:spPr>
        <p:txBody>
          <a:bodyPr anchor="ctr">
            <a:normAutofit/>
          </a:bodyPr>
          <a:lstStyle/>
          <a:p>
            <a:r>
              <a:rPr lang="es-AR" sz="3200"/>
              <a:t>PATRIMONIO</a:t>
            </a:r>
          </a:p>
        </p:txBody>
      </p:sp>
      <p:sp>
        <p:nvSpPr>
          <p:cNvPr id="34" name="Rectangle 33">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36" name="Straight Connector 35">
            <a:extLst>
              <a:ext uri="{FF2B5EF4-FFF2-40B4-BE49-F238E27FC236}">
                <a16:creationId xmlns:a16="http://schemas.microsoft.com/office/drawing/2014/main" id="{7FA45ACF-DABA-410D-9663-DACA842E6B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25978"/>
            <a:ext cx="0" cy="320604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F2C7BEF7-48C0-0E45-9DA8-370D2811B92E}"/>
              </a:ext>
            </a:extLst>
          </p:cNvPr>
          <p:cNvSpPr>
            <a:spLocks noGrp="1"/>
          </p:cNvSpPr>
          <p:nvPr>
            <p:ph idx="1"/>
          </p:nvPr>
        </p:nvSpPr>
        <p:spPr>
          <a:xfrm>
            <a:off x="4975045" y="846395"/>
            <a:ext cx="5595093" cy="5165210"/>
          </a:xfrm>
        </p:spPr>
        <p:txBody>
          <a:bodyPr anchor="ctr">
            <a:normAutofit/>
          </a:bodyPr>
          <a:lstStyle/>
          <a:p>
            <a:r>
              <a:rPr lang="es-AR" sz="1400"/>
              <a:t>ARTICULO 743.- Bienes que constituyen la garantía. Los bienes presentes y futuros del deudor constituyen la garantía común de sus acreedores. El acreedor puede exigir la venta judicial de los bienes del deudor, pero sólo en la medida necesaria para satisfacer su crédito. Todos los acreedores pueden ejecutar estos bienes en posición igualitaria, excepto que exista una causa legal de preferencia.</a:t>
            </a:r>
            <a:br>
              <a:rPr lang="es-AR" sz="1400"/>
            </a:br>
            <a:endParaRPr lang="es-AR" sz="1400"/>
          </a:p>
        </p:txBody>
      </p:sp>
    </p:spTree>
    <p:extLst>
      <p:ext uri="{BB962C8B-B14F-4D97-AF65-F5344CB8AC3E}">
        <p14:creationId xmlns:p14="http://schemas.microsoft.com/office/powerpoint/2010/main" val="68129487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C0294F1-7EE2-4EB9-A41B-908481D40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2"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3968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8B7977-AEE6-364A-896C-7DCF29D26012}"/>
              </a:ext>
            </a:extLst>
          </p:cNvPr>
          <p:cNvSpPr>
            <a:spLocks noGrp="1"/>
          </p:cNvSpPr>
          <p:nvPr>
            <p:ph type="title"/>
          </p:nvPr>
        </p:nvSpPr>
        <p:spPr>
          <a:xfrm>
            <a:off x="2611808" y="808056"/>
            <a:ext cx="7958331" cy="1077229"/>
          </a:xfrm>
        </p:spPr>
        <p:txBody>
          <a:bodyPr>
            <a:normAutofit/>
          </a:bodyPr>
          <a:lstStyle/>
          <a:p>
            <a:pPr algn="l"/>
            <a:r>
              <a:rPr lang="es-AR"/>
              <a:t>Ejecución Individual</a:t>
            </a:r>
          </a:p>
        </p:txBody>
      </p:sp>
      <p:sp>
        <p:nvSpPr>
          <p:cNvPr id="29" name="Rectangle 28">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31" name="Rectangle 30">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A2705F40-69B9-BABD-202A-DF8CCD043CAF}"/>
              </a:ext>
            </a:extLst>
          </p:cNvPr>
          <p:cNvGraphicFramePr>
            <a:graphicFrameLocks noGrp="1"/>
          </p:cNvGraphicFramePr>
          <p:nvPr>
            <p:ph idx="1"/>
            <p:extLst>
              <p:ext uri="{D42A27DB-BD31-4B8C-83A1-F6EECF244321}">
                <p14:modId xmlns:p14="http://schemas.microsoft.com/office/powerpoint/2010/main" val="703885541"/>
              </p:ext>
            </p:extLst>
          </p:nvPr>
        </p:nvGraphicFramePr>
        <p:xfrm>
          <a:off x="2611807" y="2367883"/>
          <a:ext cx="7958331" cy="3366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18435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70108" y="985292"/>
            <a:ext cx="1345319" cy="134531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15ADB788-8569-409E-862D-665AD53C99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 name="Título 1">
            <a:extLst>
              <a:ext uri="{FF2B5EF4-FFF2-40B4-BE49-F238E27FC236}">
                <a16:creationId xmlns:a16="http://schemas.microsoft.com/office/drawing/2014/main" id="{D29D12F4-C802-3244-A30B-6E11C4761092}"/>
              </a:ext>
            </a:extLst>
          </p:cNvPr>
          <p:cNvSpPr>
            <a:spLocks noGrp="1"/>
          </p:cNvSpPr>
          <p:nvPr>
            <p:ph type="title"/>
          </p:nvPr>
        </p:nvSpPr>
        <p:spPr>
          <a:xfrm>
            <a:off x="2611808" y="1022548"/>
            <a:ext cx="7958331" cy="1308063"/>
          </a:xfrm>
        </p:spPr>
        <p:txBody>
          <a:bodyPr anchor="b">
            <a:normAutofit/>
          </a:bodyPr>
          <a:lstStyle/>
          <a:p>
            <a:pPr algn="l"/>
            <a:r>
              <a:rPr lang="es-AR" sz="4400">
                <a:solidFill>
                  <a:srgbClr val="1F2D29"/>
                </a:solidFill>
              </a:rPr>
              <a:t>CARACTERISTICAS DE LA LEGISLACION CONCURSAL</a:t>
            </a:r>
          </a:p>
        </p:txBody>
      </p:sp>
      <p:sp>
        <p:nvSpPr>
          <p:cNvPr id="52" name="Rectangle 51">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rgbClr val="31474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7" name="Marcador de contenido 16">
            <a:extLst>
              <a:ext uri="{FF2B5EF4-FFF2-40B4-BE49-F238E27FC236}">
                <a16:creationId xmlns:a16="http://schemas.microsoft.com/office/drawing/2014/main" id="{3019E07F-0FDB-6842-8665-118BCD05F863}"/>
              </a:ext>
            </a:extLst>
          </p:cNvPr>
          <p:cNvSpPr>
            <a:spLocks noGrp="1"/>
          </p:cNvSpPr>
          <p:nvPr>
            <p:ph idx="1"/>
          </p:nvPr>
        </p:nvSpPr>
        <p:spPr>
          <a:xfrm>
            <a:off x="2302933" y="2641604"/>
            <a:ext cx="7621606" cy="3443107"/>
          </a:xfrm>
        </p:spPr>
        <p:txBody>
          <a:bodyPr anchor="t">
            <a:normAutofit/>
          </a:bodyPr>
          <a:lstStyle/>
          <a:p>
            <a:r>
              <a:rPr lang="es-AR" sz="1600">
                <a:solidFill>
                  <a:srgbClr val="1F2D29"/>
                </a:solidFill>
              </a:rPr>
              <a:t>Es excepcional – solo se aplica en caso de insolvencia declarada</a:t>
            </a:r>
          </a:p>
          <a:p>
            <a:r>
              <a:rPr lang="es-AR" sz="1600">
                <a:solidFill>
                  <a:srgbClr val="1F2D29"/>
                </a:solidFill>
              </a:rPr>
              <a:t>En gran medida es imperativa</a:t>
            </a:r>
          </a:p>
          <a:p>
            <a:r>
              <a:rPr lang="es-AR" sz="1600">
                <a:solidFill>
                  <a:srgbClr val="1F2D29"/>
                </a:solidFill>
              </a:rPr>
              <a:t>Es sustancial</a:t>
            </a:r>
          </a:p>
          <a:p>
            <a:r>
              <a:rPr lang="es-AR" sz="1600">
                <a:solidFill>
                  <a:srgbClr val="1F2D29"/>
                </a:solidFill>
              </a:rPr>
              <a:t>Es procesal</a:t>
            </a:r>
          </a:p>
          <a:p>
            <a:endParaRPr lang="es-AR" sz="1600">
              <a:solidFill>
                <a:srgbClr val="1F2D29"/>
              </a:solidFill>
            </a:endParaRPr>
          </a:p>
        </p:txBody>
      </p:sp>
    </p:spTree>
    <p:extLst>
      <p:ext uri="{BB962C8B-B14F-4D97-AF65-F5344CB8AC3E}">
        <p14:creationId xmlns:p14="http://schemas.microsoft.com/office/powerpoint/2010/main" val="200798228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24">
            <a:extLst>
              <a:ext uri="{FF2B5EF4-FFF2-40B4-BE49-F238E27FC236}">
                <a16:creationId xmlns:a16="http://schemas.microsoft.com/office/drawing/2014/main" id="{EC0294F1-7EE2-4EB9-A41B-908481D40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2"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34" name="Rectangle 26">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3968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169D4B-29C2-6A4C-AAB0-E7374EE45960}"/>
              </a:ext>
            </a:extLst>
          </p:cNvPr>
          <p:cNvSpPr>
            <a:spLocks noGrp="1"/>
          </p:cNvSpPr>
          <p:nvPr>
            <p:ph type="title"/>
          </p:nvPr>
        </p:nvSpPr>
        <p:spPr>
          <a:xfrm>
            <a:off x="2611808" y="808056"/>
            <a:ext cx="7958331" cy="1077229"/>
          </a:xfrm>
        </p:spPr>
        <p:txBody>
          <a:bodyPr>
            <a:normAutofit/>
          </a:bodyPr>
          <a:lstStyle/>
          <a:p>
            <a:pPr algn="l"/>
            <a:r>
              <a:rPr lang="es-AR"/>
              <a:t>Ejecución colectiva</a:t>
            </a:r>
          </a:p>
        </p:txBody>
      </p:sp>
      <p:sp>
        <p:nvSpPr>
          <p:cNvPr id="35" name="Rectangle 28">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36" name="Rectangle 30">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7E910611-3A17-AADD-3E9B-ED19C973FBEC}"/>
              </a:ext>
            </a:extLst>
          </p:cNvPr>
          <p:cNvGraphicFramePr>
            <a:graphicFrameLocks noGrp="1"/>
          </p:cNvGraphicFramePr>
          <p:nvPr>
            <p:ph idx="1"/>
            <p:extLst>
              <p:ext uri="{D42A27DB-BD31-4B8C-83A1-F6EECF244321}">
                <p14:modId xmlns:p14="http://schemas.microsoft.com/office/powerpoint/2010/main" val="2270213885"/>
              </p:ext>
            </p:extLst>
          </p:nvPr>
        </p:nvGraphicFramePr>
        <p:xfrm>
          <a:off x="2611807" y="2367883"/>
          <a:ext cx="7958331" cy="3366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5191145"/>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229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C902C998-7B85-C04F-9DDD-E7EF2F25ADCF}"/>
              </a:ext>
            </a:extLst>
          </p:cNvPr>
          <p:cNvSpPr>
            <a:spLocks noGrp="1"/>
          </p:cNvSpPr>
          <p:nvPr>
            <p:ph type="title"/>
          </p:nvPr>
        </p:nvSpPr>
        <p:spPr>
          <a:xfrm>
            <a:off x="1337191" y="1064365"/>
            <a:ext cx="2856582" cy="3313671"/>
          </a:xfrm>
        </p:spPr>
        <p:txBody>
          <a:bodyPr>
            <a:normAutofit/>
          </a:bodyPr>
          <a:lstStyle/>
          <a:p>
            <a:pPr algn="l"/>
            <a:r>
              <a:rPr lang="es-AR" sz="2100">
                <a:solidFill>
                  <a:schemeClr val="bg1"/>
                </a:solidFill>
              </a:rPr>
              <a:t>CARACTERISTICAS DEL PROCESO CONCURSAL</a:t>
            </a:r>
          </a:p>
        </p:txBody>
      </p:sp>
      <p:sp>
        <p:nvSpPr>
          <p:cNvPr id="24" name="Rectangle 23">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769"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16" name="Marcador de contenido 2">
            <a:extLst>
              <a:ext uri="{FF2B5EF4-FFF2-40B4-BE49-F238E27FC236}">
                <a16:creationId xmlns:a16="http://schemas.microsoft.com/office/drawing/2014/main" id="{A2AE1F88-3D53-9204-0388-95B24BC9D69E}"/>
              </a:ext>
            </a:extLst>
          </p:cNvPr>
          <p:cNvGraphicFramePr>
            <a:graphicFrameLocks noGrp="1"/>
          </p:cNvGraphicFramePr>
          <p:nvPr>
            <p:ph idx="1"/>
            <p:extLst>
              <p:ext uri="{D42A27DB-BD31-4B8C-83A1-F6EECF244321}">
                <p14:modId xmlns:p14="http://schemas.microsoft.com/office/powerpoint/2010/main" val="2164264565"/>
              </p:ext>
            </p:extLst>
          </p:nvPr>
        </p:nvGraphicFramePr>
        <p:xfrm>
          <a:off x="5507182" y="897534"/>
          <a:ext cx="5889686" cy="53192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902310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70108" y="985292"/>
            <a:ext cx="1345319" cy="134531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15ADB788-8569-409E-862D-665AD53C99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 name="Título 1">
            <a:extLst>
              <a:ext uri="{FF2B5EF4-FFF2-40B4-BE49-F238E27FC236}">
                <a16:creationId xmlns:a16="http://schemas.microsoft.com/office/drawing/2014/main" id="{DA61274F-12AB-014F-97EF-BE789F034A61}"/>
              </a:ext>
            </a:extLst>
          </p:cNvPr>
          <p:cNvSpPr>
            <a:spLocks noGrp="1"/>
          </p:cNvSpPr>
          <p:nvPr>
            <p:ph type="title"/>
          </p:nvPr>
        </p:nvSpPr>
        <p:spPr>
          <a:xfrm>
            <a:off x="2611808" y="1022548"/>
            <a:ext cx="7958331" cy="1308063"/>
          </a:xfrm>
        </p:spPr>
        <p:txBody>
          <a:bodyPr anchor="b">
            <a:normAutofit/>
          </a:bodyPr>
          <a:lstStyle/>
          <a:p>
            <a:pPr algn="l"/>
            <a:r>
              <a:rPr lang="es-AR" sz="4400">
                <a:solidFill>
                  <a:srgbClr val="1F2D29"/>
                </a:solidFill>
              </a:rPr>
              <a:t>CESACION DE PAGOS</a:t>
            </a:r>
          </a:p>
        </p:txBody>
      </p:sp>
      <p:sp>
        <p:nvSpPr>
          <p:cNvPr id="36" name="Rectangle 35">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rgbClr val="31474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13CFA402-4538-0A47-8D05-EB667569391C}"/>
              </a:ext>
            </a:extLst>
          </p:cNvPr>
          <p:cNvSpPr>
            <a:spLocks noGrp="1"/>
          </p:cNvSpPr>
          <p:nvPr>
            <p:ph idx="1"/>
          </p:nvPr>
        </p:nvSpPr>
        <p:spPr>
          <a:xfrm>
            <a:off x="2302933" y="2641604"/>
            <a:ext cx="7621606" cy="3443107"/>
          </a:xfrm>
        </p:spPr>
        <p:txBody>
          <a:bodyPr anchor="t">
            <a:normAutofit/>
          </a:bodyPr>
          <a:lstStyle/>
          <a:p>
            <a:r>
              <a:rPr lang="es-AR" sz="1600">
                <a:solidFill>
                  <a:srgbClr val="1F2D29"/>
                </a:solidFill>
              </a:rPr>
              <a:t>Aquel que se encuentra imposibilitado de cumplir regularmente sus obligaciones, cualquiera sea el carácter y las causas que las generan</a:t>
            </a:r>
          </a:p>
          <a:p>
            <a:endParaRPr lang="es-AR" sz="1600">
              <a:solidFill>
                <a:srgbClr val="1F2D29"/>
              </a:solidFill>
            </a:endParaRPr>
          </a:p>
          <a:p>
            <a:r>
              <a:rPr lang="es-AR" sz="1600">
                <a:solidFill>
                  <a:srgbClr val="1F2D29"/>
                </a:solidFill>
              </a:rPr>
              <a:t>Teorías </a:t>
            </a:r>
          </a:p>
          <a:p>
            <a:pPr lvl="1"/>
            <a:r>
              <a:rPr lang="es-AR" sz="1600">
                <a:solidFill>
                  <a:srgbClr val="1F2D29"/>
                </a:solidFill>
              </a:rPr>
              <a:t>Materialista </a:t>
            </a:r>
          </a:p>
          <a:p>
            <a:pPr lvl="1"/>
            <a:r>
              <a:rPr lang="es-AR" sz="1600">
                <a:solidFill>
                  <a:srgbClr val="1F2D29"/>
                </a:solidFill>
              </a:rPr>
              <a:t>Intermedia</a:t>
            </a:r>
          </a:p>
          <a:p>
            <a:pPr lvl="1"/>
            <a:r>
              <a:rPr lang="es-AR" sz="1600">
                <a:solidFill>
                  <a:srgbClr val="1F2D29"/>
                </a:solidFill>
              </a:rPr>
              <a:t>Amplia</a:t>
            </a:r>
          </a:p>
        </p:txBody>
      </p:sp>
    </p:spTree>
    <p:extLst>
      <p:ext uri="{BB962C8B-B14F-4D97-AF65-F5344CB8AC3E}">
        <p14:creationId xmlns:p14="http://schemas.microsoft.com/office/powerpoint/2010/main" val="236308577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45" name="Rectangle 26">
            <a:extLst>
              <a:ext uri="{FF2B5EF4-FFF2-40B4-BE49-F238E27FC236}">
                <a16:creationId xmlns:a16="http://schemas.microsoft.com/office/drawing/2014/main" id="{E0E1FDE7-FF27-4EA8-BDD8-6E14E65042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28">
            <a:extLst>
              <a:ext uri="{FF2B5EF4-FFF2-40B4-BE49-F238E27FC236}">
                <a16:creationId xmlns:a16="http://schemas.microsoft.com/office/drawing/2014/main" id="{265E3C3D-BC5C-4C1B-8183-E1793AF43BB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7" name="Picture 30">
            <a:extLst>
              <a:ext uri="{FF2B5EF4-FFF2-40B4-BE49-F238E27FC236}">
                <a16:creationId xmlns:a16="http://schemas.microsoft.com/office/drawing/2014/main" id="{079F0E45-4770-4B45-B3C2-C393CA45A9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48" name="Rectangle 32">
            <a:extLst>
              <a:ext uri="{FF2B5EF4-FFF2-40B4-BE49-F238E27FC236}">
                <a16:creationId xmlns:a16="http://schemas.microsoft.com/office/drawing/2014/main" id="{0A3D6952-FC72-4FDF-BE5A-9C8849DAB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34">
            <a:extLst>
              <a:ext uri="{FF2B5EF4-FFF2-40B4-BE49-F238E27FC236}">
                <a16:creationId xmlns:a16="http://schemas.microsoft.com/office/drawing/2014/main" id="{E87763AB-1437-444E-AB30-0CC22794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36">
            <a:extLst>
              <a:ext uri="{FF2B5EF4-FFF2-40B4-BE49-F238E27FC236}">
                <a16:creationId xmlns:a16="http://schemas.microsoft.com/office/drawing/2014/main" id="{E9CB6E92-5053-4509-B7C9-B647A786A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humbs Up Sign">
            <a:extLst>
              <a:ext uri="{FF2B5EF4-FFF2-40B4-BE49-F238E27FC236}">
                <a16:creationId xmlns:a16="http://schemas.microsoft.com/office/drawing/2014/main" id="{6412B1D8-AC72-1752-1001-F5469D1137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59297" y="1538808"/>
            <a:ext cx="3781046" cy="3781046"/>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FD88B555-9C2E-0C33-F5C5-D7F3B4F3E491}"/>
              </a:ext>
            </a:extLst>
          </p:cNvPr>
          <p:cNvSpPr>
            <a:spLocks noGrp="1"/>
          </p:cNvSpPr>
          <p:nvPr>
            <p:ph idx="1"/>
          </p:nvPr>
        </p:nvSpPr>
        <p:spPr>
          <a:xfrm>
            <a:off x="6404351" y="2052116"/>
            <a:ext cx="4168378" cy="3997828"/>
          </a:xfrm>
        </p:spPr>
        <p:txBody>
          <a:bodyPr>
            <a:normAutofit/>
          </a:bodyPr>
          <a:lstStyle/>
          <a:p>
            <a:pPr marL="0" indent="0">
              <a:buNone/>
            </a:pPr>
            <a:r>
              <a:rPr lang="es-ES" sz="1800"/>
              <a:t>Muchas Gracias!!</a:t>
            </a:r>
            <a:endParaRPr lang="es-AR" sz="1800"/>
          </a:p>
        </p:txBody>
      </p:sp>
      <p:sp>
        <p:nvSpPr>
          <p:cNvPr id="51" name="Rectangle 38">
            <a:extLst>
              <a:ext uri="{FF2B5EF4-FFF2-40B4-BE49-F238E27FC236}">
                <a16:creationId xmlns:a16="http://schemas.microsoft.com/office/drawing/2014/main" id="{040D67C5-81E4-4B8E-A656-B797B53F7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7862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2C2D1F"/>
      </a:dk2>
      <a:lt2>
        <a:srgbClr val="FAF2C5"/>
      </a:lt2>
      <a:accent1>
        <a:srgbClr val="EA9736"/>
      </a:accent1>
      <a:accent2>
        <a:srgbClr val="EACF56"/>
      </a:accent2>
      <a:accent3>
        <a:srgbClr val="77D4D6"/>
      </a:accent3>
      <a:accent4>
        <a:srgbClr val="54AFDC"/>
      </a:accent4>
      <a:accent5>
        <a:srgbClr val="88C363"/>
      </a:accent5>
      <a:accent6>
        <a:srgbClr val="D9D899"/>
      </a:accent6>
      <a:hlink>
        <a:srgbClr val="A7A574"/>
      </a:hlink>
      <a:folHlink>
        <a:srgbClr val="8B887A"/>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9B359FC9-1E88-4883-B31D-CCECAE2A7B38}"/>
    </a:ext>
  </a:extLst>
</a:theme>
</file>

<file path=docProps/app.xml><?xml version="1.0" encoding="utf-8"?>
<Properties xmlns="http://schemas.openxmlformats.org/officeDocument/2006/extended-properties" xmlns:vt="http://schemas.openxmlformats.org/officeDocument/2006/docPropsVTypes">
  <Template>{C48BAA6F-D789-4646-8AFF-B82D95224EEE}tf16401378</Template>
  <TotalTime>823</TotalTime>
  <Words>229</Words>
  <Application>Microsoft Office PowerPoint</Application>
  <PresentationFormat>Panorámica</PresentationFormat>
  <Paragraphs>35</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MS Shell Dlg 2</vt:lpstr>
      <vt:lpstr>Wingdings</vt:lpstr>
      <vt:lpstr>Wingdings 3</vt:lpstr>
      <vt:lpstr>Madison</vt:lpstr>
      <vt:lpstr>PROCESOS COLECTIVOS</vt:lpstr>
      <vt:lpstr>PATRIMONIO</vt:lpstr>
      <vt:lpstr>Ejecución Individual</vt:lpstr>
      <vt:lpstr>CARACTERISTICAS DE LA LEGISLACION CONCURSAL</vt:lpstr>
      <vt:lpstr>Ejecución colectiva</vt:lpstr>
      <vt:lpstr>CARACTERISTICAS DEL PROCESO CONCURSAL</vt:lpstr>
      <vt:lpstr>CESACION DE PAGOS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DEL CURSO</dc:title>
  <dc:creator>Microsoft Office User</dc:creator>
  <cp:lastModifiedBy>maximiliano romei</cp:lastModifiedBy>
  <cp:revision>7</cp:revision>
  <dcterms:created xsi:type="dcterms:W3CDTF">2021-08-19T05:57:58Z</dcterms:created>
  <dcterms:modified xsi:type="dcterms:W3CDTF">2024-07-10T08:35:02Z</dcterms:modified>
</cp:coreProperties>
</file>